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ags/tag10.xml" ContentType="application/vnd.openxmlformats-officedocument.presentationml.tags+xml"/>
  <Override PartName="/ppt/theme/theme3.xml" ContentType="application/vnd.openxmlformats-officedocument.theme+xml"/>
  <Override PartName="/ppt/notesSlides/notesSlide1.xml" ContentType="application/vnd.openxmlformats-officedocument.presentationml.notesSlide+xml"/>
  <Override PartName="/ppt/tags/tag1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667" r:id="rId5"/>
  </p:sldMasterIdLst>
  <p:notesMasterIdLst>
    <p:notesMasterId r:id="rId17"/>
  </p:notesMasterIdLst>
  <p:sldIdLst>
    <p:sldId id="257" r:id="rId6"/>
    <p:sldId id="2140756834" r:id="rId7"/>
    <p:sldId id="262" r:id="rId8"/>
    <p:sldId id="2140756841" r:id="rId9"/>
    <p:sldId id="2140756807" r:id="rId10"/>
    <p:sldId id="2140756853" r:id="rId11"/>
    <p:sldId id="2140756852" r:id="rId12"/>
    <p:sldId id="2140756837" r:id="rId13"/>
    <p:sldId id="2140756848" r:id="rId14"/>
    <p:sldId id="2140756806" r:id="rId15"/>
    <p:sldId id="2140756849" r:id="rId16"/>
  </p:sldIdLst>
  <p:sldSz cx="12192000" cy="6858000"/>
  <p:notesSz cx="6858000" cy="9144000"/>
  <p:custDataLst>
    <p:tags r:id="rId18"/>
  </p:custData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FA0154F-CC16-24A4-D4CA-0B4DF2CD72DD}" name="Paul Madeline" initials="PM" userId="S::paul.madeline@mladvisory.eu::47e30129-2e66-4505-a13e-ddea7fcff911" providerId="AD"/>
  <p188:author id="{DBC4D09B-7D9F-1FA6-33F0-8C34CD6BD2C9}" name="Arthur Tala" initials="AT" userId="S::arthur.tala@mladvisory.eu::cee2fe4f-e969-4a5c-a84d-e0719e8c027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616A"/>
    <a:srgbClr val="F79737"/>
    <a:srgbClr val="75E5A2"/>
    <a:srgbClr val="FFFFFF"/>
    <a:srgbClr val="92D050"/>
    <a:srgbClr val="C4FDB5"/>
    <a:srgbClr val="DD7309"/>
    <a:srgbClr val="FFE89F"/>
    <a:srgbClr val="F2F2F2"/>
    <a:srgbClr val="FF696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B0D65B-DB45-4011-80BB-24C3A753DE9C}" v="19" dt="2025-12-01T17:28:57.38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5" d="100"/>
          <a:sy n="75" d="100"/>
        </p:scale>
        <p:origin x="874"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notesMaster" Target="notesMasters/notesMaster1.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10.xml"/><Relationship Id="rId23" Type="http://schemas.microsoft.com/office/2016/11/relationships/changesInfo" Target="changesInfos/changesInfo1.xml"/><Relationship Id="rId10" Type="http://schemas.openxmlformats.org/officeDocument/2006/relationships/slide" Target="slides/slide5.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 Madeline" userId="S::paul.madeline@mladvisory.eu::47e30129-2e66-4505-a13e-ddea7fcff911" providerId="AD" clId="Web-{C3E42140-85DF-4D7C-A4F1-F36C784F12D7}"/>
    <pc:docChg chg="modSld">
      <pc:chgData name="Paul Madeline" userId="S::paul.madeline@mladvisory.eu::47e30129-2e66-4505-a13e-ddea7fcff911" providerId="AD" clId="Web-{C3E42140-85DF-4D7C-A4F1-F36C784F12D7}" dt="2025-09-22T09:08:52.298" v="2" actId="1076"/>
      <pc:docMkLst>
        <pc:docMk/>
      </pc:docMkLst>
      <pc:sldChg chg="modSp">
        <pc:chgData name="Paul Madeline" userId="S::paul.madeline@mladvisory.eu::47e30129-2e66-4505-a13e-ddea7fcff911" providerId="AD" clId="Web-{C3E42140-85DF-4D7C-A4F1-F36C784F12D7}" dt="2025-09-22T09:07:54.686" v="0" actId="1076"/>
        <pc:sldMkLst>
          <pc:docMk/>
          <pc:sldMk cId="3723139618" sldId="2140756841"/>
        </pc:sldMkLst>
      </pc:sldChg>
      <pc:sldChg chg="modSp">
        <pc:chgData name="Paul Madeline" userId="S::paul.madeline@mladvisory.eu::47e30129-2e66-4505-a13e-ddea7fcff911" providerId="AD" clId="Web-{C3E42140-85DF-4D7C-A4F1-F36C784F12D7}" dt="2025-09-22T09:08:52.298" v="2" actId="1076"/>
        <pc:sldMkLst>
          <pc:docMk/>
          <pc:sldMk cId="3425866885" sldId="2140756848"/>
        </pc:sldMkLst>
        <pc:graphicFrameChg chg="mod">
          <ac:chgData name="Paul Madeline" userId="S::paul.madeline@mladvisory.eu::47e30129-2e66-4505-a13e-ddea7fcff911" providerId="AD" clId="Web-{C3E42140-85DF-4D7C-A4F1-F36C784F12D7}" dt="2025-09-22T09:08:52.298" v="2" actId="1076"/>
          <ac:graphicFrameMkLst>
            <pc:docMk/>
            <pc:sldMk cId="3425866885" sldId="2140756848"/>
            <ac:graphicFrameMk id="25" creationId="{531FEA94-8E54-FD72-6D92-35229AD54A44}"/>
          </ac:graphicFrameMkLst>
        </pc:graphicFrameChg>
      </pc:sldChg>
    </pc:docChg>
  </pc:docChgLst>
  <pc:docChgLst>
    <pc:chgData name="Emma Delcourt" userId="S::emma.delcourt@mladvisory.eu::09045d03-e459-4674-9a1c-a53a31dddb4e" providerId="AD" clId="Web-{BD949138-A975-53BA-C115-EF9485EB1AB3}"/>
    <pc:docChg chg="modSld">
      <pc:chgData name="Emma Delcourt" userId="S::emma.delcourt@mladvisory.eu::09045d03-e459-4674-9a1c-a53a31dddb4e" providerId="AD" clId="Web-{BD949138-A975-53BA-C115-EF9485EB1AB3}" dt="2025-04-03T07:42:42.508" v="6" actId="20577"/>
      <pc:docMkLst>
        <pc:docMk/>
      </pc:docMkLst>
      <pc:sldChg chg="modSp">
        <pc:chgData name="Emma Delcourt" userId="S::emma.delcourt@mladvisory.eu::09045d03-e459-4674-9a1c-a53a31dddb4e" providerId="AD" clId="Web-{BD949138-A975-53BA-C115-EF9485EB1AB3}" dt="2025-04-03T07:42:42.508" v="6" actId="20577"/>
        <pc:sldMkLst>
          <pc:docMk/>
          <pc:sldMk cId="1352561042" sldId="257"/>
        </pc:sldMkLst>
      </pc:sldChg>
      <pc:sldChg chg="modSp">
        <pc:chgData name="Emma Delcourt" userId="S::emma.delcourt@mladvisory.eu::09045d03-e459-4674-9a1c-a53a31dddb4e" providerId="AD" clId="Web-{BD949138-A975-53BA-C115-EF9485EB1AB3}" dt="2025-04-03T07:42:09.397" v="1" actId="1076"/>
        <pc:sldMkLst>
          <pc:docMk/>
          <pc:sldMk cId="824371527" sldId="2140756842"/>
        </pc:sldMkLst>
      </pc:sldChg>
    </pc:docChg>
  </pc:docChgLst>
  <pc:docChgLst>
    <pc:chgData name="Emma Delcourt" userId="S::emma.delcourt@mladvisory.eu::09045d03-e459-4674-9a1c-a53a31dddb4e" providerId="AD" clId="Web-{C21EBF72-E2BD-244A-0954-5DF65757BEDB}"/>
    <pc:docChg chg="modSld">
      <pc:chgData name="Emma Delcourt" userId="S::emma.delcourt@mladvisory.eu::09045d03-e459-4674-9a1c-a53a31dddb4e" providerId="AD" clId="Web-{C21EBF72-E2BD-244A-0954-5DF65757BEDB}" dt="2025-01-16T14:29:49.493" v="2" actId="14100"/>
      <pc:docMkLst>
        <pc:docMk/>
      </pc:docMkLst>
      <pc:sldChg chg="modSp">
        <pc:chgData name="Emma Delcourt" userId="S::emma.delcourt@mladvisory.eu::09045d03-e459-4674-9a1c-a53a31dddb4e" providerId="AD" clId="Web-{C21EBF72-E2BD-244A-0954-5DF65757BEDB}" dt="2025-01-16T14:29:49.493" v="2" actId="14100"/>
        <pc:sldMkLst>
          <pc:docMk/>
          <pc:sldMk cId="824371527" sldId="2140756842"/>
        </pc:sldMkLst>
      </pc:sldChg>
    </pc:docChg>
  </pc:docChgLst>
  <pc:docChgLst>
    <pc:chgData name="Paul Madeline" userId="47e30129-2e66-4505-a13e-ddea7fcff911" providerId="ADAL" clId="{3B8004DA-7E1D-49C2-8BA6-EBF7B536F54C}"/>
    <pc:docChg chg="undo custSel modSld">
      <pc:chgData name="Paul Madeline" userId="47e30129-2e66-4505-a13e-ddea7fcff911" providerId="ADAL" clId="{3B8004DA-7E1D-49C2-8BA6-EBF7B536F54C}" dt="2025-07-18T08:12:21.805" v="140" actId="1076"/>
      <pc:docMkLst>
        <pc:docMk/>
      </pc:docMkLst>
      <pc:sldChg chg="addSp delSp modSp mod">
        <pc:chgData name="Paul Madeline" userId="47e30129-2e66-4505-a13e-ddea7fcff911" providerId="ADAL" clId="{3B8004DA-7E1D-49C2-8BA6-EBF7B536F54C}" dt="2025-07-18T08:12:21.805" v="140" actId="1076"/>
        <pc:sldMkLst>
          <pc:docMk/>
          <pc:sldMk cId="1230684289" sldId="2140756851"/>
        </pc:sldMkLst>
      </pc:sldChg>
    </pc:docChg>
  </pc:docChgLst>
  <pc:docChgLst>
    <pc:chgData name="Emma Delcourt" userId="09045d03-e459-4674-9a1c-a53a31dddb4e" providerId="ADAL" clId="{D1803226-C84E-4C50-9AC2-5C7F9CB24C1C}"/>
    <pc:docChg chg="undo custSel modSld">
      <pc:chgData name="Emma Delcourt" userId="09045d03-e459-4674-9a1c-a53a31dddb4e" providerId="ADAL" clId="{D1803226-C84E-4C50-9AC2-5C7F9CB24C1C}" dt="2025-09-25T08:02:58.066" v="202" actId="20577"/>
      <pc:docMkLst>
        <pc:docMk/>
      </pc:docMkLst>
      <pc:sldChg chg="modSp mod">
        <pc:chgData name="Emma Delcourt" userId="09045d03-e459-4674-9a1c-a53a31dddb4e" providerId="ADAL" clId="{D1803226-C84E-4C50-9AC2-5C7F9CB24C1C}" dt="2025-09-22T08:44:51.946" v="9" actId="20577"/>
        <pc:sldMkLst>
          <pc:docMk/>
          <pc:sldMk cId="1352561042" sldId="257"/>
        </pc:sldMkLst>
        <pc:spChg chg="mod">
          <ac:chgData name="Emma Delcourt" userId="09045d03-e459-4674-9a1c-a53a31dddb4e" providerId="ADAL" clId="{D1803226-C84E-4C50-9AC2-5C7F9CB24C1C}" dt="2025-09-22T08:44:51.946" v="9" actId="20577"/>
          <ac:spMkLst>
            <pc:docMk/>
            <pc:sldMk cId="1352561042" sldId="257"/>
            <ac:spMk id="4" creationId="{C0CBD091-D4B5-A773-4E89-4AD2241BC9BE}"/>
          </ac:spMkLst>
        </pc:spChg>
      </pc:sldChg>
      <pc:sldChg chg="modSp mod">
        <pc:chgData name="Emma Delcourt" userId="09045d03-e459-4674-9a1c-a53a31dddb4e" providerId="ADAL" clId="{D1803226-C84E-4C50-9AC2-5C7F9CB24C1C}" dt="2025-09-24T14:41:01.440" v="140" actId="20577"/>
        <pc:sldMkLst>
          <pc:docMk/>
          <pc:sldMk cId="1186307884" sldId="2140756806"/>
        </pc:sldMkLst>
        <pc:spChg chg="mod">
          <ac:chgData name="Emma Delcourt" userId="09045d03-e459-4674-9a1c-a53a31dddb4e" providerId="ADAL" clId="{D1803226-C84E-4C50-9AC2-5C7F9CB24C1C}" dt="2025-09-24T14:41:01.440" v="140" actId="20577"/>
          <ac:spMkLst>
            <pc:docMk/>
            <pc:sldMk cId="1186307884" sldId="2140756806"/>
            <ac:spMk id="8" creationId="{320C61BA-0598-B6B9-BB8B-30788C5DD090}"/>
          </ac:spMkLst>
        </pc:spChg>
        <pc:spChg chg="mod">
          <ac:chgData name="Emma Delcourt" userId="09045d03-e459-4674-9a1c-a53a31dddb4e" providerId="ADAL" clId="{D1803226-C84E-4C50-9AC2-5C7F9CB24C1C}" dt="2025-09-24T14:40:49.640" v="124" actId="20577"/>
          <ac:spMkLst>
            <pc:docMk/>
            <pc:sldMk cId="1186307884" sldId="2140756806"/>
            <ac:spMk id="33" creationId="{A070680A-7EA6-02CD-4EF3-973454F3DFC2}"/>
          </ac:spMkLst>
        </pc:spChg>
      </pc:sldChg>
      <pc:sldChg chg="addSp delSp modSp mod">
        <pc:chgData name="Emma Delcourt" userId="09045d03-e459-4674-9a1c-a53a31dddb4e" providerId="ADAL" clId="{D1803226-C84E-4C50-9AC2-5C7F9CB24C1C}" dt="2025-09-25T08:02:58.066" v="202" actId="20577"/>
        <pc:sldMkLst>
          <pc:docMk/>
          <pc:sldMk cId="3723139618" sldId="2140756841"/>
        </pc:sldMkLst>
        <pc:spChg chg="mod">
          <ac:chgData name="Emma Delcourt" userId="09045d03-e459-4674-9a1c-a53a31dddb4e" providerId="ADAL" clId="{D1803226-C84E-4C50-9AC2-5C7F9CB24C1C}" dt="2025-09-24T14:38:19.629" v="88" actId="1038"/>
          <ac:spMkLst>
            <pc:docMk/>
            <pc:sldMk cId="3723139618" sldId="2140756841"/>
            <ac:spMk id="3" creationId="{F76D18EF-0403-9833-8266-0DDCE73C7740}"/>
          </ac:spMkLst>
        </pc:spChg>
        <pc:spChg chg="mod">
          <ac:chgData name="Emma Delcourt" userId="09045d03-e459-4674-9a1c-a53a31dddb4e" providerId="ADAL" clId="{D1803226-C84E-4C50-9AC2-5C7F9CB24C1C}" dt="2025-09-24T14:38:19.629" v="88" actId="1038"/>
          <ac:spMkLst>
            <pc:docMk/>
            <pc:sldMk cId="3723139618" sldId="2140756841"/>
            <ac:spMk id="10" creationId="{20C7AB45-4044-8CE3-CAED-6E001A2881E9}"/>
          </ac:spMkLst>
        </pc:spChg>
        <pc:spChg chg="mod">
          <ac:chgData name="Emma Delcourt" userId="09045d03-e459-4674-9a1c-a53a31dddb4e" providerId="ADAL" clId="{D1803226-C84E-4C50-9AC2-5C7F9CB24C1C}" dt="2025-09-24T14:38:19.629" v="88" actId="1038"/>
          <ac:spMkLst>
            <pc:docMk/>
            <pc:sldMk cId="3723139618" sldId="2140756841"/>
            <ac:spMk id="11" creationId="{057AEE04-B0B9-D45B-E44C-6FFBCE332398}"/>
          </ac:spMkLst>
        </pc:spChg>
        <pc:spChg chg="add mod">
          <ac:chgData name="Emma Delcourt" userId="09045d03-e459-4674-9a1c-a53a31dddb4e" providerId="ADAL" clId="{D1803226-C84E-4C50-9AC2-5C7F9CB24C1C}" dt="2025-09-25T08:02:58.066" v="202" actId="20577"/>
          <ac:spMkLst>
            <pc:docMk/>
            <pc:sldMk cId="3723139618" sldId="2140756841"/>
            <ac:spMk id="12" creationId="{38DD1D32-6E0F-C600-9F23-A34097E6C204}"/>
          </ac:spMkLst>
        </pc:spChg>
        <pc:spChg chg="mod">
          <ac:chgData name="Emma Delcourt" userId="09045d03-e459-4674-9a1c-a53a31dddb4e" providerId="ADAL" clId="{D1803226-C84E-4C50-9AC2-5C7F9CB24C1C}" dt="2025-09-24T14:38:14.035" v="45" actId="408"/>
          <ac:spMkLst>
            <pc:docMk/>
            <pc:sldMk cId="3723139618" sldId="2140756841"/>
            <ac:spMk id="14" creationId="{8227CABC-ADB3-500A-3DD7-52BD53B43A66}"/>
          </ac:spMkLst>
        </pc:spChg>
        <pc:spChg chg="mod">
          <ac:chgData name="Emma Delcourt" userId="09045d03-e459-4674-9a1c-a53a31dddb4e" providerId="ADAL" clId="{D1803226-C84E-4C50-9AC2-5C7F9CB24C1C}" dt="2025-09-24T14:38:14.035" v="45" actId="408"/>
          <ac:spMkLst>
            <pc:docMk/>
            <pc:sldMk cId="3723139618" sldId="2140756841"/>
            <ac:spMk id="27" creationId="{2F7CD3E7-5487-F202-E751-5D7A240D7366}"/>
          </ac:spMkLst>
        </pc:spChg>
        <pc:spChg chg="mod">
          <ac:chgData name="Emma Delcourt" userId="09045d03-e459-4674-9a1c-a53a31dddb4e" providerId="ADAL" clId="{D1803226-C84E-4C50-9AC2-5C7F9CB24C1C}" dt="2025-09-24T14:38:14.035" v="45" actId="408"/>
          <ac:spMkLst>
            <pc:docMk/>
            <pc:sldMk cId="3723139618" sldId="2140756841"/>
            <ac:spMk id="37" creationId="{486BA8D0-1AA1-3A04-AB69-7077C09BBC47}"/>
          </ac:spMkLst>
        </pc:spChg>
        <pc:spChg chg="mod">
          <ac:chgData name="Emma Delcourt" userId="09045d03-e459-4674-9a1c-a53a31dddb4e" providerId="ADAL" clId="{D1803226-C84E-4C50-9AC2-5C7F9CB24C1C}" dt="2025-09-24T14:38:14.035" v="45" actId="408"/>
          <ac:spMkLst>
            <pc:docMk/>
            <pc:sldMk cId="3723139618" sldId="2140756841"/>
            <ac:spMk id="39" creationId="{5C176688-FE42-5F98-E0C5-0F688164FEE8}"/>
          </ac:spMkLst>
        </pc:spChg>
        <pc:spChg chg="mod">
          <ac:chgData name="Emma Delcourt" userId="09045d03-e459-4674-9a1c-a53a31dddb4e" providerId="ADAL" clId="{D1803226-C84E-4C50-9AC2-5C7F9CB24C1C}" dt="2025-09-24T14:38:19.629" v="88" actId="1038"/>
          <ac:spMkLst>
            <pc:docMk/>
            <pc:sldMk cId="3723139618" sldId="2140756841"/>
            <ac:spMk id="41" creationId="{A4B92BFD-3A93-A9B2-7937-CB6456C463A6}"/>
          </ac:spMkLst>
        </pc:spChg>
        <pc:spChg chg="mod">
          <ac:chgData name="Emma Delcourt" userId="09045d03-e459-4674-9a1c-a53a31dddb4e" providerId="ADAL" clId="{D1803226-C84E-4C50-9AC2-5C7F9CB24C1C}" dt="2025-09-24T14:38:14.035" v="45" actId="408"/>
          <ac:spMkLst>
            <pc:docMk/>
            <pc:sldMk cId="3723139618" sldId="2140756841"/>
            <ac:spMk id="57" creationId="{F4FF10AE-5868-8B33-4E8A-70F1DC179AD7}"/>
          </ac:spMkLst>
        </pc:spChg>
        <pc:spChg chg="mod">
          <ac:chgData name="Emma Delcourt" userId="09045d03-e459-4674-9a1c-a53a31dddb4e" providerId="ADAL" clId="{D1803226-C84E-4C50-9AC2-5C7F9CB24C1C}" dt="2025-09-24T14:38:19.629" v="88" actId="1038"/>
          <ac:spMkLst>
            <pc:docMk/>
            <pc:sldMk cId="3723139618" sldId="2140756841"/>
            <ac:spMk id="58" creationId="{C8544E5D-CF2A-97D7-498E-A4A3D939422A}"/>
          </ac:spMkLst>
        </pc:spChg>
        <pc:spChg chg="mod">
          <ac:chgData name="Emma Delcourt" userId="09045d03-e459-4674-9a1c-a53a31dddb4e" providerId="ADAL" clId="{D1803226-C84E-4C50-9AC2-5C7F9CB24C1C}" dt="2025-09-24T14:38:19.629" v="88" actId="1038"/>
          <ac:spMkLst>
            <pc:docMk/>
            <pc:sldMk cId="3723139618" sldId="2140756841"/>
            <ac:spMk id="63" creationId="{DD0BAB96-ACE4-E4D2-E945-04062520264D}"/>
          </ac:spMkLst>
        </pc:spChg>
        <pc:spChg chg="mod">
          <ac:chgData name="Emma Delcourt" userId="09045d03-e459-4674-9a1c-a53a31dddb4e" providerId="ADAL" clId="{D1803226-C84E-4C50-9AC2-5C7F9CB24C1C}" dt="2025-09-24T14:38:19.629" v="88" actId="1038"/>
          <ac:spMkLst>
            <pc:docMk/>
            <pc:sldMk cId="3723139618" sldId="2140756841"/>
            <ac:spMk id="71" creationId="{63B17F02-5BD1-3B91-3DEF-40FCCB4F27FF}"/>
          </ac:spMkLst>
        </pc:spChg>
        <pc:spChg chg="mod">
          <ac:chgData name="Emma Delcourt" userId="09045d03-e459-4674-9a1c-a53a31dddb4e" providerId="ADAL" clId="{D1803226-C84E-4C50-9AC2-5C7F9CB24C1C}" dt="2025-09-24T14:38:19.629" v="88" actId="1038"/>
          <ac:spMkLst>
            <pc:docMk/>
            <pc:sldMk cId="3723139618" sldId="2140756841"/>
            <ac:spMk id="75" creationId="{A55D9487-BA07-D823-7956-583D568B4B89}"/>
          </ac:spMkLst>
        </pc:spChg>
        <pc:spChg chg="mod">
          <ac:chgData name="Emma Delcourt" userId="09045d03-e459-4674-9a1c-a53a31dddb4e" providerId="ADAL" clId="{D1803226-C84E-4C50-9AC2-5C7F9CB24C1C}" dt="2025-09-24T14:38:19.629" v="88" actId="1038"/>
          <ac:spMkLst>
            <pc:docMk/>
            <pc:sldMk cId="3723139618" sldId="2140756841"/>
            <ac:spMk id="80" creationId="{44E7F485-AF21-D9C7-C13C-EC6FC8301716}"/>
          </ac:spMkLst>
        </pc:spChg>
        <pc:grpChg chg="mod">
          <ac:chgData name="Emma Delcourt" userId="09045d03-e459-4674-9a1c-a53a31dddb4e" providerId="ADAL" clId="{D1803226-C84E-4C50-9AC2-5C7F9CB24C1C}" dt="2025-09-24T14:38:05.817" v="44" actId="164"/>
          <ac:grpSpMkLst>
            <pc:docMk/>
            <pc:sldMk cId="3723139618" sldId="2140756841"/>
            <ac:grpSpMk id="15" creationId="{5346CDEE-8A2F-C2A9-82CD-132EF3D581F2}"/>
          </ac:grpSpMkLst>
        </pc:grpChg>
        <pc:grpChg chg="add mod">
          <ac:chgData name="Emma Delcourt" userId="09045d03-e459-4674-9a1c-a53a31dddb4e" providerId="ADAL" clId="{D1803226-C84E-4C50-9AC2-5C7F9CB24C1C}" dt="2025-09-24T14:38:05.817" v="44" actId="164"/>
          <ac:grpSpMkLst>
            <pc:docMk/>
            <pc:sldMk cId="3723139618" sldId="2140756841"/>
            <ac:grpSpMk id="84" creationId="{D6700135-3AC0-168F-16F6-DD5433616AF7}"/>
          </ac:grpSpMkLst>
        </pc:grpChg>
      </pc:sldChg>
      <pc:sldChg chg="addSp delSp modSp mod">
        <pc:chgData name="Emma Delcourt" userId="09045d03-e459-4674-9a1c-a53a31dddb4e" providerId="ADAL" clId="{D1803226-C84E-4C50-9AC2-5C7F9CB24C1C}" dt="2025-09-24T14:39:47.782" v="123" actId="207"/>
        <pc:sldMkLst>
          <pc:docMk/>
          <pc:sldMk cId="3425866885" sldId="2140756848"/>
        </pc:sldMkLst>
        <pc:spChg chg="mod">
          <ac:chgData name="Emma Delcourt" userId="09045d03-e459-4674-9a1c-a53a31dddb4e" providerId="ADAL" clId="{D1803226-C84E-4C50-9AC2-5C7F9CB24C1C}" dt="2025-09-24T14:39:15.014" v="116" actId="1036"/>
          <ac:spMkLst>
            <pc:docMk/>
            <pc:sldMk cId="3425866885" sldId="2140756848"/>
            <ac:spMk id="50" creationId="{7EE28754-EA33-5301-0D6A-BA219D740707}"/>
          </ac:spMkLst>
        </pc:spChg>
        <pc:graphicFrameChg chg="modGraphic">
          <ac:chgData name="Emma Delcourt" userId="09045d03-e459-4674-9a1c-a53a31dddb4e" providerId="ADAL" clId="{D1803226-C84E-4C50-9AC2-5C7F9CB24C1C}" dt="2025-09-24T14:39:05.487" v="94" actId="20577"/>
          <ac:graphicFrameMkLst>
            <pc:docMk/>
            <pc:sldMk cId="3425866885" sldId="2140756848"/>
            <ac:graphicFrameMk id="25" creationId="{531FEA94-8E54-FD72-6D92-35229AD54A44}"/>
          </ac:graphicFrameMkLst>
        </pc:graphicFrameChg>
      </pc:sldChg>
      <pc:sldChg chg="addSp modSp">
        <pc:chgData name="Emma Delcourt" userId="09045d03-e459-4674-9a1c-a53a31dddb4e" providerId="ADAL" clId="{D1803226-C84E-4C50-9AC2-5C7F9CB24C1C}" dt="2025-09-22T08:45:47.725" v="29"/>
        <pc:sldMkLst>
          <pc:docMk/>
          <pc:sldMk cId="2121529982" sldId="2140756849"/>
        </pc:sldMkLst>
      </pc:sldChg>
      <pc:sldChg chg="addSp modSp">
        <pc:chgData name="Emma Delcourt" userId="09045d03-e459-4674-9a1c-a53a31dddb4e" providerId="ADAL" clId="{D1803226-C84E-4C50-9AC2-5C7F9CB24C1C}" dt="2025-09-22T08:45:41.390" v="28"/>
        <pc:sldMkLst>
          <pc:docMk/>
          <pc:sldMk cId="3294113677" sldId="2140756850"/>
        </pc:sldMkLst>
      </pc:sldChg>
      <pc:sldChg chg="addSp modSp mod">
        <pc:chgData name="Emma Delcourt" userId="09045d03-e459-4674-9a1c-a53a31dddb4e" providerId="ADAL" clId="{D1803226-C84E-4C50-9AC2-5C7F9CB24C1C}" dt="2025-09-24T15:03:11.635" v="147" actId="1036"/>
        <pc:sldMkLst>
          <pc:docMk/>
          <pc:sldMk cId="1230684289" sldId="2140756851"/>
        </pc:sldMkLst>
      </pc:sldChg>
      <pc:sldChg chg="addSp modSp">
        <pc:chgData name="Emma Delcourt" userId="09045d03-e459-4674-9a1c-a53a31dddb4e" providerId="ADAL" clId="{D1803226-C84E-4C50-9AC2-5C7F9CB24C1C}" dt="2025-09-22T08:45:38.693" v="27"/>
        <pc:sldMkLst>
          <pc:docMk/>
          <pc:sldMk cId="3645766155" sldId="2140756852"/>
        </pc:sldMkLst>
      </pc:sldChg>
    </pc:docChg>
  </pc:docChgLst>
  <pc:docChgLst>
    <pc:chgData name="Paul Madeline" userId="47e30129-2e66-4505-a13e-ddea7fcff911" providerId="ADAL" clId="{5862D565-EFF2-4FB0-AC1E-E736CFB965BF}"/>
    <pc:docChg chg="undo custSel delSld modSld">
      <pc:chgData name="Paul Madeline" userId="47e30129-2e66-4505-a13e-ddea7fcff911" providerId="ADAL" clId="{5862D565-EFF2-4FB0-AC1E-E736CFB965BF}" dt="2024-06-22T19:15:21.410" v="218" actId="20577"/>
      <pc:docMkLst>
        <pc:docMk/>
      </pc:docMkLst>
      <pc:sldChg chg="modSp mod">
        <pc:chgData name="Paul Madeline" userId="47e30129-2e66-4505-a13e-ddea7fcff911" providerId="ADAL" clId="{5862D565-EFF2-4FB0-AC1E-E736CFB965BF}" dt="2024-06-21T14:51:51.291" v="195" actId="20577"/>
        <pc:sldMkLst>
          <pc:docMk/>
          <pc:sldMk cId="1352561042" sldId="257"/>
        </pc:sldMkLst>
      </pc:sldChg>
      <pc:sldChg chg="addSp modSp mod">
        <pc:chgData name="Paul Madeline" userId="47e30129-2e66-4505-a13e-ddea7fcff911" providerId="ADAL" clId="{5862D565-EFF2-4FB0-AC1E-E736CFB965BF}" dt="2024-06-19T13:57:00.255" v="189" actId="33524"/>
        <pc:sldMkLst>
          <pc:docMk/>
          <pc:sldMk cId="4228778046" sldId="2549"/>
        </pc:sldMkLst>
      </pc:sldChg>
      <pc:sldChg chg="addSp delSp modSp mod">
        <pc:chgData name="Paul Madeline" userId="47e30129-2e66-4505-a13e-ddea7fcff911" providerId="ADAL" clId="{5862D565-EFF2-4FB0-AC1E-E736CFB965BF}" dt="2024-06-19T13:53:06.552" v="79" actId="1076"/>
        <pc:sldMkLst>
          <pc:docMk/>
          <pc:sldMk cId="1710237896" sldId="2553"/>
        </pc:sldMkLst>
      </pc:sldChg>
      <pc:sldChg chg="modSp mod">
        <pc:chgData name="Paul Madeline" userId="47e30129-2e66-4505-a13e-ddea7fcff911" providerId="ADAL" clId="{5862D565-EFF2-4FB0-AC1E-E736CFB965BF}" dt="2024-06-19T13:52:15.194" v="68" actId="20577"/>
        <pc:sldMkLst>
          <pc:docMk/>
          <pc:sldMk cId="2882311308" sldId="2555"/>
        </pc:sldMkLst>
      </pc:sldChg>
      <pc:sldChg chg="del">
        <pc:chgData name="Paul Madeline" userId="47e30129-2e66-4505-a13e-ddea7fcff911" providerId="ADAL" clId="{5862D565-EFF2-4FB0-AC1E-E736CFB965BF}" dt="2024-06-19T13:57:09.489" v="190" actId="47"/>
        <pc:sldMkLst>
          <pc:docMk/>
          <pc:sldMk cId="3573800241" sldId="2076138253"/>
        </pc:sldMkLst>
      </pc:sldChg>
      <pc:sldChg chg="modSp mod">
        <pc:chgData name="Paul Madeline" userId="47e30129-2e66-4505-a13e-ddea7fcff911" providerId="ADAL" clId="{5862D565-EFF2-4FB0-AC1E-E736CFB965BF}" dt="2024-06-22T19:15:21.410" v="218" actId="20577"/>
        <pc:sldMkLst>
          <pc:docMk/>
          <pc:sldMk cId="1186307884" sldId="2140756806"/>
        </pc:sldMkLst>
      </pc:sldChg>
      <pc:sldChg chg="addSp modSp mod">
        <pc:chgData name="Paul Madeline" userId="47e30129-2e66-4505-a13e-ddea7fcff911" providerId="ADAL" clId="{5862D565-EFF2-4FB0-AC1E-E736CFB965BF}" dt="2024-06-19T13:55:22.556" v="146" actId="166"/>
        <pc:sldMkLst>
          <pc:docMk/>
          <pc:sldMk cId="922526537" sldId="2140756832"/>
        </pc:sldMkLst>
      </pc:sldChg>
      <pc:sldChg chg="del">
        <pc:chgData name="Paul Madeline" userId="47e30129-2e66-4505-a13e-ddea7fcff911" providerId="ADAL" clId="{5862D565-EFF2-4FB0-AC1E-E736CFB965BF}" dt="2024-06-19T13:57:11.924" v="191" actId="47"/>
        <pc:sldMkLst>
          <pc:docMk/>
          <pc:sldMk cId="2761063882" sldId="2140756836"/>
        </pc:sldMkLst>
      </pc:sldChg>
      <pc:sldMasterChg chg="delSldLayout">
        <pc:chgData name="Paul Madeline" userId="47e30129-2e66-4505-a13e-ddea7fcff911" providerId="ADAL" clId="{5862D565-EFF2-4FB0-AC1E-E736CFB965BF}" dt="2024-06-19T13:57:09.489" v="190" actId="47"/>
        <pc:sldMasterMkLst>
          <pc:docMk/>
          <pc:sldMasterMk cId="569403124" sldId="2147483648"/>
        </pc:sldMasterMkLst>
        <pc:sldLayoutChg chg="del">
          <pc:chgData name="Paul Madeline" userId="47e30129-2e66-4505-a13e-ddea7fcff911" providerId="ADAL" clId="{5862D565-EFF2-4FB0-AC1E-E736CFB965BF}" dt="2024-06-19T13:57:09.489" v="190" actId="47"/>
          <pc:sldLayoutMkLst>
            <pc:docMk/>
            <pc:sldMasterMk cId="569403124" sldId="2147483648"/>
            <pc:sldLayoutMk cId="3855612250" sldId="2147483667"/>
          </pc:sldLayoutMkLst>
        </pc:sldLayoutChg>
      </pc:sldMasterChg>
    </pc:docChg>
  </pc:docChgLst>
  <pc:docChgLst>
    <pc:chgData name="Arthur Tala" userId="cee2fe4f-e969-4a5c-a84d-e0719e8c0270" providerId="ADAL" clId="{46F4CAF7-B7F5-4978-9DB1-63909A88FEB5}"/>
    <pc:docChg chg="custSel modSld">
      <pc:chgData name="Arthur Tala" userId="cee2fe4f-e969-4a5c-a84d-e0719e8c0270" providerId="ADAL" clId="{46F4CAF7-B7F5-4978-9DB1-63909A88FEB5}" dt="2025-02-21T09:17:25.807" v="75" actId="20577"/>
      <pc:docMkLst>
        <pc:docMk/>
      </pc:docMkLst>
      <pc:sldChg chg="modSp mod">
        <pc:chgData name="Arthur Tala" userId="cee2fe4f-e969-4a5c-a84d-e0719e8c0270" providerId="ADAL" clId="{46F4CAF7-B7F5-4978-9DB1-63909A88FEB5}" dt="2025-02-21T09:17:25.807" v="75" actId="20577"/>
        <pc:sldMkLst>
          <pc:docMk/>
          <pc:sldMk cId="4212792029" sldId="2140756838"/>
        </pc:sldMkLst>
      </pc:sldChg>
    </pc:docChg>
  </pc:docChgLst>
  <pc:docChgLst>
    <pc:chgData name="Emma Delcourt" userId="09045d03-e459-4674-9a1c-a53a31dddb4e" providerId="ADAL" clId="{0CBBE2D7-E852-4A60-8309-A74E7EDD7219}"/>
    <pc:docChg chg="custSel modSld">
      <pc:chgData name="Emma Delcourt" userId="09045d03-e459-4674-9a1c-a53a31dddb4e" providerId="ADAL" clId="{0CBBE2D7-E852-4A60-8309-A74E7EDD7219}" dt="2025-02-20T14:26:21.343" v="184" actId="20577"/>
      <pc:docMkLst>
        <pc:docMk/>
      </pc:docMkLst>
      <pc:sldChg chg="addSp modSp mod">
        <pc:chgData name="Emma Delcourt" userId="09045d03-e459-4674-9a1c-a53a31dddb4e" providerId="ADAL" clId="{0CBBE2D7-E852-4A60-8309-A74E7EDD7219}" dt="2025-02-20T14:26:21.343" v="184" actId="20577"/>
        <pc:sldMkLst>
          <pc:docMk/>
          <pc:sldMk cId="824371527" sldId="2140756842"/>
        </pc:sldMkLst>
      </pc:sldChg>
    </pc:docChg>
  </pc:docChgLst>
  <pc:docChgLst>
    <pc:chgData name="Arthur Tala" userId="cee2fe4f-e969-4a5c-a84d-e0719e8c0270" providerId="ADAL" clId="{DCDD37A6-E92D-4726-B4B0-C416481CABE6}"/>
    <pc:docChg chg="undo custSel modSld">
      <pc:chgData name="Arthur Tala" userId="cee2fe4f-e969-4a5c-a84d-e0719e8c0270" providerId="ADAL" clId="{DCDD37A6-E92D-4726-B4B0-C416481CABE6}" dt="2024-11-19T15:44:57.855" v="172" actId="478"/>
      <pc:docMkLst>
        <pc:docMk/>
      </pc:docMkLst>
      <pc:sldChg chg="modSp mod">
        <pc:chgData name="Arthur Tala" userId="cee2fe4f-e969-4a5c-a84d-e0719e8c0270" providerId="ADAL" clId="{DCDD37A6-E92D-4726-B4B0-C416481CABE6}" dt="2024-11-19T15:19:30.637" v="144" actId="14100"/>
        <pc:sldMkLst>
          <pc:docMk/>
          <pc:sldMk cId="638239128" sldId="2140756839"/>
        </pc:sldMkLst>
      </pc:sldChg>
    </pc:docChg>
  </pc:docChgLst>
  <pc:docChgLst>
    <pc:chgData name="Paul Madeline" userId="47e30129-2e66-4505-a13e-ddea7fcff911" providerId="ADAL" clId="{4603F29E-697A-4DBF-9DCA-08032A460E47}"/>
    <pc:docChg chg="modSld">
      <pc:chgData name="Paul Madeline" userId="47e30129-2e66-4505-a13e-ddea7fcff911" providerId="ADAL" clId="{4603F29E-697A-4DBF-9DCA-08032A460E47}" dt="2024-11-27T14:25:18.487" v="63" actId="20577"/>
      <pc:docMkLst>
        <pc:docMk/>
      </pc:docMkLst>
      <pc:sldChg chg="modSp mod">
        <pc:chgData name="Paul Madeline" userId="47e30129-2e66-4505-a13e-ddea7fcff911" providerId="ADAL" clId="{4603F29E-697A-4DBF-9DCA-08032A460E47}" dt="2024-11-27T14:23:57.688" v="5" actId="20577"/>
        <pc:sldMkLst>
          <pc:docMk/>
          <pc:sldMk cId="1352561042" sldId="257"/>
        </pc:sldMkLst>
      </pc:sldChg>
      <pc:sldChg chg="modSp mod">
        <pc:chgData name="Paul Madeline" userId="47e30129-2e66-4505-a13e-ddea7fcff911" providerId="ADAL" clId="{4603F29E-697A-4DBF-9DCA-08032A460E47}" dt="2024-11-27T14:24:11.844" v="21" actId="20577"/>
        <pc:sldMkLst>
          <pc:docMk/>
          <pc:sldMk cId="3723139618" sldId="2140756841"/>
        </pc:sldMkLst>
      </pc:sldChg>
    </pc:docChg>
  </pc:docChgLst>
  <pc:docChgLst>
    <pc:chgData name="Paul Madeline" userId="S::paul.madeline@mladvisory.eu::47e30129-2e66-4505-a13e-ddea7fcff911" providerId="AD" clId="Web-{FF8788A5-18C9-A9DA-0A16-B9D2FA50BEA9}"/>
    <pc:docChg chg="modSld">
      <pc:chgData name="Paul Madeline" userId="S::paul.madeline@mladvisory.eu::47e30129-2e66-4505-a13e-ddea7fcff911" providerId="AD" clId="Web-{FF8788A5-18C9-A9DA-0A16-B9D2FA50BEA9}" dt="2025-01-15T09:16:25.927" v="1" actId="20577"/>
      <pc:docMkLst>
        <pc:docMk/>
      </pc:docMkLst>
    </pc:docChg>
  </pc:docChgLst>
  <pc:docChgLst>
    <pc:chgData name="Emma Delcourt" userId="09045d03-e459-4674-9a1c-a53a31dddb4e" providerId="ADAL" clId="{5349FAD1-429D-48CE-9701-0F3577C9E79C}"/>
    <pc:docChg chg="undo custSel addSld delSld modSld">
      <pc:chgData name="Emma Delcourt" userId="09045d03-e459-4674-9a1c-a53a31dddb4e" providerId="ADAL" clId="{5349FAD1-429D-48CE-9701-0F3577C9E79C}" dt="2024-12-05T09:50:56.368" v="657" actId="478"/>
      <pc:docMkLst>
        <pc:docMk/>
      </pc:docMkLst>
      <pc:sldChg chg="delSp mod">
        <pc:chgData name="Emma Delcourt" userId="09045d03-e459-4674-9a1c-a53a31dddb4e" providerId="ADAL" clId="{5349FAD1-429D-48CE-9701-0F3577C9E79C}" dt="2024-12-04T09:20:53.999" v="101" actId="478"/>
        <pc:sldMkLst>
          <pc:docMk/>
          <pc:sldMk cId="1502033282" sldId="2140756837"/>
        </pc:sldMkLst>
      </pc:sldChg>
      <pc:sldChg chg="modSp mod modNotesTx">
        <pc:chgData name="Emma Delcourt" userId="09045d03-e459-4674-9a1c-a53a31dddb4e" providerId="ADAL" clId="{5349FAD1-429D-48CE-9701-0F3577C9E79C}" dt="2024-12-04T09:40:58.630" v="268" actId="20577"/>
        <pc:sldMkLst>
          <pc:docMk/>
          <pc:sldMk cId="4212792029" sldId="2140756838"/>
        </pc:sldMkLst>
      </pc:sldChg>
      <pc:sldChg chg="del">
        <pc:chgData name="Emma Delcourt" userId="09045d03-e459-4674-9a1c-a53a31dddb4e" providerId="ADAL" clId="{5349FAD1-429D-48CE-9701-0F3577C9E79C}" dt="2024-12-04T09:23:02.520" v="102" actId="47"/>
        <pc:sldMkLst>
          <pc:docMk/>
          <pc:sldMk cId="638239128" sldId="2140756839"/>
        </pc:sldMkLst>
      </pc:sldChg>
      <pc:sldChg chg="addSp delSp modSp add mod modNotesTx">
        <pc:chgData name="Emma Delcourt" userId="09045d03-e459-4674-9a1c-a53a31dddb4e" providerId="ADAL" clId="{5349FAD1-429D-48CE-9701-0F3577C9E79C}" dt="2024-12-05T08:21:31.608" v="627" actId="20577"/>
        <pc:sldMkLst>
          <pc:docMk/>
          <pc:sldMk cId="824371527" sldId="2140756842"/>
        </pc:sldMkLst>
      </pc:sldChg>
    </pc:docChg>
  </pc:docChgLst>
  <pc:docChgLst>
    <pc:chgData name="Emma Delcourt" userId="S::emma.delcourt@mladvisory.eu::09045d03-e459-4674-9a1c-a53a31dddb4e" providerId="AD" clId="Web-{4592C10D-86DD-AB93-B6F7-8CE2C16116C7}"/>
    <pc:docChg chg="modSld">
      <pc:chgData name="Emma Delcourt" userId="S::emma.delcourt@mladvisory.eu::09045d03-e459-4674-9a1c-a53a31dddb4e" providerId="AD" clId="Web-{4592C10D-86DD-AB93-B6F7-8CE2C16116C7}" dt="2025-07-17T08:32:49.074" v="16"/>
      <pc:docMkLst>
        <pc:docMk/>
      </pc:docMkLst>
      <pc:sldChg chg="delSp modSp">
        <pc:chgData name="Emma Delcourt" userId="S::emma.delcourt@mladvisory.eu::09045d03-e459-4674-9a1c-a53a31dddb4e" providerId="AD" clId="Web-{4592C10D-86DD-AB93-B6F7-8CE2C16116C7}" dt="2025-07-17T08:32:49.074" v="16"/>
        <pc:sldMkLst>
          <pc:docMk/>
          <pc:sldMk cId="1230684289" sldId="2140756851"/>
        </pc:sldMkLst>
      </pc:sldChg>
    </pc:docChg>
  </pc:docChgLst>
  <pc:docChgLst>
    <pc:chgData name="Emma Delcourt" userId="09045d03-e459-4674-9a1c-a53a31dddb4e" providerId="ADAL" clId="{8FCD9189-E30D-473C-AA05-2C0AAF44C857}"/>
    <pc:docChg chg="custSel modSld">
      <pc:chgData name="Emma Delcourt" userId="09045d03-e459-4674-9a1c-a53a31dddb4e" providerId="ADAL" clId="{8FCD9189-E30D-473C-AA05-2C0AAF44C857}" dt="2025-11-04T17:00:05.614" v="18" actId="478"/>
      <pc:docMkLst>
        <pc:docMk/>
      </pc:docMkLst>
      <pc:sldChg chg="modSp mod">
        <pc:chgData name="Emma Delcourt" userId="09045d03-e459-4674-9a1c-a53a31dddb4e" providerId="ADAL" clId="{8FCD9189-E30D-473C-AA05-2C0AAF44C857}" dt="2025-11-04T16:58:17.463" v="7" actId="20577"/>
        <pc:sldMkLst>
          <pc:docMk/>
          <pc:sldMk cId="1352561042" sldId="257"/>
        </pc:sldMkLst>
        <pc:spChg chg="mod">
          <ac:chgData name="Emma Delcourt" userId="09045d03-e459-4674-9a1c-a53a31dddb4e" providerId="ADAL" clId="{8FCD9189-E30D-473C-AA05-2C0AAF44C857}" dt="2025-11-04T16:58:17.463" v="7" actId="20577"/>
          <ac:spMkLst>
            <pc:docMk/>
            <pc:sldMk cId="1352561042" sldId="257"/>
            <ac:spMk id="4" creationId="{C0CBD091-D4B5-A773-4E89-4AD2241BC9BE}"/>
          </ac:spMkLst>
        </pc:spChg>
      </pc:sldChg>
      <pc:sldChg chg="addSp delSp modSp mod">
        <pc:chgData name="Emma Delcourt" userId="09045d03-e459-4674-9a1c-a53a31dddb4e" providerId="ADAL" clId="{8FCD9189-E30D-473C-AA05-2C0AAF44C857}" dt="2025-11-04T17:00:05.614" v="18" actId="478"/>
        <pc:sldMkLst>
          <pc:docMk/>
          <pc:sldMk cId="1230684289" sldId="2140756851"/>
        </pc:sldMkLst>
      </pc:sldChg>
    </pc:docChg>
  </pc:docChgLst>
  <pc:docChgLst>
    <pc:chgData name="Emma Delcourt" userId="09045d03-e459-4674-9a1c-a53a31dddb4e" providerId="ADAL" clId="{55D01210-B80D-46E5-93C8-1EDDF62A2C97}"/>
    <pc:docChg chg="undo redo custSel addSld delSld modSld">
      <pc:chgData name="Emma Delcourt" userId="09045d03-e459-4674-9a1c-a53a31dddb4e" providerId="ADAL" clId="{55D01210-B80D-46E5-93C8-1EDDF62A2C97}" dt="2025-07-17T08:24:18.417" v="810" actId="20577"/>
      <pc:docMkLst>
        <pc:docMk/>
      </pc:docMkLst>
      <pc:sldChg chg="modSp mod">
        <pc:chgData name="Emma Delcourt" userId="09045d03-e459-4674-9a1c-a53a31dddb4e" providerId="ADAL" clId="{55D01210-B80D-46E5-93C8-1EDDF62A2C97}" dt="2025-07-17T08:24:18.417" v="810" actId="20577"/>
        <pc:sldMkLst>
          <pc:docMk/>
          <pc:sldMk cId="1352561042" sldId="257"/>
        </pc:sldMkLst>
      </pc:sldChg>
      <pc:sldChg chg="modSp mod">
        <pc:chgData name="Emma Delcourt" userId="09045d03-e459-4674-9a1c-a53a31dddb4e" providerId="ADAL" clId="{55D01210-B80D-46E5-93C8-1EDDF62A2C97}" dt="2025-07-17T08:24:10.207" v="805" actId="20577"/>
        <pc:sldMkLst>
          <pc:docMk/>
          <pc:sldMk cId="638595862" sldId="2140756834"/>
        </pc:sldMkLst>
      </pc:sldChg>
      <pc:sldChg chg="modSp mod">
        <pc:chgData name="Emma Delcourt" userId="09045d03-e459-4674-9a1c-a53a31dddb4e" providerId="ADAL" clId="{55D01210-B80D-46E5-93C8-1EDDF62A2C97}" dt="2025-07-17T07:39:41.817" v="7" actId="207"/>
        <pc:sldMkLst>
          <pc:docMk/>
          <pc:sldMk cId="3723139618" sldId="2140756841"/>
        </pc:sldMkLst>
      </pc:sldChg>
      <pc:sldChg chg="addSp modSp mod">
        <pc:chgData name="Emma Delcourt" userId="09045d03-e459-4674-9a1c-a53a31dddb4e" providerId="ADAL" clId="{55D01210-B80D-46E5-93C8-1EDDF62A2C97}" dt="2025-07-17T08:12:22.503" v="547" actId="14100"/>
        <pc:sldMkLst>
          <pc:docMk/>
          <pc:sldMk cId="543688041" sldId="2140756844"/>
        </pc:sldMkLst>
      </pc:sldChg>
      <pc:sldChg chg="modSp del mod">
        <pc:chgData name="Emma Delcourt" userId="09045d03-e459-4674-9a1c-a53a31dddb4e" providerId="ADAL" clId="{55D01210-B80D-46E5-93C8-1EDDF62A2C97}" dt="2025-07-17T08:07:56.363" v="395" actId="47"/>
        <pc:sldMkLst>
          <pc:docMk/>
          <pc:sldMk cId="1079948184" sldId="2140756847"/>
        </pc:sldMkLst>
      </pc:sldChg>
      <pc:sldChg chg="addSp delSp modSp mod">
        <pc:chgData name="Emma Delcourt" userId="09045d03-e459-4674-9a1c-a53a31dddb4e" providerId="ADAL" clId="{55D01210-B80D-46E5-93C8-1EDDF62A2C97}" dt="2025-07-17T08:17:14.836" v="689" actId="122"/>
        <pc:sldMkLst>
          <pc:docMk/>
          <pc:sldMk cId="3425866885" sldId="2140756848"/>
        </pc:sldMkLst>
      </pc:sldChg>
      <pc:sldChg chg="modSp mod">
        <pc:chgData name="Emma Delcourt" userId="09045d03-e459-4674-9a1c-a53a31dddb4e" providerId="ADAL" clId="{55D01210-B80D-46E5-93C8-1EDDF62A2C97}" dt="2025-07-17T08:18:07.628" v="704" actId="1035"/>
        <pc:sldMkLst>
          <pc:docMk/>
          <pc:sldMk cId="3294113677" sldId="2140756850"/>
        </pc:sldMkLst>
      </pc:sldChg>
      <pc:sldChg chg="addSp delSp modSp add mod">
        <pc:chgData name="Emma Delcourt" userId="09045d03-e459-4674-9a1c-a53a31dddb4e" providerId="ADAL" clId="{55D01210-B80D-46E5-93C8-1EDDF62A2C97}" dt="2025-07-17T08:23:47.711" v="803" actId="20577"/>
        <pc:sldMkLst>
          <pc:docMk/>
          <pc:sldMk cId="1230684289" sldId="2140756851"/>
        </pc:sldMkLst>
      </pc:sldChg>
    </pc:docChg>
  </pc:docChgLst>
  <pc:docChgLst>
    <pc:chgData name="Emma Delcourt" userId="09045d03-e459-4674-9a1c-a53a31dddb4e" providerId="ADAL" clId="{EEB1F811-B848-4156-A721-88E8A0B87132}"/>
    <pc:docChg chg="undo redo custSel modSld">
      <pc:chgData name="Emma Delcourt" userId="09045d03-e459-4674-9a1c-a53a31dddb4e" providerId="ADAL" clId="{EEB1F811-B848-4156-A721-88E8A0B87132}" dt="2025-10-02T08:38:42.433" v="768" actId="20577"/>
      <pc:docMkLst>
        <pc:docMk/>
      </pc:docMkLst>
      <pc:sldChg chg="modSp mod">
        <pc:chgData name="Emma Delcourt" userId="09045d03-e459-4674-9a1c-a53a31dddb4e" providerId="ADAL" clId="{EEB1F811-B848-4156-A721-88E8A0B87132}" dt="2025-09-30T08:26:12.317" v="172" actId="20577"/>
        <pc:sldMkLst>
          <pc:docMk/>
          <pc:sldMk cId="1352561042" sldId="257"/>
        </pc:sldMkLst>
        <pc:spChg chg="mod">
          <ac:chgData name="Emma Delcourt" userId="09045d03-e459-4674-9a1c-a53a31dddb4e" providerId="ADAL" clId="{EEB1F811-B848-4156-A721-88E8A0B87132}" dt="2025-09-30T08:26:12.317" v="172" actId="20577"/>
          <ac:spMkLst>
            <pc:docMk/>
            <pc:sldMk cId="1352561042" sldId="257"/>
            <ac:spMk id="4" creationId="{C0CBD091-D4B5-A773-4E89-4AD2241BC9BE}"/>
          </ac:spMkLst>
        </pc:spChg>
      </pc:sldChg>
      <pc:sldChg chg="modSp mod">
        <pc:chgData name="Emma Delcourt" userId="09045d03-e459-4674-9a1c-a53a31dddb4e" providerId="ADAL" clId="{EEB1F811-B848-4156-A721-88E8A0B87132}" dt="2025-10-01T09:48:23.921" v="619" actId="20577"/>
        <pc:sldMkLst>
          <pc:docMk/>
          <pc:sldMk cId="1186307884" sldId="2140756806"/>
        </pc:sldMkLst>
        <pc:spChg chg="mod">
          <ac:chgData name="Emma Delcourt" userId="09045d03-e459-4674-9a1c-a53a31dddb4e" providerId="ADAL" clId="{EEB1F811-B848-4156-A721-88E8A0B87132}" dt="2025-10-01T09:48:23.921" v="619" actId="20577"/>
          <ac:spMkLst>
            <pc:docMk/>
            <pc:sldMk cId="1186307884" sldId="2140756806"/>
            <ac:spMk id="8" creationId="{320C61BA-0598-B6B9-BB8B-30788C5DD090}"/>
          </ac:spMkLst>
        </pc:spChg>
      </pc:sldChg>
      <pc:sldChg chg="addSp delSp modSp mod">
        <pc:chgData name="Emma Delcourt" userId="09045d03-e459-4674-9a1c-a53a31dddb4e" providerId="ADAL" clId="{EEB1F811-B848-4156-A721-88E8A0B87132}" dt="2025-10-02T08:38:42.433" v="768" actId="20577"/>
        <pc:sldMkLst>
          <pc:docMk/>
          <pc:sldMk cId="3425866885" sldId="2140756848"/>
        </pc:sldMkLst>
        <pc:spChg chg="add mod">
          <ac:chgData name="Emma Delcourt" userId="09045d03-e459-4674-9a1c-a53a31dddb4e" providerId="ADAL" clId="{EEB1F811-B848-4156-A721-88E8A0B87132}" dt="2025-10-02T08:36:50.798" v="720" actId="1035"/>
          <ac:spMkLst>
            <pc:docMk/>
            <pc:sldMk cId="3425866885" sldId="2140756848"/>
            <ac:spMk id="4" creationId="{401EBCE9-42E1-CAA5-1895-977732EF7995}"/>
          </ac:spMkLst>
        </pc:spChg>
        <pc:spChg chg="add mod">
          <ac:chgData name="Emma Delcourt" userId="09045d03-e459-4674-9a1c-a53a31dddb4e" providerId="ADAL" clId="{EEB1F811-B848-4156-A721-88E8A0B87132}" dt="2025-10-01T09:47:49.006" v="616" actId="552"/>
          <ac:spMkLst>
            <pc:docMk/>
            <pc:sldMk cId="3425866885" sldId="2140756848"/>
            <ac:spMk id="6" creationId="{E7194578-06EF-C92D-3AAC-C1A7A3F53DF0}"/>
          </ac:spMkLst>
        </pc:spChg>
        <pc:spChg chg="add mod">
          <ac:chgData name="Emma Delcourt" userId="09045d03-e459-4674-9a1c-a53a31dddb4e" providerId="ADAL" clId="{EEB1F811-B848-4156-A721-88E8A0B87132}" dt="2025-10-01T09:47:49.006" v="616" actId="552"/>
          <ac:spMkLst>
            <pc:docMk/>
            <pc:sldMk cId="3425866885" sldId="2140756848"/>
            <ac:spMk id="7" creationId="{C5842BC0-0192-DAE2-0CA9-F898682DA578}"/>
          </ac:spMkLst>
        </pc:spChg>
        <pc:spChg chg="add mod">
          <ac:chgData name="Emma Delcourt" userId="09045d03-e459-4674-9a1c-a53a31dddb4e" providerId="ADAL" clId="{EEB1F811-B848-4156-A721-88E8A0B87132}" dt="2025-10-02T08:37:00.068" v="738" actId="1036"/>
          <ac:spMkLst>
            <pc:docMk/>
            <pc:sldMk cId="3425866885" sldId="2140756848"/>
            <ac:spMk id="9" creationId="{0119FBEB-DB5E-1BC0-4180-070438F7EE69}"/>
          </ac:spMkLst>
        </pc:spChg>
        <pc:spChg chg="add mod">
          <ac:chgData name="Emma Delcourt" userId="09045d03-e459-4674-9a1c-a53a31dddb4e" providerId="ADAL" clId="{EEB1F811-B848-4156-A721-88E8A0B87132}" dt="2025-10-02T08:37:26.397" v="742" actId="1076"/>
          <ac:spMkLst>
            <pc:docMk/>
            <pc:sldMk cId="3425866885" sldId="2140756848"/>
            <ac:spMk id="10" creationId="{89E5DDE0-8724-A3E4-729A-C7038D29B40B}"/>
          </ac:spMkLst>
        </pc:spChg>
        <pc:spChg chg="mod">
          <ac:chgData name="Emma Delcourt" userId="09045d03-e459-4674-9a1c-a53a31dddb4e" providerId="ADAL" clId="{EEB1F811-B848-4156-A721-88E8A0B87132}" dt="2025-10-01T09:48:06.802" v="618" actId="1076"/>
          <ac:spMkLst>
            <pc:docMk/>
            <pc:sldMk cId="3425866885" sldId="2140756848"/>
            <ac:spMk id="22" creationId="{E2F266A0-2665-4B77-D437-D7AE472834D5}"/>
          </ac:spMkLst>
        </pc:spChg>
        <pc:spChg chg="mod">
          <ac:chgData name="Emma Delcourt" userId="09045d03-e459-4674-9a1c-a53a31dddb4e" providerId="ADAL" clId="{EEB1F811-B848-4156-A721-88E8A0B87132}" dt="2025-10-02T08:36:56.502" v="728" actId="1036"/>
          <ac:spMkLst>
            <pc:docMk/>
            <pc:sldMk cId="3425866885" sldId="2140756848"/>
            <ac:spMk id="50" creationId="{7EE28754-EA33-5301-0D6A-BA219D740707}"/>
          </ac:spMkLst>
        </pc:spChg>
        <pc:grpChg chg="mod">
          <ac:chgData name="Emma Delcourt" userId="09045d03-e459-4674-9a1c-a53a31dddb4e" providerId="ADAL" clId="{EEB1F811-B848-4156-A721-88E8A0B87132}" dt="2025-10-02T08:37:04.749" v="739" actId="1076"/>
          <ac:grpSpMkLst>
            <pc:docMk/>
            <pc:sldMk cId="3425866885" sldId="2140756848"/>
            <ac:grpSpMk id="48" creationId="{2F880DF8-919A-D1E9-9791-8746D50E80EC}"/>
          </ac:grpSpMkLst>
        </pc:grpChg>
        <pc:graphicFrameChg chg="mod modGraphic">
          <ac:chgData name="Emma Delcourt" userId="09045d03-e459-4674-9a1c-a53a31dddb4e" providerId="ADAL" clId="{EEB1F811-B848-4156-A721-88E8A0B87132}" dt="2025-10-02T08:38:42.433" v="768" actId="20577"/>
          <ac:graphicFrameMkLst>
            <pc:docMk/>
            <pc:sldMk cId="3425866885" sldId="2140756848"/>
            <ac:graphicFrameMk id="25" creationId="{531FEA94-8E54-FD72-6D92-35229AD54A44}"/>
          </ac:graphicFrameMkLst>
        </pc:graphicFrameChg>
      </pc:sldChg>
      <pc:sldChg chg="modSp mod">
        <pc:chgData name="Emma Delcourt" userId="09045d03-e459-4674-9a1c-a53a31dddb4e" providerId="ADAL" clId="{EEB1F811-B848-4156-A721-88E8A0B87132}" dt="2025-09-30T08:26:40.582" v="244" actId="1038"/>
        <pc:sldMkLst>
          <pc:docMk/>
          <pc:sldMk cId="2121529982" sldId="2140756849"/>
        </pc:sldMkLst>
        <pc:picChg chg="mod">
          <ac:chgData name="Emma Delcourt" userId="09045d03-e459-4674-9a1c-a53a31dddb4e" providerId="ADAL" clId="{EEB1F811-B848-4156-A721-88E8A0B87132}" dt="2025-09-30T08:26:40.582" v="244" actId="1038"/>
          <ac:picMkLst>
            <pc:docMk/>
            <pc:sldMk cId="2121529982" sldId="2140756849"/>
            <ac:picMk id="52" creationId="{7A1848B3-CFB0-6AB1-7326-70100F540FAF}"/>
          </ac:picMkLst>
        </pc:picChg>
        <pc:cxnChg chg="mod">
          <ac:chgData name="Emma Delcourt" userId="09045d03-e459-4674-9a1c-a53a31dddb4e" providerId="ADAL" clId="{EEB1F811-B848-4156-A721-88E8A0B87132}" dt="2025-09-30T08:26:40.582" v="244" actId="1038"/>
          <ac:cxnSpMkLst>
            <pc:docMk/>
            <pc:sldMk cId="2121529982" sldId="2140756849"/>
            <ac:cxnSpMk id="74" creationId="{35A81F43-891B-FCB9-A9E2-D6A949B124BF}"/>
          </ac:cxnSpMkLst>
        </pc:cxnChg>
      </pc:sldChg>
      <pc:sldChg chg="addSp delSp modSp mod">
        <pc:chgData name="Emma Delcourt" userId="09045d03-e459-4674-9a1c-a53a31dddb4e" providerId="ADAL" clId="{EEB1F811-B848-4156-A721-88E8A0B87132}" dt="2025-10-01T09:40:44.302" v="454" actId="20577"/>
        <pc:sldMkLst>
          <pc:docMk/>
          <pc:sldMk cId="1230684289" sldId="2140756851"/>
        </pc:sldMkLst>
      </pc:sldChg>
      <pc:sldChg chg="addSp delSp modSp mod">
        <pc:chgData name="Emma Delcourt" userId="09045d03-e459-4674-9a1c-a53a31dddb4e" providerId="ADAL" clId="{EEB1F811-B848-4156-A721-88E8A0B87132}" dt="2025-10-01T09:49:29.653" v="625" actId="170"/>
        <pc:sldMkLst>
          <pc:docMk/>
          <pc:sldMk cId="3645766155" sldId="2140756852"/>
        </pc:sldMkLst>
        <pc:spChg chg="mod">
          <ac:chgData name="Emma Delcourt" userId="09045d03-e459-4674-9a1c-a53a31dddb4e" providerId="ADAL" clId="{EEB1F811-B848-4156-A721-88E8A0B87132}" dt="2025-10-01T09:48:48.608" v="620" actId="14100"/>
          <ac:spMkLst>
            <pc:docMk/>
            <pc:sldMk cId="3645766155" sldId="2140756852"/>
            <ac:spMk id="2" creationId="{D762FCCE-F0A8-0162-CEAA-8BE228421E5A}"/>
          </ac:spMkLst>
        </pc:spChg>
        <pc:spChg chg="mod">
          <ac:chgData name="Emma Delcourt" userId="09045d03-e459-4674-9a1c-a53a31dddb4e" providerId="ADAL" clId="{EEB1F811-B848-4156-A721-88E8A0B87132}" dt="2025-10-01T09:46:49.887" v="580" actId="14100"/>
          <ac:spMkLst>
            <pc:docMk/>
            <pc:sldMk cId="3645766155" sldId="2140756852"/>
            <ac:spMk id="3" creationId="{83F739FF-BD38-1BC8-FF73-5D44079079CE}"/>
          </ac:spMkLst>
        </pc:spChg>
        <pc:spChg chg="add mod">
          <ac:chgData name="Emma Delcourt" userId="09045d03-e459-4674-9a1c-a53a31dddb4e" providerId="ADAL" clId="{EEB1F811-B848-4156-A721-88E8A0B87132}" dt="2025-10-01T09:41:25.141" v="459" actId="1076"/>
          <ac:spMkLst>
            <pc:docMk/>
            <pc:sldMk cId="3645766155" sldId="2140756852"/>
            <ac:spMk id="4" creationId="{F0E76CB1-C7D4-EA3B-5651-C95B110AB6F1}"/>
          </ac:spMkLst>
        </pc:spChg>
        <pc:spChg chg="add mod">
          <ac:chgData name="Emma Delcourt" userId="09045d03-e459-4674-9a1c-a53a31dddb4e" providerId="ADAL" clId="{EEB1F811-B848-4156-A721-88E8A0B87132}" dt="2025-10-01T09:42:17.200" v="495" actId="20577"/>
          <ac:spMkLst>
            <pc:docMk/>
            <pc:sldMk cId="3645766155" sldId="2140756852"/>
            <ac:spMk id="8" creationId="{A2D128CB-EF23-54FF-7FD5-0372C651BFD6}"/>
          </ac:spMkLst>
        </pc:spChg>
        <pc:spChg chg="add mod ord">
          <ac:chgData name="Emma Delcourt" userId="09045d03-e459-4674-9a1c-a53a31dddb4e" providerId="ADAL" clId="{EEB1F811-B848-4156-A721-88E8A0B87132}" dt="2025-10-01T09:43:58.825" v="554" actId="167"/>
          <ac:spMkLst>
            <pc:docMk/>
            <pc:sldMk cId="3645766155" sldId="2140756852"/>
            <ac:spMk id="12" creationId="{D5D46736-6987-2F82-2A0C-8F4B369D2710}"/>
          </ac:spMkLst>
        </pc:spChg>
        <pc:spChg chg="ord">
          <ac:chgData name="Emma Delcourt" userId="09045d03-e459-4674-9a1c-a53a31dddb4e" providerId="ADAL" clId="{EEB1F811-B848-4156-A721-88E8A0B87132}" dt="2025-10-01T09:49:29.653" v="625" actId="170"/>
          <ac:spMkLst>
            <pc:docMk/>
            <pc:sldMk cId="3645766155" sldId="2140756852"/>
            <ac:spMk id="53" creationId="{643465C7-709C-818B-4BA4-615D9A48D1DD}"/>
          </ac:spMkLst>
        </pc:spChg>
        <pc:spChg chg="mod">
          <ac:chgData name="Emma Delcourt" userId="09045d03-e459-4674-9a1c-a53a31dddb4e" providerId="ADAL" clId="{EEB1F811-B848-4156-A721-88E8A0B87132}" dt="2025-10-01T09:46:05.763" v="579" actId="14100"/>
          <ac:spMkLst>
            <pc:docMk/>
            <pc:sldMk cId="3645766155" sldId="2140756852"/>
            <ac:spMk id="74" creationId="{941DF635-C408-65CC-55BF-FC6208413E19}"/>
          </ac:spMkLst>
        </pc:spChg>
        <pc:spChg chg="mod">
          <ac:chgData name="Emma Delcourt" userId="09045d03-e459-4674-9a1c-a53a31dddb4e" providerId="ADAL" clId="{EEB1F811-B848-4156-A721-88E8A0B87132}" dt="2025-10-01T09:44:12.638" v="560" actId="1035"/>
          <ac:spMkLst>
            <pc:docMk/>
            <pc:sldMk cId="3645766155" sldId="2140756852"/>
            <ac:spMk id="81" creationId="{F6A8B898-02F9-2048-9A3C-E50459D34A81}"/>
          </ac:spMkLst>
        </pc:spChg>
        <pc:spChg chg="mod">
          <ac:chgData name="Emma Delcourt" userId="09045d03-e459-4674-9a1c-a53a31dddb4e" providerId="ADAL" clId="{EEB1F811-B848-4156-A721-88E8A0B87132}" dt="2025-10-01T09:44:12.638" v="560" actId="1035"/>
          <ac:spMkLst>
            <pc:docMk/>
            <pc:sldMk cId="3645766155" sldId="2140756852"/>
            <ac:spMk id="85" creationId="{80D65DD0-8197-FA08-92B0-833A5589468D}"/>
          </ac:spMkLst>
        </pc:spChg>
        <pc:spChg chg="mod">
          <ac:chgData name="Emma Delcourt" userId="09045d03-e459-4674-9a1c-a53a31dddb4e" providerId="ADAL" clId="{EEB1F811-B848-4156-A721-88E8A0B87132}" dt="2025-10-01T09:45:06.829" v="575" actId="1076"/>
          <ac:spMkLst>
            <pc:docMk/>
            <pc:sldMk cId="3645766155" sldId="2140756852"/>
            <ac:spMk id="86" creationId="{ED0A8E5A-7047-5FB8-D2ED-524F977A8C03}"/>
          </ac:spMkLst>
        </pc:spChg>
        <pc:spChg chg="mod">
          <ac:chgData name="Emma Delcourt" userId="09045d03-e459-4674-9a1c-a53a31dddb4e" providerId="ADAL" clId="{EEB1F811-B848-4156-A721-88E8A0B87132}" dt="2025-10-01T09:45:45.529" v="578" actId="1076"/>
          <ac:spMkLst>
            <pc:docMk/>
            <pc:sldMk cId="3645766155" sldId="2140756852"/>
            <ac:spMk id="87" creationId="{852D2FD1-6154-FF7E-4DCE-6EA360A851DA}"/>
          </ac:spMkLst>
        </pc:spChg>
        <pc:spChg chg="mod">
          <ac:chgData name="Emma Delcourt" userId="09045d03-e459-4674-9a1c-a53a31dddb4e" providerId="ADAL" clId="{EEB1F811-B848-4156-A721-88E8A0B87132}" dt="2025-10-01T09:44:12.638" v="560" actId="1035"/>
          <ac:spMkLst>
            <pc:docMk/>
            <pc:sldMk cId="3645766155" sldId="2140756852"/>
            <ac:spMk id="88" creationId="{1D47140F-63AB-934A-1B83-B8617E84F1D6}"/>
          </ac:spMkLst>
        </pc:spChg>
        <pc:graphicFrameChg chg="mod modGraphic">
          <ac:chgData name="Emma Delcourt" userId="09045d03-e459-4674-9a1c-a53a31dddb4e" providerId="ADAL" clId="{EEB1F811-B848-4156-A721-88E8A0B87132}" dt="2025-10-01T09:44:53.224" v="574" actId="572"/>
          <ac:graphicFrameMkLst>
            <pc:docMk/>
            <pc:sldMk cId="3645766155" sldId="2140756852"/>
            <ac:graphicFrameMk id="52" creationId="{B43F93BA-50A7-3770-06A3-7BAD87004316}"/>
          </ac:graphicFrameMkLst>
        </pc:graphicFrameChg>
        <pc:picChg chg="mod">
          <ac:chgData name="Emma Delcourt" userId="09045d03-e459-4674-9a1c-a53a31dddb4e" providerId="ADAL" clId="{EEB1F811-B848-4156-A721-88E8A0B87132}" dt="2025-10-01T09:44:28.776" v="572" actId="1038"/>
          <ac:picMkLst>
            <pc:docMk/>
            <pc:sldMk cId="3645766155" sldId="2140756852"/>
            <ac:picMk id="79" creationId="{AFD488CF-3CF0-533B-585A-68240282483E}"/>
          </ac:picMkLst>
        </pc:picChg>
        <pc:cxnChg chg="mod ord">
          <ac:chgData name="Emma Delcourt" userId="09045d03-e459-4674-9a1c-a53a31dddb4e" providerId="ADAL" clId="{EEB1F811-B848-4156-A721-88E8A0B87132}" dt="2025-10-01T09:44:25.082" v="561" actId="1076"/>
          <ac:cxnSpMkLst>
            <pc:docMk/>
            <pc:sldMk cId="3645766155" sldId="2140756852"/>
            <ac:cxnSpMk id="80" creationId="{F3CDE516-CBAD-7908-1A4E-ADED8021570C}"/>
          </ac:cxnSpMkLst>
        </pc:cxnChg>
      </pc:sldChg>
    </pc:docChg>
  </pc:docChgLst>
  <pc:docChgLst>
    <pc:chgData name="Paul Madeline" userId="47e30129-2e66-4505-a13e-ddea7fcff911" providerId="ADAL" clId="{E139221D-94EC-4874-9A03-5A59B4316752}"/>
    <pc:docChg chg="modSld">
      <pc:chgData name="Paul Madeline" userId="47e30129-2e66-4505-a13e-ddea7fcff911" providerId="ADAL" clId="{E139221D-94EC-4874-9A03-5A59B4316752}" dt="2025-09-24T09:15:52.595" v="32" actId="20577"/>
      <pc:docMkLst>
        <pc:docMk/>
      </pc:docMkLst>
      <pc:sldChg chg="modSp mod">
        <pc:chgData name="Paul Madeline" userId="47e30129-2e66-4505-a13e-ddea7fcff911" providerId="ADAL" clId="{E139221D-94EC-4874-9A03-5A59B4316752}" dt="2025-09-24T09:15:52.595" v="32" actId="20577"/>
        <pc:sldMkLst>
          <pc:docMk/>
          <pc:sldMk cId="1230684289" sldId="2140756851"/>
        </pc:sldMkLst>
      </pc:sldChg>
    </pc:docChg>
  </pc:docChgLst>
  <pc:docChgLst>
    <pc:chgData name="Paul Madeline" userId="47e30129-2e66-4505-a13e-ddea7fcff911" providerId="ADAL" clId="{B99B6E22-A400-4F5E-87E4-52E389903D90}"/>
    <pc:docChg chg="modSld">
      <pc:chgData name="Paul Madeline" userId="47e30129-2e66-4505-a13e-ddea7fcff911" providerId="ADAL" clId="{B99B6E22-A400-4F5E-87E4-52E389903D90}" dt="2025-11-28T14:12:18.429" v="0" actId="400"/>
      <pc:docMkLst>
        <pc:docMk/>
      </pc:docMkLst>
      <pc:sldChg chg="modSp mod">
        <pc:chgData name="Paul Madeline" userId="47e30129-2e66-4505-a13e-ddea7fcff911" providerId="ADAL" clId="{B99B6E22-A400-4F5E-87E4-52E389903D90}" dt="2025-11-28T14:12:18.429" v="0" actId="400"/>
        <pc:sldMkLst>
          <pc:docMk/>
          <pc:sldMk cId="1230684289" sldId="2140756851"/>
        </pc:sldMkLst>
      </pc:sldChg>
    </pc:docChg>
  </pc:docChgLst>
  <pc:docChgLst>
    <pc:chgData name="Paul Madeline" userId="S::paul.madeline@mladvisory.eu::47e30129-2e66-4505-a13e-ddea7fcff911" providerId="AD" clId="Web-{C227DF53-FE63-3FC5-3AFD-196C30973C7C}"/>
    <pc:docChg chg="delSld modSld">
      <pc:chgData name="Paul Madeline" userId="S::paul.madeline@mladvisory.eu::47e30129-2e66-4505-a13e-ddea7fcff911" providerId="AD" clId="Web-{C227DF53-FE63-3FC5-3AFD-196C30973C7C}" dt="2024-10-17T13:07:25.902" v="139" actId="20577"/>
      <pc:docMkLst>
        <pc:docMk/>
      </pc:docMkLst>
      <pc:sldChg chg="modSp">
        <pc:chgData name="Paul Madeline" userId="S::paul.madeline@mladvisory.eu::47e30129-2e66-4505-a13e-ddea7fcff911" providerId="AD" clId="Web-{C227DF53-FE63-3FC5-3AFD-196C30973C7C}" dt="2024-10-17T13:05:48.794" v="84" actId="20577"/>
        <pc:sldMkLst>
          <pc:docMk/>
          <pc:sldMk cId="1352561042" sldId="257"/>
        </pc:sldMkLst>
      </pc:sldChg>
      <pc:sldChg chg="del">
        <pc:chgData name="Paul Madeline" userId="S::paul.madeline@mladvisory.eu::47e30129-2e66-4505-a13e-ddea7fcff911" providerId="AD" clId="Web-{C227DF53-FE63-3FC5-3AFD-196C30973C7C}" dt="2024-10-17T13:05:24.810" v="72"/>
        <pc:sldMkLst>
          <pc:docMk/>
          <pc:sldMk cId="4160332035" sldId="264"/>
        </pc:sldMkLst>
      </pc:sldChg>
      <pc:sldChg chg="modSp">
        <pc:chgData name="Paul Madeline" userId="S::paul.madeline@mladvisory.eu::47e30129-2e66-4505-a13e-ddea7fcff911" providerId="AD" clId="Web-{C227DF53-FE63-3FC5-3AFD-196C30973C7C}" dt="2024-10-17T13:07:25.902" v="139" actId="20577"/>
        <pc:sldMkLst>
          <pc:docMk/>
          <pc:sldMk cId="2882311308" sldId="2555"/>
        </pc:sldMkLst>
      </pc:sldChg>
      <pc:sldChg chg="addSp delSp modSp">
        <pc:chgData name="Paul Madeline" userId="S::paul.madeline@mladvisory.eu::47e30129-2e66-4505-a13e-ddea7fcff911" providerId="AD" clId="Web-{C227DF53-FE63-3FC5-3AFD-196C30973C7C}" dt="2024-10-17T13:06:08.934" v="98" actId="20577"/>
        <pc:sldMkLst>
          <pc:docMk/>
          <pc:sldMk cId="638595862" sldId="2140756834"/>
        </pc:sldMkLst>
      </pc:sldChg>
      <pc:sldChg chg="addSp delSp modSp">
        <pc:chgData name="Paul Madeline" userId="S::paul.madeline@mladvisory.eu::47e30129-2e66-4505-a13e-ddea7fcff911" providerId="AD" clId="Web-{C227DF53-FE63-3FC5-3AFD-196C30973C7C}" dt="2024-10-17T13:04:40.685" v="71" actId="20577"/>
        <pc:sldMkLst>
          <pc:docMk/>
          <pc:sldMk cId="1760759650" sldId="2140756840"/>
        </pc:sldMkLst>
      </pc:sldChg>
    </pc:docChg>
  </pc:docChgLst>
  <pc:docChgLst>
    <pc:chgData name="Emma Delcourt" userId="09045d03-e459-4674-9a1c-a53a31dddb4e" providerId="ADAL" clId="{463E852F-0DB8-4B44-921E-B6904ACFC89B}"/>
    <pc:docChg chg="undo redo custSel addSld delSld modSld">
      <pc:chgData name="Emma Delcourt" userId="09045d03-e459-4674-9a1c-a53a31dddb4e" providerId="ADAL" clId="{463E852F-0DB8-4B44-921E-B6904ACFC89B}" dt="2025-07-18T08:19:07.249" v="579" actId="20577"/>
      <pc:docMkLst>
        <pc:docMk/>
      </pc:docMkLst>
      <pc:sldChg chg="modSp mod">
        <pc:chgData name="Emma Delcourt" userId="09045d03-e459-4674-9a1c-a53a31dddb4e" providerId="ADAL" clId="{463E852F-0DB8-4B44-921E-B6904ACFC89B}" dt="2025-07-17T08:55:40.219" v="491" actId="20577"/>
        <pc:sldMkLst>
          <pc:docMk/>
          <pc:sldMk cId="1186307884" sldId="2140756806"/>
        </pc:sldMkLst>
      </pc:sldChg>
      <pc:sldChg chg="modSp mod">
        <pc:chgData name="Emma Delcourt" userId="09045d03-e459-4674-9a1c-a53a31dddb4e" providerId="ADAL" clId="{463E852F-0DB8-4B44-921E-B6904ACFC89B}" dt="2025-07-17T08:36:49.245" v="27" actId="2085"/>
        <pc:sldMkLst>
          <pc:docMk/>
          <pc:sldMk cId="3723139618" sldId="2140756841"/>
        </pc:sldMkLst>
      </pc:sldChg>
      <pc:sldChg chg="modSp del mod">
        <pc:chgData name="Emma Delcourt" userId="09045d03-e459-4674-9a1c-a53a31dddb4e" providerId="ADAL" clId="{463E852F-0DB8-4B44-921E-B6904ACFC89B}" dt="2025-07-17T08:52:50.107" v="479" actId="47"/>
        <pc:sldMkLst>
          <pc:docMk/>
          <pc:sldMk cId="543688041" sldId="2140756844"/>
        </pc:sldMkLst>
      </pc:sldChg>
      <pc:sldChg chg="mod modShow">
        <pc:chgData name="Emma Delcourt" userId="09045d03-e459-4674-9a1c-a53a31dddb4e" providerId="ADAL" clId="{463E852F-0DB8-4B44-921E-B6904ACFC89B}" dt="2025-07-17T08:56:20.268" v="492" actId="729"/>
        <pc:sldMkLst>
          <pc:docMk/>
          <pc:sldMk cId="2121529982" sldId="2140756849"/>
        </pc:sldMkLst>
      </pc:sldChg>
      <pc:sldChg chg="addSp modSp mod">
        <pc:chgData name="Emma Delcourt" userId="09045d03-e459-4674-9a1c-a53a31dddb4e" providerId="ADAL" clId="{463E852F-0DB8-4B44-921E-B6904ACFC89B}" dt="2025-07-17T08:43:58.310" v="245" actId="113"/>
        <pc:sldMkLst>
          <pc:docMk/>
          <pc:sldMk cId="1230684289" sldId="2140756851"/>
        </pc:sldMkLst>
      </pc:sldChg>
      <pc:sldChg chg="addSp delSp modSp add mod">
        <pc:chgData name="Emma Delcourt" userId="09045d03-e459-4674-9a1c-a53a31dddb4e" providerId="ADAL" clId="{463E852F-0DB8-4B44-921E-B6904ACFC89B}" dt="2025-07-18T08:19:07.249" v="579" actId="20577"/>
        <pc:sldMkLst>
          <pc:docMk/>
          <pc:sldMk cId="3645766155" sldId="2140756852"/>
        </pc:sldMkLst>
      </pc:sldChg>
    </pc:docChg>
  </pc:docChgLst>
  <pc:docChgLst>
    <pc:chgData name="Emma Delcourt" userId="09045d03-e459-4674-9a1c-a53a31dddb4e" providerId="ADAL" clId="{8381B3B4-B3F6-4E6D-A6EE-C0A4D6BC4EBE}"/>
    <pc:docChg chg="undo custSel modSld">
      <pc:chgData name="Emma Delcourt" userId="09045d03-e459-4674-9a1c-a53a31dddb4e" providerId="ADAL" clId="{8381B3B4-B3F6-4E6D-A6EE-C0A4D6BC4EBE}" dt="2024-11-20T13:34:17.622" v="39" actId="108"/>
      <pc:docMkLst>
        <pc:docMk/>
      </pc:docMkLst>
      <pc:sldChg chg="modSp mod">
        <pc:chgData name="Emma Delcourt" userId="09045d03-e459-4674-9a1c-a53a31dddb4e" providerId="ADAL" clId="{8381B3B4-B3F6-4E6D-A6EE-C0A4D6BC4EBE}" dt="2024-11-20T13:25:14.824" v="1" actId="20577"/>
        <pc:sldMkLst>
          <pc:docMk/>
          <pc:sldMk cId="1352561042" sldId="257"/>
        </pc:sldMkLst>
      </pc:sldChg>
      <pc:sldChg chg="addSp delSp modSp mod">
        <pc:chgData name="Emma Delcourt" userId="09045d03-e459-4674-9a1c-a53a31dddb4e" providerId="ADAL" clId="{8381B3B4-B3F6-4E6D-A6EE-C0A4D6BC4EBE}" dt="2024-11-20T13:34:17.622" v="39" actId="108"/>
        <pc:sldMkLst>
          <pc:docMk/>
          <pc:sldMk cId="1760759650" sldId="2140756840"/>
        </pc:sldMkLst>
      </pc:sldChg>
    </pc:docChg>
  </pc:docChgLst>
  <pc:docChgLst>
    <pc:chgData name="Paul Madeline" userId="47e30129-2e66-4505-a13e-ddea7fcff911" providerId="ADAL" clId="{B3E113E6-3557-41E5-9AED-0935FB67ED76}"/>
    <pc:docChg chg="undo custSel modSld sldOrd">
      <pc:chgData name="Paul Madeline" userId="47e30129-2e66-4505-a13e-ddea7fcff911" providerId="ADAL" clId="{B3E113E6-3557-41E5-9AED-0935FB67ED76}" dt="2024-12-05T16:38:07.172" v="30" actId="1076"/>
      <pc:docMkLst>
        <pc:docMk/>
      </pc:docMkLst>
      <pc:sldChg chg="ord">
        <pc:chgData name="Paul Madeline" userId="47e30129-2e66-4505-a13e-ddea7fcff911" providerId="ADAL" clId="{B3E113E6-3557-41E5-9AED-0935FB67ED76}" dt="2024-12-05T12:43:49.166" v="12" actId="20578"/>
        <pc:sldMkLst>
          <pc:docMk/>
          <pc:sldMk cId="2866474409" sldId="2140756807"/>
        </pc:sldMkLst>
      </pc:sldChg>
      <pc:sldChg chg="addSp delSp modSp mod">
        <pc:chgData name="Paul Madeline" userId="47e30129-2e66-4505-a13e-ddea7fcff911" providerId="ADAL" clId="{B3E113E6-3557-41E5-9AED-0935FB67ED76}" dt="2024-12-05T16:38:07.172" v="30" actId="1076"/>
        <pc:sldMkLst>
          <pc:docMk/>
          <pc:sldMk cId="1760759650" sldId="2140756840"/>
        </pc:sldMkLst>
      </pc:sldChg>
      <pc:sldChg chg="modSp mod">
        <pc:chgData name="Paul Madeline" userId="47e30129-2e66-4505-a13e-ddea7fcff911" providerId="ADAL" clId="{B3E113E6-3557-41E5-9AED-0935FB67ED76}" dt="2024-12-05T12:43:25.201" v="11" actId="20577"/>
        <pc:sldMkLst>
          <pc:docMk/>
          <pc:sldMk cId="3723139618" sldId="2140756841"/>
        </pc:sldMkLst>
      </pc:sldChg>
      <pc:sldChg chg="modSp mod">
        <pc:chgData name="Paul Madeline" userId="47e30129-2e66-4505-a13e-ddea7fcff911" providerId="ADAL" clId="{B3E113E6-3557-41E5-9AED-0935FB67ED76}" dt="2024-12-05T12:45:28.448" v="23" actId="14100"/>
        <pc:sldMkLst>
          <pc:docMk/>
          <pc:sldMk cId="824371527" sldId="2140756842"/>
        </pc:sldMkLst>
      </pc:sldChg>
    </pc:docChg>
  </pc:docChgLst>
  <pc:docChgLst>
    <pc:chgData name="Arthur Tala" userId="cee2fe4f-e969-4a5c-a84d-e0719e8c0270" providerId="ADAL" clId="{9833CEE9-86D0-472E-AE4B-68E37BB2DE0E}"/>
    <pc:docChg chg="undo custSel delSld modSld">
      <pc:chgData name="Arthur Tala" userId="cee2fe4f-e969-4a5c-a84d-e0719e8c0270" providerId="ADAL" clId="{9833CEE9-86D0-472E-AE4B-68E37BB2DE0E}" dt="2025-09-25T12:24:34.171" v="527" actId="20577"/>
      <pc:docMkLst>
        <pc:docMk/>
      </pc:docMkLst>
      <pc:sldChg chg="modSp mod">
        <pc:chgData name="Arthur Tala" userId="cee2fe4f-e969-4a5c-a84d-e0719e8c0270" providerId="ADAL" clId="{9833CEE9-86D0-472E-AE4B-68E37BB2DE0E}" dt="2025-09-24T08:34:51.927" v="421" actId="20577"/>
        <pc:sldMkLst>
          <pc:docMk/>
          <pc:sldMk cId="1186307884" sldId="2140756806"/>
        </pc:sldMkLst>
        <pc:spChg chg="mod">
          <ac:chgData name="Arthur Tala" userId="cee2fe4f-e969-4a5c-a84d-e0719e8c0270" providerId="ADAL" clId="{9833CEE9-86D0-472E-AE4B-68E37BB2DE0E}" dt="2025-09-24T08:34:46.600" v="415" actId="20577"/>
          <ac:spMkLst>
            <pc:docMk/>
            <pc:sldMk cId="1186307884" sldId="2140756806"/>
            <ac:spMk id="8" creationId="{320C61BA-0598-B6B9-BB8B-30788C5DD090}"/>
          </ac:spMkLst>
        </pc:spChg>
        <pc:spChg chg="mod">
          <ac:chgData name="Arthur Tala" userId="cee2fe4f-e969-4a5c-a84d-e0719e8c0270" providerId="ADAL" clId="{9833CEE9-86D0-472E-AE4B-68E37BB2DE0E}" dt="2025-09-24T08:34:51.927" v="421" actId="20577"/>
          <ac:spMkLst>
            <pc:docMk/>
            <pc:sldMk cId="1186307884" sldId="2140756806"/>
            <ac:spMk id="33" creationId="{A070680A-7EA6-02CD-4EF3-973454F3DFC2}"/>
          </ac:spMkLst>
        </pc:spChg>
      </pc:sldChg>
      <pc:sldChg chg="modSp mod">
        <pc:chgData name="Arthur Tala" userId="cee2fe4f-e969-4a5c-a84d-e0719e8c0270" providerId="ADAL" clId="{9833CEE9-86D0-472E-AE4B-68E37BB2DE0E}" dt="2025-09-25T12:24:34.171" v="527" actId="20577"/>
        <pc:sldMkLst>
          <pc:docMk/>
          <pc:sldMk cId="638595862" sldId="2140756834"/>
        </pc:sldMkLst>
        <pc:spChg chg="mod">
          <ac:chgData name="Arthur Tala" userId="cee2fe4f-e969-4a5c-a84d-e0719e8c0270" providerId="ADAL" clId="{9833CEE9-86D0-472E-AE4B-68E37BB2DE0E}" dt="2025-09-25T12:24:34.171" v="527" actId="20577"/>
          <ac:spMkLst>
            <pc:docMk/>
            <pc:sldMk cId="638595862" sldId="2140756834"/>
            <ac:spMk id="10" creationId="{E4188E44-863D-F0D4-8412-064ABB64FF63}"/>
          </ac:spMkLst>
        </pc:spChg>
      </pc:sldChg>
      <pc:sldChg chg="addSp delSp modSp mod">
        <pc:chgData name="Arthur Tala" userId="cee2fe4f-e969-4a5c-a84d-e0719e8c0270" providerId="ADAL" clId="{9833CEE9-86D0-472E-AE4B-68E37BB2DE0E}" dt="2025-09-24T22:35:23.160" v="522" actId="478"/>
        <pc:sldMkLst>
          <pc:docMk/>
          <pc:sldMk cId="3723139618" sldId="2140756841"/>
        </pc:sldMkLst>
        <pc:spChg chg="mod">
          <ac:chgData name="Arthur Tala" userId="cee2fe4f-e969-4a5c-a84d-e0719e8c0270" providerId="ADAL" clId="{9833CEE9-86D0-472E-AE4B-68E37BB2DE0E}" dt="2025-09-24T22:33:35.739" v="496" actId="1076"/>
          <ac:spMkLst>
            <pc:docMk/>
            <pc:sldMk cId="3723139618" sldId="2140756841"/>
            <ac:spMk id="3" creationId="{F76D18EF-0403-9833-8266-0DDCE73C7740}"/>
          </ac:spMkLst>
        </pc:spChg>
        <pc:spChg chg="mod">
          <ac:chgData name="Arthur Tala" userId="cee2fe4f-e969-4a5c-a84d-e0719e8c0270" providerId="ADAL" clId="{9833CEE9-86D0-472E-AE4B-68E37BB2DE0E}" dt="2025-09-24T22:32:38.092" v="489" actId="1076"/>
          <ac:spMkLst>
            <pc:docMk/>
            <pc:sldMk cId="3723139618" sldId="2140756841"/>
            <ac:spMk id="5" creationId="{83B98B6A-6BFE-184B-FDF9-C9EDCD3F0063}"/>
          </ac:spMkLst>
        </pc:spChg>
        <pc:spChg chg="mod">
          <ac:chgData name="Arthur Tala" userId="cee2fe4f-e969-4a5c-a84d-e0719e8c0270" providerId="ADAL" clId="{9833CEE9-86D0-472E-AE4B-68E37BB2DE0E}" dt="2025-09-24T22:33:35.739" v="496" actId="1076"/>
          <ac:spMkLst>
            <pc:docMk/>
            <pc:sldMk cId="3723139618" sldId="2140756841"/>
            <ac:spMk id="8" creationId="{688C151C-F86F-1239-2CC9-FD72044D1A5C}"/>
          </ac:spMkLst>
        </pc:spChg>
        <pc:spChg chg="mod">
          <ac:chgData name="Arthur Tala" userId="cee2fe4f-e969-4a5c-a84d-e0719e8c0270" providerId="ADAL" clId="{9833CEE9-86D0-472E-AE4B-68E37BB2DE0E}" dt="2025-09-24T22:32:38.092" v="489" actId="1076"/>
          <ac:spMkLst>
            <pc:docMk/>
            <pc:sldMk cId="3723139618" sldId="2140756841"/>
            <ac:spMk id="10" creationId="{20C7AB45-4044-8CE3-CAED-6E001A2881E9}"/>
          </ac:spMkLst>
        </pc:spChg>
        <pc:spChg chg="mod">
          <ac:chgData name="Arthur Tala" userId="cee2fe4f-e969-4a5c-a84d-e0719e8c0270" providerId="ADAL" clId="{9833CEE9-86D0-472E-AE4B-68E37BB2DE0E}" dt="2025-09-24T22:32:38.092" v="489" actId="1076"/>
          <ac:spMkLst>
            <pc:docMk/>
            <pc:sldMk cId="3723139618" sldId="2140756841"/>
            <ac:spMk id="11" creationId="{057AEE04-B0B9-D45B-E44C-6FFBCE332398}"/>
          </ac:spMkLst>
        </pc:spChg>
        <pc:spChg chg="mod">
          <ac:chgData name="Arthur Tala" userId="cee2fe4f-e969-4a5c-a84d-e0719e8c0270" providerId="ADAL" clId="{9833CEE9-86D0-472E-AE4B-68E37BB2DE0E}" dt="2025-09-24T22:32:21.307" v="486" actId="1037"/>
          <ac:spMkLst>
            <pc:docMk/>
            <pc:sldMk cId="3723139618" sldId="2140756841"/>
            <ac:spMk id="14" creationId="{8227CABC-ADB3-500A-3DD7-52BD53B43A66}"/>
          </ac:spMkLst>
        </pc:spChg>
        <pc:spChg chg="mod">
          <ac:chgData name="Arthur Tala" userId="cee2fe4f-e969-4a5c-a84d-e0719e8c0270" providerId="ADAL" clId="{9833CEE9-86D0-472E-AE4B-68E37BB2DE0E}" dt="2025-09-24T22:33:43.229" v="497" actId="408"/>
          <ac:spMkLst>
            <pc:docMk/>
            <pc:sldMk cId="3723139618" sldId="2140756841"/>
            <ac:spMk id="27" creationId="{2F7CD3E7-5487-F202-E751-5D7A240D7366}"/>
          </ac:spMkLst>
        </pc:spChg>
        <pc:spChg chg="mod">
          <ac:chgData name="Arthur Tala" userId="cee2fe4f-e969-4a5c-a84d-e0719e8c0270" providerId="ADAL" clId="{9833CEE9-86D0-472E-AE4B-68E37BB2DE0E}" dt="2025-09-24T22:33:43.229" v="497" actId="408"/>
          <ac:spMkLst>
            <pc:docMk/>
            <pc:sldMk cId="3723139618" sldId="2140756841"/>
            <ac:spMk id="37" creationId="{486BA8D0-1AA1-3A04-AB69-7077C09BBC47}"/>
          </ac:spMkLst>
        </pc:spChg>
        <pc:spChg chg="mod">
          <ac:chgData name="Arthur Tala" userId="cee2fe4f-e969-4a5c-a84d-e0719e8c0270" providerId="ADAL" clId="{9833CEE9-86D0-472E-AE4B-68E37BB2DE0E}" dt="2025-09-24T22:33:35.739" v="496" actId="1076"/>
          <ac:spMkLst>
            <pc:docMk/>
            <pc:sldMk cId="3723139618" sldId="2140756841"/>
            <ac:spMk id="39" creationId="{5C176688-FE42-5F98-E0C5-0F688164FEE8}"/>
          </ac:spMkLst>
        </pc:spChg>
        <pc:spChg chg="mod">
          <ac:chgData name="Arthur Tala" userId="cee2fe4f-e969-4a5c-a84d-e0719e8c0270" providerId="ADAL" clId="{9833CEE9-86D0-472E-AE4B-68E37BB2DE0E}" dt="2025-09-24T22:33:43.229" v="497" actId="408"/>
          <ac:spMkLst>
            <pc:docMk/>
            <pc:sldMk cId="3723139618" sldId="2140756841"/>
            <ac:spMk id="41" creationId="{A4B92BFD-3A93-A9B2-7937-CB6456C463A6}"/>
          </ac:spMkLst>
        </pc:spChg>
        <pc:spChg chg="mod">
          <ac:chgData name="Arthur Tala" userId="cee2fe4f-e969-4a5c-a84d-e0719e8c0270" providerId="ADAL" clId="{9833CEE9-86D0-472E-AE4B-68E37BB2DE0E}" dt="2025-09-24T22:33:43.229" v="497" actId="408"/>
          <ac:spMkLst>
            <pc:docMk/>
            <pc:sldMk cId="3723139618" sldId="2140756841"/>
            <ac:spMk id="57" creationId="{F4FF10AE-5868-8B33-4E8A-70F1DC179AD7}"/>
          </ac:spMkLst>
        </pc:spChg>
        <pc:spChg chg="mod">
          <ac:chgData name="Arthur Tala" userId="cee2fe4f-e969-4a5c-a84d-e0719e8c0270" providerId="ADAL" clId="{9833CEE9-86D0-472E-AE4B-68E37BB2DE0E}" dt="2025-09-24T22:33:35.739" v="496" actId="1076"/>
          <ac:spMkLst>
            <pc:docMk/>
            <pc:sldMk cId="3723139618" sldId="2140756841"/>
            <ac:spMk id="58" creationId="{C8544E5D-CF2A-97D7-498E-A4A3D939422A}"/>
          </ac:spMkLst>
        </pc:spChg>
        <pc:spChg chg="mod">
          <ac:chgData name="Arthur Tala" userId="cee2fe4f-e969-4a5c-a84d-e0719e8c0270" providerId="ADAL" clId="{9833CEE9-86D0-472E-AE4B-68E37BB2DE0E}" dt="2025-09-24T22:33:43.229" v="497" actId="408"/>
          <ac:spMkLst>
            <pc:docMk/>
            <pc:sldMk cId="3723139618" sldId="2140756841"/>
            <ac:spMk id="63" creationId="{DD0BAB96-ACE4-E4D2-E945-04062520264D}"/>
          </ac:spMkLst>
        </pc:spChg>
        <pc:spChg chg="add mod">
          <ac:chgData name="Arthur Tala" userId="cee2fe4f-e969-4a5c-a84d-e0719e8c0270" providerId="ADAL" clId="{9833CEE9-86D0-472E-AE4B-68E37BB2DE0E}" dt="2025-09-24T22:33:43.229" v="497" actId="408"/>
          <ac:spMkLst>
            <pc:docMk/>
            <pc:sldMk cId="3723139618" sldId="2140756841"/>
            <ac:spMk id="71" creationId="{63B17F02-5BD1-3B91-3DEF-40FCCB4F27FF}"/>
          </ac:spMkLst>
        </pc:spChg>
        <pc:spChg chg="mod">
          <ac:chgData name="Arthur Tala" userId="cee2fe4f-e969-4a5c-a84d-e0719e8c0270" providerId="ADAL" clId="{9833CEE9-86D0-472E-AE4B-68E37BB2DE0E}" dt="2025-09-24T22:32:21.307" v="486" actId="1037"/>
          <ac:spMkLst>
            <pc:docMk/>
            <pc:sldMk cId="3723139618" sldId="2140756841"/>
            <ac:spMk id="75" creationId="{A55D9487-BA07-D823-7956-583D568B4B89}"/>
          </ac:spMkLst>
        </pc:spChg>
        <pc:spChg chg="mod">
          <ac:chgData name="Arthur Tala" userId="cee2fe4f-e969-4a5c-a84d-e0719e8c0270" providerId="ADAL" clId="{9833CEE9-86D0-472E-AE4B-68E37BB2DE0E}" dt="2025-09-24T22:33:43.229" v="497" actId="408"/>
          <ac:spMkLst>
            <pc:docMk/>
            <pc:sldMk cId="3723139618" sldId="2140756841"/>
            <ac:spMk id="76" creationId="{3A7969FD-B72A-331F-392B-35DEFC18442D}"/>
          </ac:spMkLst>
        </pc:spChg>
        <pc:spChg chg="mod">
          <ac:chgData name="Arthur Tala" userId="cee2fe4f-e969-4a5c-a84d-e0719e8c0270" providerId="ADAL" clId="{9833CEE9-86D0-472E-AE4B-68E37BB2DE0E}" dt="2025-09-24T22:33:43.229" v="497" actId="408"/>
          <ac:spMkLst>
            <pc:docMk/>
            <pc:sldMk cId="3723139618" sldId="2140756841"/>
            <ac:spMk id="78" creationId="{86813909-6626-5142-06F1-09E3E2189FC7}"/>
          </ac:spMkLst>
        </pc:spChg>
        <pc:spChg chg="mod">
          <ac:chgData name="Arthur Tala" userId="cee2fe4f-e969-4a5c-a84d-e0719e8c0270" providerId="ADAL" clId="{9833CEE9-86D0-472E-AE4B-68E37BB2DE0E}" dt="2025-09-24T22:33:35.739" v="496" actId="1076"/>
          <ac:spMkLst>
            <pc:docMk/>
            <pc:sldMk cId="3723139618" sldId="2140756841"/>
            <ac:spMk id="80" creationId="{44E7F485-AF21-D9C7-C13C-EC6FC8301716}"/>
          </ac:spMkLst>
        </pc:spChg>
        <pc:spChg chg="add mod">
          <ac:chgData name="Arthur Tala" userId="cee2fe4f-e969-4a5c-a84d-e0719e8c0270" providerId="ADAL" clId="{9833CEE9-86D0-472E-AE4B-68E37BB2DE0E}" dt="2025-09-24T08:43:29.825" v="443" actId="164"/>
          <ac:spMkLst>
            <pc:docMk/>
            <pc:sldMk cId="3723139618" sldId="2140756841"/>
            <ac:spMk id="82" creationId="{39D25895-15AE-60CA-9F4E-7448E2994200}"/>
          </ac:spMkLst>
        </pc:spChg>
        <pc:grpChg chg="mod">
          <ac:chgData name="Arthur Tala" userId="cee2fe4f-e969-4a5c-a84d-e0719e8c0270" providerId="ADAL" clId="{9833CEE9-86D0-472E-AE4B-68E37BB2DE0E}" dt="2025-09-24T22:32:38.092" v="489" actId="1076"/>
          <ac:grpSpMkLst>
            <pc:docMk/>
            <pc:sldMk cId="3723139618" sldId="2140756841"/>
            <ac:grpSpMk id="6" creationId="{896323AF-EA0B-BF61-7C54-2323B5B787E9}"/>
          </ac:grpSpMkLst>
        </pc:grpChg>
        <pc:grpChg chg="add mod">
          <ac:chgData name="Arthur Tala" userId="cee2fe4f-e969-4a5c-a84d-e0719e8c0270" providerId="ADAL" clId="{9833CEE9-86D0-472E-AE4B-68E37BB2DE0E}" dt="2025-09-24T08:43:36.550" v="444" actId="164"/>
          <ac:grpSpMkLst>
            <pc:docMk/>
            <pc:sldMk cId="3723139618" sldId="2140756841"/>
            <ac:grpSpMk id="56" creationId="{65716D3C-A17B-45AB-5314-CD340FC588D4}"/>
          </ac:grpSpMkLst>
        </pc:grpChg>
        <pc:grpChg chg="add mod">
          <ac:chgData name="Arthur Tala" userId="cee2fe4f-e969-4a5c-a84d-e0719e8c0270" providerId="ADAL" clId="{9833CEE9-86D0-472E-AE4B-68E37BB2DE0E}" dt="2025-09-24T08:43:29.825" v="443" actId="164"/>
          <ac:grpSpMkLst>
            <pc:docMk/>
            <pc:sldMk cId="3723139618" sldId="2140756841"/>
            <ac:grpSpMk id="73" creationId="{A92EB7A1-FD23-0364-5B53-AD1CE57D3335}"/>
          </ac:grpSpMkLst>
        </pc:grpChg>
        <pc:grpChg chg="mod">
          <ac:chgData name="Arthur Tala" userId="cee2fe4f-e969-4a5c-a84d-e0719e8c0270" providerId="ADAL" clId="{9833CEE9-86D0-472E-AE4B-68E37BB2DE0E}" dt="2025-09-24T22:32:47.111" v="490" actId="1076"/>
          <ac:grpSpMkLst>
            <pc:docMk/>
            <pc:sldMk cId="3723139618" sldId="2140756841"/>
            <ac:grpSpMk id="84" creationId="{D6700135-3AC0-168F-16F6-DD5433616AF7}"/>
          </ac:grpSpMkLst>
        </pc:grpChg>
        <pc:grpChg chg="add mod">
          <ac:chgData name="Arthur Tala" userId="cee2fe4f-e969-4a5c-a84d-e0719e8c0270" providerId="ADAL" clId="{9833CEE9-86D0-472E-AE4B-68E37BB2DE0E}" dt="2025-09-24T22:33:20.372" v="494" actId="1076"/>
          <ac:grpSpMkLst>
            <pc:docMk/>
            <pc:sldMk cId="3723139618" sldId="2140756841"/>
            <ac:grpSpMk id="88" creationId="{C8ABEF2A-EAC0-4F5B-34F2-FC28E7E3CB4F}"/>
          </ac:grpSpMkLst>
        </pc:grpChg>
        <pc:grpChg chg="add mod">
          <ac:chgData name="Arthur Tala" userId="cee2fe4f-e969-4a5c-a84d-e0719e8c0270" providerId="ADAL" clId="{9833CEE9-86D0-472E-AE4B-68E37BB2DE0E}" dt="2025-09-24T22:33:03.117" v="491" actId="1076"/>
          <ac:grpSpMkLst>
            <pc:docMk/>
            <pc:sldMk cId="3723139618" sldId="2140756841"/>
            <ac:grpSpMk id="89" creationId="{9EC293EE-0B93-ED90-0273-E3D7555CFB28}"/>
          </ac:grpSpMkLst>
        </pc:grpChg>
        <pc:picChg chg="mod">
          <ac:chgData name="Arthur Tala" userId="cee2fe4f-e969-4a5c-a84d-e0719e8c0270" providerId="ADAL" clId="{9833CEE9-86D0-472E-AE4B-68E37BB2DE0E}" dt="2025-09-24T22:32:38.092" v="489" actId="1076"/>
          <ac:picMkLst>
            <pc:docMk/>
            <pc:sldMk cId="3723139618" sldId="2140756841"/>
            <ac:picMk id="4" creationId="{11C72A21-8B4B-847A-A3FD-90CB779E5BA4}"/>
          </ac:picMkLst>
        </pc:picChg>
        <pc:picChg chg="add mod">
          <ac:chgData name="Arthur Tala" userId="cee2fe4f-e969-4a5c-a84d-e0719e8c0270" providerId="ADAL" clId="{9833CEE9-86D0-472E-AE4B-68E37BB2DE0E}" dt="2025-09-24T08:43:36.550" v="444" actId="164"/>
          <ac:picMkLst>
            <pc:docMk/>
            <pc:sldMk cId="3723139618" sldId="2140756841"/>
            <ac:picMk id="85" creationId="{B13BBC12-D7DA-E44F-517A-BB80D2B52648}"/>
          </ac:picMkLst>
        </pc:picChg>
        <pc:picChg chg="add mod">
          <ac:chgData name="Arthur Tala" userId="cee2fe4f-e969-4a5c-a84d-e0719e8c0270" providerId="ADAL" clId="{9833CEE9-86D0-472E-AE4B-68E37BB2DE0E}" dt="2025-09-24T08:43:29.825" v="443" actId="164"/>
          <ac:picMkLst>
            <pc:docMk/>
            <pc:sldMk cId="3723139618" sldId="2140756841"/>
            <ac:picMk id="87" creationId="{6715B38B-FEB6-5F3F-EAC8-20470CA7043A}"/>
          </ac:picMkLst>
        </pc:picChg>
        <pc:cxnChg chg="mod">
          <ac:chgData name="Arthur Tala" userId="cee2fe4f-e969-4a5c-a84d-e0719e8c0270" providerId="ADAL" clId="{9833CEE9-86D0-472E-AE4B-68E37BB2DE0E}" dt="2025-09-24T22:32:38.092" v="489" actId="1076"/>
          <ac:cxnSpMkLst>
            <pc:docMk/>
            <pc:sldMk cId="3723139618" sldId="2140756841"/>
            <ac:cxnSpMk id="7" creationId="{FBAB9440-5955-2FB0-1A99-D48A361AD361}"/>
          </ac:cxnSpMkLst>
        </pc:cxnChg>
        <pc:cxnChg chg="mod">
          <ac:chgData name="Arthur Tala" userId="cee2fe4f-e969-4a5c-a84d-e0719e8c0270" providerId="ADAL" clId="{9833CEE9-86D0-472E-AE4B-68E37BB2DE0E}" dt="2025-09-24T22:32:38.092" v="489" actId="1076"/>
          <ac:cxnSpMkLst>
            <pc:docMk/>
            <pc:sldMk cId="3723139618" sldId="2140756841"/>
            <ac:cxnSpMk id="9" creationId="{4DB85D50-BEE0-2C90-340F-B1DDB7FBA6BF}"/>
          </ac:cxnSpMkLst>
        </pc:cxnChg>
        <pc:cxnChg chg="mod">
          <ac:chgData name="Arthur Tala" userId="cee2fe4f-e969-4a5c-a84d-e0719e8c0270" providerId="ADAL" clId="{9833CEE9-86D0-472E-AE4B-68E37BB2DE0E}" dt="2025-09-23T16:11:37.437" v="13" actId="571"/>
          <ac:cxnSpMkLst>
            <pc:docMk/>
            <pc:sldMk cId="3723139618" sldId="2140756841"/>
            <ac:cxnSpMk id="59" creationId="{E929ABC8-BBC9-F667-12CB-3FB9CF63692B}"/>
          </ac:cxnSpMkLst>
        </pc:cxnChg>
        <pc:cxnChg chg="mod">
          <ac:chgData name="Arthur Tala" userId="cee2fe4f-e969-4a5c-a84d-e0719e8c0270" providerId="ADAL" clId="{9833CEE9-86D0-472E-AE4B-68E37BB2DE0E}" dt="2025-09-23T16:11:37.437" v="13" actId="571"/>
          <ac:cxnSpMkLst>
            <pc:docMk/>
            <pc:sldMk cId="3723139618" sldId="2140756841"/>
            <ac:cxnSpMk id="61" creationId="{7AC9A2B3-366E-66B3-E939-93DB3FBA533E}"/>
          </ac:cxnSpMkLst>
        </pc:cxnChg>
        <pc:cxnChg chg="mod">
          <ac:chgData name="Arthur Tala" userId="cee2fe4f-e969-4a5c-a84d-e0719e8c0270" providerId="ADAL" clId="{9833CEE9-86D0-472E-AE4B-68E37BB2DE0E}" dt="2025-09-23T16:11:39.375" v="14" actId="571"/>
          <ac:cxnSpMkLst>
            <pc:docMk/>
            <pc:sldMk cId="3723139618" sldId="2140756841"/>
            <ac:cxnSpMk id="77" creationId="{A2190519-D104-4455-527A-68CAB3E9241B}"/>
          </ac:cxnSpMkLst>
        </pc:cxnChg>
        <pc:cxnChg chg="mod">
          <ac:chgData name="Arthur Tala" userId="cee2fe4f-e969-4a5c-a84d-e0719e8c0270" providerId="ADAL" clId="{9833CEE9-86D0-472E-AE4B-68E37BB2DE0E}" dt="2025-09-23T16:11:39.375" v="14" actId="571"/>
          <ac:cxnSpMkLst>
            <pc:docMk/>
            <pc:sldMk cId="3723139618" sldId="2140756841"/>
            <ac:cxnSpMk id="79" creationId="{F1C1BFC5-F55F-BE23-D8D4-E619F5FEAB42}"/>
          </ac:cxnSpMkLst>
        </pc:cxnChg>
      </pc:sldChg>
      <pc:sldChg chg="delSp modSp mod">
        <pc:chgData name="Arthur Tala" userId="cee2fe4f-e969-4a5c-a84d-e0719e8c0270" providerId="ADAL" clId="{9833CEE9-86D0-472E-AE4B-68E37BB2DE0E}" dt="2025-09-24T08:36:25.353" v="424" actId="167"/>
        <pc:sldMkLst>
          <pc:docMk/>
          <pc:sldMk cId="3425866885" sldId="2140756848"/>
        </pc:sldMkLst>
        <pc:spChg chg="mod">
          <ac:chgData name="Arthur Tala" userId="cee2fe4f-e969-4a5c-a84d-e0719e8c0270" providerId="ADAL" clId="{9833CEE9-86D0-472E-AE4B-68E37BB2DE0E}" dt="2025-09-23T16:23:23.110" v="337" actId="1076"/>
          <ac:spMkLst>
            <pc:docMk/>
            <pc:sldMk cId="3425866885" sldId="2140756848"/>
            <ac:spMk id="50" creationId="{7EE28754-EA33-5301-0D6A-BA219D740707}"/>
          </ac:spMkLst>
        </pc:spChg>
        <pc:graphicFrameChg chg="mod ord modGraphic">
          <ac:chgData name="Arthur Tala" userId="cee2fe4f-e969-4a5c-a84d-e0719e8c0270" providerId="ADAL" clId="{9833CEE9-86D0-472E-AE4B-68E37BB2DE0E}" dt="2025-09-24T08:36:25.353" v="424" actId="167"/>
          <ac:graphicFrameMkLst>
            <pc:docMk/>
            <pc:sldMk cId="3425866885" sldId="2140756848"/>
            <ac:graphicFrameMk id="25" creationId="{531FEA94-8E54-FD72-6D92-35229AD54A44}"/>
          </ac:graphicFrameMkLst>
        </pc:graphicFrameChg>
      </pc:sldChg>
      <pc:sldChg chg="delSp modSp mod">
        <pc:chgData name="Arthur Tala" userId="cee2fe4f-e969-4a5c-a84d-e0719e8c0270" providerId="ADAL" clId="{9833CEE9-86D0-472E-AE4B-68E37BB2DE0E}" dt="2025-09-24T08:35:32.026" v="423" actId="1076"/>
        <pc:sldMkLst>
          <pc:docMk/>
          <pc:sldMk cId="2121529982" sldId="2140756849"/>
        </pc:sldMkLst>
        <pc:picChg chg="mod">
          <ac:chgData name="Arthur Tala" userId="cee2fe4f-e969-4a5c-a84d-e0719e8c0270" providerId="ADAL" clId="{9833CEE9-86D0-472E-AE4B-68E37BB2DE0E}" dt="2025-09-24T08:35:32.026" v="423" actId="1076"/>
          <ac:picMkLst>
            <pc:docMk/>
            <pc:sldMk cId="2121529982" sldId="2140756849"/>
            <ac:picMk id="52" creationId="{7A1848B3-CFB0-6AB1-7326-70100F540FAF}"/>
          </ac:picMkLst>
        </pc:picChg>
        <pc:cxnChg chg="mod">
          <ac:chgData name="Arthur Tala" userId="cee2fe4f-e969-4a5c-a84d-e0719e8c0270" providerId="ADAL" clId="{9833CEE9-86D0-472E-AE4B-68E37BB2DE0E}" dt="2025-09-24T08:35:32.026" v="423" actId="1076"/>
          <ac:cxnSpMkLst>
            <pc:docMk/>
            <pc:sldMk cId="2121529982" sldId="2140756849"/>
            <ac:cxnSpMk id="74" creationId="{35A81F43-891B-FCB9-A9E2-D6A949B124BF}"/>
          </ac:cxnSpMkLst>
        </pc:cxnChg>
      </pc:sldChg>
      <pc:sldChg chg="del">
        <pc:chgData name="Arthur Tala" userId="cee2fe4f-e969-4a5c-a84d-e0719e8c0270" providerId="ADAL" clId="{9833CEE9-86D0-472E-AE4B-68E37BB2DE0E}" dt="2025-09-23T16:21:49.641" v="258" actId="47"/>
        <pc:sldMkLst>
          <pc:docMk/>
          <pc:sldMk cId="3294113677" sldId="2140756850"/>
        </pc:sldMkLst>
      </pc:sldChg>
      <pc:sldChg chg="addSp delSp modSp mod">
        <pc:chgData name="Arthur Tala" userId="cee2fe4f-e969-4a5c-a84d-e0719e8c0270" providerId="ADAL" clId="{9833CEE9-86D0-472E-AE4B-68E37BB2DE0E}" dt="2025-09-23T16:21:20.797" v="257" actId="478"/>
        <pc:sldMkLst>
          <pc:docMk/>
          <pc:sldMk cId="1230684289" sldId="2140756851"/>
        </pc:sldMkLst>
      </pc:sldChg>
      <pc:sldChg chg="addSp delSp modSp mod">
        <pc:chgData name="Arthur Tala" userId="cee2fe4f-e969-4a5c-a84d-e0719e8c0270" providerId="ADAL" clId="{9833CEE9-86D0-472E-AE4B-68E37BB2DE0E}" dt="2025-09-24T22:36:48.520" v="526" actId="1076"/>
        <pc:sldMkLst>
          <pc:docMk/>
          <pc:sldMk cId="3645766155" sldId="2140756852"/>
        </pc:sldMkLst>
        <pc:spChg chg="add mod">
          <ac:chgData name="Arthur Tala" userId="cee2fe4f-e969-4a5c-a84d-e0719e8c0270" providerId="ADAL" clId="{9833CEE9-86D0-472E-AE4B-68E37BB2DE0E}" dt="2025-09-23T16:22:12.505" v="265" actId="20577"/>
          <ac:spMkLst>
            <pc:docMk/>
            <pc:sldMk cId="3645766155" sldId="2140756852"/>
            <ac:spMk id="5" creationId="{4861BBB1-1890-3FF6-E685-38ABFA5C0D45}"/>
          </ac:spMkLst>
        </pc:spChg>
        <pc:spChg chg="mod">
          <ac:chgData name="Arthur Tala" userId="cee2fe4f-e969-4a5c-a84d-e0719e8c0270" providerId="ADAL" clId="{9833CEE9-86D0-472E-AE4B-68E37BB2DE0E}" dt="2025-09-24T22:36:07.798" v="523" actId="14100"/>
          <ac:spMkLst>
            <pc:docMk/>
            <pc:sldMk cId="3645766155" sldId="2140756852"/>
            <ac:spMk id="69" creationId="{AE095687-F14D-19A0-9AEA-E3EDDC39124D}"/>
          </ac:spMkLst>
        </pc:spChg>
        <pc:spChg chg="mod">
          <ac:chgData name="Arthur Tala" userId="cee2fe4f-e969-4a5c-a84d-e0719e8c0270" providerId="ADAL" clId="{9833CEE9-86D0-472E-AE4B-68E37BB2DE0E}" dt="2025-09-24T08:37:03.915" v="426" actId="14100"/>
          <ac:spMkLst>
            <pc:docMk/>
            <pc:sldMk cId="3645766155" sldId="2140756852"/>
            <ac:spMk id="77" creationId="{22540162-EF9E-06D9-25A0-A45A9DB1CFB8}"/>
          </ac:spMkLst>
        </pc:spChg>
        <pc:spChg chg="mod">
          <ac:chgData name="Arthur Tala" userId="cee2fe4f-e969-4a5c-a84d-e0719e8c0270" providerId="ADAL" clId="{9833CEE9-86D0-472E-AE4B-68E37BB2DE0E}" dt="2025-09-24T22:36:48.520" v="526" actId="1076"/>
          <ac:spMkLst>
            <pc:docMk/>
            <pc:sldMk cId="3645766155" sldId="2140756852"/>
            <ac:spMk id="86" creationId="{ED0A8E5A-7047-5FB8-D2ED-524F977A8C03}"/>
          </ac:spMkLst>
        </pc:spChg>
        <pc:picChg chg="mod ord">
          <ac:chgData name="Arthur Tala" userId="cee2fe4f-e969-4a5c-a84d-e0719e8c0270" providerId="ADAL" clId="{9833CEE9-86D0-472E-AE4B-68E37BB2DE0E}" dt="2025-09-24T22:36:37.969" v="525" actId="166"/>
          <ac:picMkLst>
            <pc:docMk/>
            <pc:sldMk cId="3645766155" sldId="2140756852"/>
            <ac:picMk id="79" creationId="{AFD488CF-3CF0-533B-585A-68240282483E}"/>
          </ac:picMkLst>
        </pc:picChg>
        <pc:cxnChg chg="mod ord">
          <ac:chgData name="Arthur Tala" userId="cee2fe4f-e969-4a5c-a84d-e0719e8c0270" providerId="ADAL" clId="{9833CEE9-86D0-472E-AE4B-68E37BB2DE0E}" dt="2025-09-24T22:36:37.969" v="525" actId="166"/>
          <ac:cxnSpMkLst>
            <pc:docMk/>
            <pc:sldMk cId="3645766155" sldId="2140756852"/>
            <ac:cxnSpMk id="80" creationId="{F3CDE516-CBAD-7908-1A4E-ADED8021570C}"/>
          </ac:cxnSpMkLst>
        </pc:cxnChg>
      </pc:sldChg>
    </pc:docChg>
  </pc:docChgLst>
  <pc:docChgLst>
    <pc:chgData name="Emma Delcourt" userId="09045d03-e459-4674-9a1c-a53a31dddb4e" providerId="ADAL" clId="{F69D2234-1ACA-47CF-B963-AF1A4838809D}"/>
    <pc:docChg chg="custSel modSld">
      <pc:chgData name="Emma Delcourt" userId="09045d03-e459-4674-9a1c-a53a31dddb4e" providerId="ADAL" clId="{F69D2234-1ACA-47CF-B963-AF1A4838809D}" dt="2024-11-20T13:48:53.520" v="218" actId="14100"/>
      <pc:docMkLst>
        <pc:docMk/>
      </pc:docMkLst>
      <pc:sldChg chg="addSp delSp modSp mod">
        <pc:chgData name="Emma Delcourt" userId="09045d03-e459-4674-9a1c-a53a31dddb4e" providerId="ADAL" clId="{F69D2234-1ACA-47CF-B963-AF1A4838809D}" dt="2024-11-20T13:48:53.520" v="218" actId="14100"/>
        <pc:sldMkLst>
          <pc:docMk/>
          <pc:sldMk cId="638239128" sldId="2140756839"/>
        </pc:sldMkLst>
      </pc:sldChg>
      <pc:sldChg chg="modSp mod">
        <pc:chgData name="Emma Delcourt" userId="09045d03-e459-4674-9a1c-a53a31dddb4e" providerId="ADAL" clId="{F69D2234-1ACA-47CF-B963-AF1A4838809D}" dt="2024-11-20T13:37:40.732" v="136" actId="20577"/>
        <pc:sldMkLst>
          <pc:docMk/>
          <pc:sldMk cId="1760759650" sldId="2140756840"/>
        </pc:sldMkLst>
      </pc:sldChg>
    </pc:docChg>
  </pc:docChgLst>
  <pc:docChgLst>
    <pc:chgData name="Paul Madeline" userId="47e30129-2e66-4505-a13e-ddea7fcff911" providerId="ADAL" clId="{FBFCB235-449D-4DB5-9740-80100C040AF4}"/>
    <pc:docChg chg="undo redo custSel modSld">
      <pc:chgData name="Paul Madeline" userId="47e30129-2e66-4505-a13e-ddea7fcff911" providerId="ADAL" clId="{FBFCB235-449D-4DB5-9740-80100C040AF4}" dt="2025-07-02T13:35:48.648" v="548" actId="1076"/>
      <pc:docMkLst>
        <pc:docMk/>
      </pc:docMkLst>
      <pc:sldChg chg="addSp modSp mod">
        <pc:chgData name="Paul Madeline" userId="47e30129-2e66-4505-a13e-ddea7fcff911" providerId="ADAL" clId="{FBFCB235-449D-4DB5-9740-80100C040AF4}" dt="2025-07-02T13:33:37.691" v="542" actId="1038"/>
        <pc:sldMkLst>
          <pc:docMk/>
          <pc:sldMk cId="1079948184" sldId="2140756847"/>
        </pc:sldMkLst>
      </pc:sldChg>
      <pc:sldChg chg="modSp mod">
        <pc:chgData name="Paul Madeline" userId="47e30129-2e66-4505-a13e-ddea7fcff911" providerId="ADAL" clId="{FBFCB235-449D-4DB5-9740-80100C040AF4}" dt="2025-07-02T13:35:48.648" v="548" actId="1076"/>
        <pc:sldMkLst>
          <pc:docMk/>
          <pc:sldMk cId="3425866885" sldId="2140756848"/>
        </pc:sldMkLst>
      </pc:sldChg>
      <pc:sldChg chg="modSp mod">
        <pc:chgData name="Paul Madeline" userId="47e30129-2e66-4505-a13e-ddea7fcff911" providerId="ADAL" clId="{FBFCB235-449D-4DB5-9740-80100C040AF4}" dt="2025-07-02T13:35:18.767" v="547" actId="20577"/>
        <pc:sldMkLst>
          <pc:docMk/>
          <pc:sldMk cId="3294113677" sldId="2140756850"/>
        </pc:sldMkLst>
      </pc:sldChg>
    </pc:docChg>
  </pc:docChgLst>
  <pc:docChgLst>
    <pc:chgData name="Arthur Tala" userId="cee2fe4f-e969-4a5c-a84d-e0719e8c0270" providerId="ADAL" clId="{26B0D65B-DB45-4011-80BB-24C3A753DE9C}"/>
    <pc:docChg chg="undo custSel addSld delSld modSld">
      <pc:chgData name="Arthur Tala" userId="cee2fe4f-e969-4a5c-a84d-e0719e8c0270" providerId="ADAL" clId="{26B0D65B-DB45-4011-80BB-24C3A753DE9C}" dt="2025-12-02T13:03:57.530" v="147" actId="2696"/>
      <pc:docMkLst>
        <pc:docMk/>
      </pc:docMkLst>
      <pc:sldChg chg="modSp mod">
        <pc:chgData name="Arthur Tala" userId="cee2fe4f-e969-4a5c-a84d-e0719e8c0270" providerId="ADAL" clId="{26B0D65B-DB45-4011-80BB-24C3A753DE9C}" dt="2025-12-01T17:11:27.877" v="1" actId="20577"/>
        <pc:sldMkLst>
          <pc:docMk/>
          <pc:sldMk cId="1352561042" sldId="257"/>
        </pc:sldMkLst>
        <pc:spChg chg="mod">
          <ac:chgData name="Arthur Tala" userId="cee2fe4f-e969-4a5c-a84d-e0719e8c0270" providerId="ADAL" clId="{26B0D65B-DB45-4011-80BB-24C3A753DE9C}" dt="2025-12-01T17:11:27.877" v="1" actId="20577"/>
          <ac:spMkLst>
            <pc:docMk/>
            <pc:sldMk cId="1352561042" sldId="257"/>
            <ac:spMk id="4" creationId="{C0CBD091-D4B5-A773-4E89-4AD2241BC9BE}"/>
          </ac:spMkLst>
        </pc:spChg>
      </pc:sldChg>
      <pc:sldChg chg="addSp delSp modSp mod">
        <pc:chgData name="Arthur Tala" userId="cee2fe4f-e969-4a5c-a84d-e0719e8c0270" providerId="ADAL" clId="{26B0D65B-DB45-4011-80BB-24C3A753DE9C}" dt="2025-12-01T17:16:31.301" v="25" actId="478"/>
        <pc:sldMkLst>
          <pc:docMk/>
          <pc:sldMk cId="3723139618" sldId="2140756841"/>
        </pc:sldMkLst>
        <pc:spChg chg="mod">
          <ac:chgData name="Arthur Tala" userId="cee2fe4f-e969-4a5c-a84d-e0719e8c0270" providerId="ADAL" clId="{26B0D65B-DB45-4011-80BB-24C3A753DE9C}" dt="2025-12-01T17:12:46.573" v="20" actId="692"/>
          <ac:spMkLst>
            <pc:docMk/>
            <pc:sldMk cId="3723139618" sldId="2140756841"/>
            <ac:spMk id="11" creationId="{057AEE04-B0B9-D45B-E44C-6FFBCE332398}"/>
          </ac:spMkLst>
        </pc:spChg>
        <pc:grpChg chg="add del">
          <ac:chgData name="Arthur Tala" userId="cee2fe4f-e969-4a5c-a84d-e0719e8c0270" providerId="ADAL" clId="{26B0D65B-DB45-4011-80BB-24C3A753DE9C}" dt="2025-12-01T17:16:31.301" v="25" actId="478"/>
          <ac:grpSpMkLst>
            <pc:docMk/>
            <pc:sldMk cId="3723139618" sldId="2140756841"/>
            <ac:grpSpMk id="30" creationId="{D4BC91D1-570C-FDCC-2D97-5C2AAEABB8D0}"/>
          </ac:grpSpMkLst>
        </pc:grpChg>
        <pc:picChg chg="add del">
          <ac:chgData name="Arthur Tala" userId="cee2fe4f-e969-4a5c-a84d-e0719e8c0270" providerId="ADAL" clId="{26B0D65B-DB45-4011-80BB-24C3A753DE9C}" dt="2025-12-01T17:16:31.301" v="25" actId="478"/>
          <ac:picMkLst>
            <pc:docMk/>
            <pc:sldMk cId="3723139618" sldId="2140756841"/>
            <ac:picMk id="1032" creationId="{F7F2E3FE-ED66-20AA-B965-5D2D041C5A29}"/>
          </ac:picMkLst>
        </pc:picChg>
      </pc:sldChg>
      <pc:sldChg chg="addSp delSp modSp del mod">
        <pc:chgData name="Arthur Tala" userId="cee2fe4f-e969-4a5c-a84d-e0719e8c0270" providerId="ADAL" clId="{26B0D65B-DB45-4011-80BB-24C3A753DE9C}" dt="2025-12-02T13:03:57.530" v="147" actId="2696"/>
        <pc:sldMkLst>
          <pc:docMk/>
          <pc:sldMk cId="1230684289" sldId="2140756851"/>
        </pc:sldMkLst>
        <pc:spChg chg="add del">
          <ac:chgData name="Arthur Tala" userId="cee2fe4f-e969-4a5c-a84d-e0719e8c0270" providerId="ADAL" clId="{26B0D65B-DB45-4011-80BB-24C3A753DE9C}" dt="2025-12-01T17:19:58.998" v="68" actId="478"/>
          <ac:spMkLst>
            <pc:docMk/>
            <pc:sldMk cId="1230684289" sldId="2140756851"/>
            <ac:spMk id="3" creationId="{D362B555-D388-AA30-962A-7E81F013A746}"/>
          </ac:spMkLst>
        </pc:spChg>
        <pc:spChg chg="mod">
          <ac:chgData name="Arthur Tala" userId="cee2fe4f-e969-4a5c-a84d-e0719e8c0270" providerId="ADAL" clId="{26B0D65B-DB45-4011-80BB-24C3A753DE9C}" dt="2025-12-01T17:20:00.303" v="70" actId="1076"/>
          <ac:spMkLst>
            <pc:docMk/>
            <pc:sldMk cId="1230684289" sldId="2140756851"/>
            <ac:spMk id="4" creationId="{4C9774D5-2EEF-7C42-9F5C-C0C70291019D}"/>
          </ac:spMkLst>
        </pc:spChg>
        <pc:spChg chg="mod">
          <ac:chgData name="Arthur Tala" userId="cee2fe4f-e969-4a5c-a84d-e0719e8c0270" providerId="ADAL" clId="{26B0D65B-DB45-4011-80BB-24C3A753DE9C}" dt="2025-12-01T17:19:59.595" v="69" actId="1076"/>
          <ac:spMkLst>
            <pc:docMk/>
            <pc:sldMk cId="1230684289" sldId="2140756851"/>
            <ac:spMk id="5" creationId="{91562FF6-00AC-7C3A-8A62-1079072110EC}"/>
          </ac:spMkLst>
        </pc:spChg>
        <pc:spChg chg="mod">
          <ac:chgData name="Arthur Tala" userId="cee2fe4f-e969-4a5c-a84d-e0719e8c0270" providerId="ADAL" clId="{26B0D65B-DB45-4011-80BB-24C3A753DE9C}" dt="2025-12-01T17:20:00.303" v="70" actId="1076"/>
          <ac:spMkLst>
            <pc:docMk/>
            <pc:sldMk cId="1230684289" sldId="2140756851"/>
            <ac:spMk id="14" creationId="{3889A245-12AB-8858-BF69-7DA5928A539A}"/>
          </ac:spMkLst>
        </pc:spChg>
        <pc:spChg chg="mod">
          <ac:chgData name="Arthur Tala" userId="cee2fe4f-e969-4a5c-a84d-e0719e8c0270" providerId="ADAL" clId="{26B0D65B-DB45-4011-80BB-24C3A753DE9C}" dt="2025-12-01T17:20:00.303" v="70" actId="1076"/>
          <ac:spMkLst>
            <pc:docMk/>
            <pc:sldMk cId="1230684289" sldId="2140756851"/>
            <ac:spMk id="15" creationId="{484DDEEC-D1E4-6996-AB3E-275B91CDC938}"/>
          </ac:spMkLst>
        </pc:spChg>
        <pc:spChg chg="mod">
          <ac:chgData name="Arthur Tala" userId="cee2fe4f-e969-4a5c-a84d-e0719e8c0270" providerId="ADAL" clId="{26B0D65B-DB45-4011-80BB-24C3A753DE9C}" dt="2025-12-01T17:20:00.303" v="70" actId="1076"/>
          <ac:spMkLst>
            <pc:docMk/>
            <pc:sldMk cId="1230684289" sldId="2140756851"/>
            <ac:spMk id="16" creationId="{3B745815-5C8B-FC3B-564E-B2F9132567B1}"/>
          </ac:spMkLst>
        </pc:spChg>
        <pc:spChg chg="mod">
          <ac:chgData name="Arthur Tala" userId="cee2fe4f-e969-4a5c-a84d-e0719e8c0270" providerId="ADAL" clId="{26B0D65B-DB45-4011-80BB-24C3A753DE9C}" dt="2025-12-01T17:19:59.595" v="69" actId="1076"/>
          <ac:spMkLst>
            <pc:docMk/>
            <pc:sldMk cId="1230684289" sldId="2140756851"/>
            <ac:spMk id="17" creationId="{3D32FC76-C607-A3D0-22EA-6B69E6859E89}"/>
          </ac:spMkLst>
        </pc:spChg>
        <pc:spChg chg="mod">
          <ac:chgData name="Arthur Tala" userId="cee2fe4f-e969-4a5c-a84d-e0719e8c0270" providerId="ADAL" clId="{26B0D65B-DB45-4011-80BB-24C3A753DE9C}" dt="2025-12-01T17:20:00.303" v="70" actId="1076"/>
          <ac:spMkLst>
            <pc:docMk/>
            <pc:sldMk cId="1230684289" sldId="2140756851"/>
            <ac:spMk id="20" creationId="{6E17F5D3-8653-5FEB-6DB8-91E84128B2AB}"/>
          </ac:spMkLst>
        </pc:spChg>
        <pc:spChg chg="mod">
          <ac:chgData name="Arthur Tala" userId="cee2fe4f-e969-4a5c-a84d-e0719e8c0270" providerId="ADAL" clId="{26B0D65B-DB45-4011-80BB-24C3A753DE9C}" dt="2025-12-01T17:20:00.303" v="70" actId="1076"/>
          <ac:spMkLst>
            <pc:docMk/>
            <pc:sldMk cId="1230684289" sldId="2140756851"/>
            <ac:spMk id="23" creationId="{B15B6495-C595-FB10-C0DB-51510BDD64E1}"/>
          </ac:spMkLst>
        </pc:spChg>
        <pc:spChg chg="mod">
          <ac:chgData name="Arthur Tala" userId="cee2fe4f-e969-4a5c-a84d-e0719e8c0270" providerId="ADAL" clId="{26B0D65B-DB45-4011-80BB-24C3A753DE9C}" dt="2025-12-01T17:20:00.303" v="70" actId="1076"/>
          <ac:spMkLst>
            <pc:docMk/>
            <pc:sldMk cId="1230684289" sldId="2140756851"/>
            <ac:spMk id="26" creationId="{21B7C155-1DE3-0407-14E3-133399610F1B}"/>
          </ac:spMkLst>
        </pc:spChg>
        <pc:spChg chg="mod">
          <ac:chgData name="Arthur Tala" userId="cee2fe4f-e969-4a5c-a84d-e0719e8c0270" providerId="ADAL" clId="{26B0D65B-DB45-4011-80BB-24C3A753DE9C}" dt="2025-12-01T17:20:00.303" v="70" actId="1076"/>
          <ac:spMkLst>
            <pc:docMk/>
            <pc:sldMk cId="1230684289" sldId="2140756851"/>
            <ac:spMk id="28" creationId="{4EF60C3E-7ECE-091A-1A62-446BBE01A377}"/>
          </ac:spMkLst>
        </pc:spChg>
        <pc:spChg chg="mod">
          <ac:chgData name="Arthur Tala" userId="cee2fe4f-e969-4a5c-a84d-e0719e8c0270" providerId="ADAL" clId="{26B0D65B-DB45-4011-80BB-24C3A753DE9C}" dt="2025-12-01T17:20:00.303" v="70" actId="1076"/>
          <ac:spMkLst>
            <pc:docMk/>
            <pc:sldMk cId="1230684289" sldId="2140756851"/>
            <ac:spMk id="31" creationId="{67480089-1ABF-50EF-1E55-A0A43CFCB202}"/>
          </ac:spMkLst>
        </pc:spChg>
        <pc:spChg chg="mod">
          <ac:chgData name="Arthur Tala" userId="cee2fe4f-e969-4a5c-a84d-e0719e8c0270" providerId="ADAL" clId="{26B0D65B-DB45-4011-80BB-24C3A753DE9C}" dt="2025-12-01T17:20:00.303" v="70" actId="1076"/>
          <ac:spMkLst>
            <pc:docMk/>
            <pc:sldMk cId="1230684289" sldId="2140756851"/>
            <ac:spMk id="60" creationId="{2160ADDA-17AC-B25D-9F3A-D290C8468023}"/>
          </ac:spMkLst>
        </pc:spChg>
        <pc:grpChg chg="mod">
          <ac:chgData name="Arthur Tala" userId="cee2fe4f-e969-4a5c-a84d-e0719e8c0270" providerId="ADAL" clId="{26B0D65B-DB45-4011-80BB-24C3A753DE9C}" dt="2025-12-01T17:19:51.855" v="66" actId="14100"/>
          <ac:grpSpMkLst>
            <pc:docMk/>
            <pc:sldMk cId="1230684289" sldId="2140756851"/>
            <ac:grpSpMk id="19" creationId="{0A19234F-0CA6-D52A-8115-13F8A1D4B30C}"/>
          </ac:grpSpMkLst>
        </pc:grpChg>
        <pc:graphicFrameChg chg="mod modGraphic">
          <ac:chgData name="Arthur Tala" userId="cee2fe4f-e969-4a5c-a84d-e0719e8c0270" providerId="ADAL" clId="{26B0D65B-DB45-4011-80BB-24C3A753DE9C}" dt="2025-12-01T17:20:59.407" v="78" actId="6549"/>
          <ac:graphicFrameMkLst>
            <pc:docMk/>
            <pc:sldMk cId="1230684289" sldId="2140756851"/>
            <ac:graphicFrameMk id="59" creationId="{9B2C147A-5CD3-0DB1-36AD-F7247FFFF9CC}"/>
          </ac:graphicFrameMkLst>
        </pc:graphicFrameChg>
      </pc:sldChg>
      <pc:sldChg chg="modSp mod">
        <pc:chgData name="Arthur Tala" userId="cee2fe4f-e969-4a5c-a84d-e0719e8c0270" providerId="ADAL" clId="{26B0D65B-DB45-4011-80BB-24C3A753DE9C}" dt="2025-12-01T17:15:42.611" v="23" actId="1076"/>
        <pc:sldMkLst>
          <pc:docMk/>
          <pc:sldMk cId="3645766155" sldId="2140756852"/>
        </pc:sldMkLst>
        <pc:spChg chg="mod">
          <ac:chgData name="Arthur Tala" userId="cee2fe4f-e969-4a5c-a84d-e0719e8c0270" providerId="ADAL" clId="{26B0D65B-DB45-4011-80BB-24C3A753DE9C}" dt="2025-12-01T17:15:37.321" v="22" actId="1076"/>
          <ac:spMkLst>
            <pc:docMk/>
            <pc:sldMk cId="3645766155" sldId="2140756852"/>
            <ac:spMk id="81" creationId="{F6A8B898-02F9-2048-9A3C-E50459D34A81}"/>
          </ac:spMkLst>
        </pc:spChg>
        <pc:picChg chg="mod">
          <ac:chgData name="Arthur Tala" userId="cee2fe4f-e969-4a5c-a84d-e0719e8c0270" providerId="ADAL" clId="{26B0D65B-DB45-4011-80BB-24C3A753DE9C}" dt="2025-12-01T17:15:42.611" v="23" actId="1076"/>
          <ac:picMkLst>
            <pc:docMk/>
            <pc:sldMk cId="3645766155" sldId="2140756852"/>
            <ac:picMk id="79" creationId="{AFD488CF-3CF0-533B-585A-68240282483E}"/>
          </ac:picMkLst>
        </pc:picChg>
        <pc:cxnChg chg="mod">
          <ac:chgData name="Arthur Tala" userId="cee2fe4f-e969-4a5c-a84d-e0719e8c0270" providerId="ADAL" clId="{26B0D65B-DB45-4011-80BB-24C3A753DE9C}" dt="2025-12-01T17:15:30.699" v="21" actId="1076"/>
          <ac:cxnSpMkLst>
            <pc:docMk/>
            <pc:sldMk cId="3645766155" sldId="2140756852"/>
            <ac:cxnSpMk id="80" creationId="{F3CDE516-CBAD-7908-1A4E-ADED8021570C}"/>
          </ac:cxnSpMkLst>
        </pc:cxnChg>
      </pc:sldChg>
      <pc:sldChg chg="addSp delSp modSp add mod">
        <pc:chgData name="Arthur Tala" userId="cee2fe4f-e969-4a5c-a84d-e0719e8c0270" providerId="ADAL" clId="{26B0D65B-DB45-4011-80BB-24C3A753DE9C}" dt="2025-12-01T17:30:46.851" v="146" actId="1076"/>
        <pc:sldMkLst>
          <pc:docMk/>
          <pc:sldMk cId="3571271944" sldId="2140756853"/>
        </pc:sldMkLst>
        <pc:spChg chg="del mod">
          <ac:chgData name="Arthur Tala" userId="cee2fe4f-e969-4a5c-a84d-e0719e8c0270" providerId="ADAL" clId="{26B0D65B-DB45-4011-80BB-24C3A753DE9C}" dt="2025-12-01T17:25:52.510" v="98" actId="478"/>
          <ac:spMkLst>
            <pc:docMk/>
            <pc:sldMk cId="3571271944" sldId="2140756853"/>
            <ac:spMk id="4" creationId="{80F733DC-158E-9B98-47E9-50B8631A21CB}"/>
          </ac:spMkLst>
        </pc:spChg>
        <pc:spChg chg="del mod">
          <ac:chgData name="Arthur Tala" userId="cee2fe4f-e969-4a5c-a84d-e0719e8c0270" providerId="ADAL" clId="{26B0D65B-DB45-4011-80BB-24C3A753DE9C}" dt="2025-12-01T17:25:55.507" v="99" actId="478"/>
          <ac:spMkLst>
            <pc:docMk/>
            <pc:sldMk cId="3571271944" sldId="2140756853"/>
            <ac:spMk id="5" creationId="{71239947-2FEB-F4FA-4F4A-91DCEEBFBC27}"/>
          </ac:spMkLst>
        </pc:spChg>
        <pc:spChg chg="mod">
          <ac:chgData name="Arthur Tala" userId="cee2fe4f-e969-4a5c-a84d-e0719e8c0270" providerId="ADAL" clId="{26B0D65B-DB45-4011-80BB-24C3A753DE9C}" dt="2025-12-01T17:27:31.367" v="114" actId="12789"/>
          <ac:spMkLst>
            <pc:docMk/>
            <pc:sldMk cId="3571271944" sldId="2140756853"/>
            <ac:spMk id="7" creationId="{C826E31C-B433-2FAF-786A-C63243D854C6}"/>
          </ac:spMkLst>
        </pc:spChg>
        <pc:spChg chg="mod">
          <ac:chgData name="Arthur Tala" userId="cee2fe4f-e969-4a5c-a84d-e0719e8c0270" providerId="ADAL" clId="{26B0D65B-DB45-4011-80BB-24C3A753DE9C}" dt="2025-12-01T17:26:05.974" v="102" actId="571"/>
          <ac:spMkLst>
            <pc:docMk/>
            <pc:sldMk cId="3571271944" sldId="2140756853"/>
            <ac:spMk id="10" creationId="{081197F5-75F7-78F5-2D56-8FD58C3616D4}"/>
          </ac:spMkLst>
        </pc:spChg>
        <pc:spChg chg="mod">
          <ac:chgData name="Arthur Tala" userId="cee2fe4f-e969-4a5c-a84d-e0719e8c0270" providerId="ADAL" clId="{26B0D65B-DB45-4011-80BB-24C3A753DE9C}" dt="2025-12-01T17:26:05.974" v="102" actId="571"/>
          <ac:spMkLst>
            <pc:docMk/>
            <pc:sldMk cId="3571271944" sldId="2140756853"/>
            <ac:spMk id="11" creationId="{54F8F2A3-0165-F128-446A-7A3C38D9EAD7}"/>
          </ac:spMkLst>
        </pc:spChg>
        <pc:spChg chg="mod">
          <ac:chgData name="Arthur Tala" userId="cee2fe4f-e969-4a5c-a84d-e0719e8c0270" providerId="ADAL" clId="{26B0D65B-DB45-4011-80BB-24C3A753DE9C}" dt="2025-12-01T17:30:09.572" v="143" actId="1076"/>
          <ac:spMkLst>
            <pc:docMk/>
            <pc:sldMk cId="3571271944" sldId="2140756853"/>
            <ac:spMk id="12" creationId="{CBA3F426-E6C5-8362-93BA-BA0C851C4DA3}"/>
          </ac:spMkLst>
        </pc:spChg>
        <pc:spChg chg="mod">
          <ac:chgData name="Arthur Tala" userId="cee2fe4f-e969-4a5c-a84d-e0719e8c0270" providerId="ADAL" clId="{26B0D65B-DB45-4011-80BB-24C3A753DE9C}" dt="2025-12-01T17:24:01.695" v="91" actId="164"/>
          <ac:spMkLst>
            <pc:docMk/>
            <pc:sldMk cId="3571271944" sldId="2140756853"/>
            <ac:spMk id="14" creationId="{6DD5FDE3-BB51-6479-3B89-EDFACE2BD591}"/>
          </ac:spMkLst>
        </pc:spChg>
        <pc:spChg chg="mod">
          <ac:chgData name="Arthur Tala" userId="cee2fe4f-e969-4a5c-a84d-e0719e8c0270" providerId="ADAL" clId="{26B0D65B-DB45-4011-80BB-24C3A753DE9C}" dt="2025-12-01T17:26:34.596" v="107" actId="164"/>
          <ac:spMkLst>
            <pc:docMk/>
            <pc:sldMk cId="3571271944" sldId="2140756853"/>
            <ac:spMk id="15" creationId="{6804C07C-AAA8-30D8-3855-A4BDF144400E}"/>
          </ac:spMkLst>
        </pc:spChg>
        <pc:spChg chg="mod">
          <ac:chgData name="Arthur Tala" userId="cee2fe4f-e969-4a5c-a84d-e0719e8c0270" providerId="ADAL" clId="{26B0D65B-DB45-4011-80BB-24C3A753DE9C}" dt="2025-12-01T17:26:26.271" v="105" actId="164"/>
          <ac:spMkLst>
            <pc:docMk/>
            <pc:sldMk cId="3571271944" sldId="2140756853"/>
            <ac:spMk id="16" creationId="{7646EAB7-120B-DCDE-54D5-D7BDCCF766F2}"/>
          </ac:spMkLst>
        </pc:spChg>
        <pc:spChg chg="mod">
          <ac:chgData name="Arthur Tala" userId="cee2fe4f-e969-4a5c-a84d-e0719e8c0270" providerId="ADAL" clId="{26B0D65B-DB45-4011-80BB-24C3A753DE9C}" dt="2025-12-01T17:30:46.851" v="146" actId="1076"/>
          <ac:spMkLst>
            <pc:docMk/>
            <pc:sldMk cId="3571271944" sldId="2140756853"/>
            <ac:spMk id="17" creationId="{1869CD21-B2B7-AD63-C860-B8CB2B33B310}"/>
          </ac:spMkLst>
        </pc:spChg>
        <pc:spChg chg="mod">
          <ac:chgData name="Arthur Tala" userId="cee2fe4f-e969-4a5c-a84d-e0719e8c0270" providerId="ADAL" clId="{26B0D65B-DB45-4011-80BB-24C3A753DE9C}" dt="2025-12-01T17:30:09.572" v="143" actId="1076"/>
          <ac:spMkLst>
            <pc:docMk/>
            <pc:sldMk cId="3571271944" sldId="2140756853"/>
            <ac:spMk id="18" creationId="{68E3F0EB-B9C6-AA96-416B-B8CB2744D3C3}"/>
          </ac:spMkLst>
        </pc:spChg>
        <pc:spChg chg="mod">
          <ac:chgData name="Arthur Tala" userId="cee2fe4f-e969-4a5c-a84d-e0719e8c0270" providerId="ADAL" clId="{26B0D65B-DB45-4011-80BB-24C3A753DE9C}" dt="2025-12-01T17:24:01.695" v="91" actId="164"/>
          <ac:spMkLst>
            <pc:docMk/>
            <pc:sldMk cId="3571271944" sldId="2140756853"/>
            <ac:spMk id="20" creationId="{30EB1371-1AEE-34D4-E610-9CADAD9864E6}"/>
          </ac:spMkLst>
        </pc:spChg>
        <pc:spChg chg="mod">
          <ac:chgData name="Arthur Tala" userId="cee2fe4f-e969-4a5c-a84d-e0719e8c0270" providerId="ADAL" clId="{26B0D65B-DB45-4011-80BB-24C3A753DE9C}" dt="2025-12-01T17:30:09.572" v="143" actId="1076"/>
          <ac:spMkLst>
            <pc:docMk/>
            <pc:sldMk cId="3571271944" sldId="2140756853"/>
            <ac:spMk id="21" creationId="{345CCA3C-CD17-8A8B-93D1-9839BE15C262}"/>
          </ac:spMkLst>
        </pc:spChg>
        <pc:spChg chg="mod">
          <ac:chgData name="Arthur Tala" userId="cee2fe4f-e969-4a5c-a84d-e0719e8c0270" providerId="ADAL" clId="{26B0D65B-DB45-4011-80BB-24C3A753DE9C}" dt="2025-12-01T17:30:39.694" v="144" actId="1076"/>
          <ac:spMkLst>
            <pc:docMk/>
            <pc:sldMk cId="3571271944" sldId="2140756853"/>
            <ac:spMk id="23" creationId="{741CFD37-8F54-5DB8-1DAF-1C2DF7880F39}"/>
          </ac:spMkLst>
        </pc:spChg>
        <pc:spChg chg="mod">
          <ac:chgData name="Arthur Tala" userId="cee2fe4f-e969-4a5c-a84d-e0719e8c0270" providerId="ADAL" clId="{26B0D65B-DB45-4011-80BB-24C3A753DE9C}" dt="2025-12-01T17:24:01.695" v="91" actId="164"/>
          <ac:spMkLst>
            <pc:docMk/>
            <pc:sldMk cId="3571271944" sldId="2140756853"/>
            <ac:spMk id="26" creationId="{38D0D8B7-FEF6-957E-DDE8-FBF08822F6EF}"/>
          </ac:spMkLst>
        </pc:spChg>
        <pc:spChg chg="mod">
          <ac:chgData name="Arthur Tala" userId="cee2fe4f-e969-4a5c-a84d-e0719e8c0270" providerId="ADAL" clId="{26B0D65B-DB45-4011-80BB-24C3A753DE9C}" dt="2025-12-01T17:25:49.640" v="97" actId="164"/>
          <ac:spMkLst>
            <pc:docMk/>
            <pc:sldMk cId="3571271944" sldId="2140756853"/>
            <ac:spMk id="27" creationId="{07463B23-358F-94A4-BF95-34B6D557F006}"/>
          </ac:spMkLst>
        </pc:spChg>
        <pc:spChg chg="mod">
          <ac:chgData name="Arthur Tala" userId="cee2fe4f-e969-4a5c-a84d-e0719e8c0270" providerId="ADAL" clId="{26B0D65B-DB45-4011-80BB-24C3A753DE9C}" dt="2025-12-01T17:26:26.271" v="105" actId="164"/>
          <ac:spMkLst>
            <pc:docMk/>
            <pc:sldMk cId="3571271944" sldId="2140756853"/>
            <ac:spMk id="28" creationId="{D1C31C01-7997-517D-A3C4-F4DE84628814}"/>
          </ac:spMkLst>
        </pc:spChg>
        <pc:spChg chg="mod">
          <ac:chgData name="Arthur Tala" userId="cee2fe4f-e969-4a5c-a84d-e0719e8c0270" providerId="ADAL" clId="{26B0D65B-DB45-4011-80BB-24C3A753DE9C}" dt="2025-12-01T17:26:34.596" v="107" actId="164"/>
          <ac:spMkLst>
            <pc:docMk/>
            <pc:sldMk cId="3571271944" sldId="2140756853"/>
            <ac:spMk id="31" creationId="{68608F3B-87B3-774C-078D-ED84D6101DC5}"/>
          </ac:spMkLst>
        </pc:spChg>
        <pc:spChg chg="mod">
          <ac:chgData name="Arthur Tala" userId="cee2fe4f-e969-4a5c-a84d-e0719e8c0270" providerId="ADAL" clId="{26B0D65B-DB45-4011-80BB-24C3A753DE9C}" dt="2025-12-01T17:30:43.856" v="145" actId="1076"/>
          <ac:spMkLst>
            <pc:docMk/>
            <pc:sldMk cId="3571271944" sldId="2140756853"/>
            <ac:spMk id="60" creationId="{A832FE53-3DC2-C70E-E4E0-1FA081D09DA4}"/>
          </ac:spMkLst>
        </pc:spChg>
        <pc:spChg chg="mod">
          <ac:chgData name="Arthur Tala" userId="cee2fe4f-e969-4a5c-a84d-e0719e8c0270" providerId="ADAL" clId="{26B0D65B-DB45-4011-80BB-24C3A753DE9C}" dt="2025-12-01T17:25:49.640" v="97" actId="164"/>
          <ac:spMkLst>
            <pc:docMk/>
            <pc:sldMk cId="3571271944" sldId="2140756853"/>
            <ac:spMk id="62" creationId="{B5E392D3-7C99-1EA5-9111-2D78A3676F20}"/>
          </ac:spMkLst>
        </pc:spChg>
        <pc:grpChg chg="add mod">
          <ac:chgData name="Arthur Tala" userId="cee2fe4f-e969-4a5c-a84d-e0719e8c0270" providerId="ADAL" clId="{26B0D65B-DB45-4011-80BB-24C3A753DE9C}" dt="2025-12-01T17:27:31.367" v="114" actId="12789"/>
          <ac:grpSpMkLst>
            <pc:docMk/>
            <pc:sldMk cId="3571271944" sldId="2140756853"/>
            <ac:grpSpMk id="6" creationId="{51C0EB8C-EC18-28BE-0EF8-85EAECAC65BF}"/>
          </ac:grpSpMkLst>
        </pc:grpChg>
        <pc:grpChg chg="add mod">
          <ac:chgData name="Arthur Tala" userId="cee2fe4f-e969-4a5c-a84d-e0719e8c0270" providerId="ADAL" clId="{26B0D65B-DB45-4011-80BB-24C3A753DE9C}" dt="2025-12-01T17:30:09.572" v="143" actId="1076"/>
          <ac:grpSpMkLst>
            <pc:docMk/>
            <pc:sldMk cId="3571271944" sldId="2140756853"/>
            <ac:grpSpMk id="8" creationId="{41CD3FD6-CDEC-9778-A8B8-E42BF5675CFA}"/>
          </ac:grpSpMkLst>
        </pc:grpChg>
        <pc:grpChg chg="add mod">
          <ac:chgData name="Arthur Tala" userId="cee2fe4f-e969-4a5c-a84d-e0719e8c0270" providerId="ADAL" clId="{26B0D65B-DB45-4011-80BB-24C3A753DE9C}" dt="2025-12-01T17:27:31.367" v="114" actId="12789"/>
          <ac:grpSpMkLst>
            <pc:docMk/>
            <pc:sldMk cId="3571271944" sldId="2140756853"/>
            <ac:grpSpMk id="9" creationId="{7C1DF9E8-AC34-53E4-9951-4CF1396E6D0E}"/>
          </ac:grpSpMkLst>
        </pc:grpChg>
        <pc:grpChg chg="add mod">
          <ac:chgData name="Arthur Tala" userId="cee2fe4f-e969-4a5c-a84d-e0719e8c0270" providerId="ADAL" clId="{26B0D65B-DB45-4011-80BB-24C3A753DE9C}" dt="2025-12-01T17:28:32.454" v="130" actId="1076"/>
          <ac:grpSpMkLst>
            <pc:docMk/>
            <pc:sldMk cId="3571271944" sldId="2140756853"/>
            <ac:grpSpMk id="22" creationId="{FD1BA89F-5440-81F0-9596-433A713B3882}"/>
          </ac:grpSpMkLst>
        </pc:grpChg>
        <pc:grpChg chg="add mod">
          <ac:chgData name="Arthur Tala" userId="cee2fe4f-e969-4a5c-a84d-e0719e8c0270" providerId="ADAL" clId="{26B0D65B-DB45-4011-80BB-24C3A753DE9C}" dt="2025-12-01T17:27:31.367" v="114" actId="12789"/>
          <ac:grpSpMkLst>
            <pc:docMk/>
            <pc:sldMk cId="3571271944" sldId="2140756853"/>
            <ac:grpSpMk id="24" creationId="{9CDA3E71-F28F-3A8C-2574-294BACA856DF}"/>
          </ac:grpSpMkLst>
        </pc:grpChg>
        <pc:graphicFrameChg chg="mod modGraphic">
          <ac:chgData name="Arthur Tala" userId="cee2fe4f-e969-4a5c-a84d-e0719e8c0270" providerId="ADAL" clId="{26B0D65B-DB45-4011-80BB-24C3A753DE9C}" dt="2025-12-01T17:29:29.908" v="138" actId="14734"/>
          <ac:graphicFrameMkLst>
            <pc:docMk/>
            <pc:sldMk cId="3571271944" sldId="2140756853"/>
            <ac:graphicFrameMk id="59" creationId="{CF535CA0-B426-9730-485A-FCB13AA54E20}"/>
          </ac:graphicFrameMkLst>
        </pc:graphicFrameChg>
      </pc:sldChg>
      <pc:sldChg chg="add del">
        <pc:chgData name="Arthur Tala" userId="cee2fe4f-e969-4a5c-a84d-e0719e8c0270" providerId="ADAL" clId="{26B0D65B-DB45-4011-80BB-24C3A753DE9C}" dt="2025-12-01T17:20:48.118" v="76" actId="2890"/>
        <pc:sldMkLst>
          <pc:docMk/>
          <pc:sldMk cId="3825117341" sldId="2140756853"/>
        </pc:sldMkLst>
      </pc:sldChg>
    </pc:docChg>
  </pc:docChgLst>
  <pc:docChgLst>
    <pc:chgData name="Emma Delcourt" userId="09045d03-e459-4674-9a1c-a53a31dddb4e" providerId="ADAL" clId="{3DC9FE98-37C3-4502-AE41-0766FB3E3FB2}"/>
    <pc:docChg chg="undo custSel modSld">
      <pc:chgData name="Emma Delcourt" userId="09045d03-e459-4674-9a1c-a53a31dddb4e" providerId="ADAL" clId="{3DC9FE98-37C3-4502-AE41-0766FB3E3FB2}" dt="2025-03-20T16:28:16.611" v="172" actId="20577"/>
      <pc:docMkLst>
        <pc:docMk/>
      </pc:docMkLst>
      <pc:sldChg chg="modSp mod">
        <pc:chgData name="Emma Delcourt" userId="09045d03-e459-4674-9a1c-a53a31dddb4e" providerId="ADAL" clId="{3DC9FE98-37C3-4502-AE41-0766FB3E3FB2}" dt="2025-03-20T16:28:16.611" v="172" actId="20577"/>
        <pc:sldMkLst>
          <pc:docMk/>
          <pc:sldMk cId="1352561042" sldId="257"/>
        </pc:sldMkLst>
      </pc:sldChg>
      <pc:sldChg chg="modSp mod">
        <pc:chgData name="Emma Delcourt" userId="09045d03-e459-4674-9a1c-a53a31dddb4e" providerId="ADAL" clId="{3DC9FE98-37C3-4502-AE41-0766FB3E3FB2}" dt="2025-03-20T09:22:00.106" v="170" actId="14100"/>
        <pc:sldMkLst>
          <pc:docMk/>
          <pc:sldMk cId="4212792029" sldId="2140756838"/>
        </pc:sldMkLst>
      </pc:sldChg>
      <pc:sldChg chg="addSp delSp modSp mod">
        <pc:chgData name="Emma Delcourt" userId="09045d03-e459-4674-9a1c-a53a31dddb4e" providerId="ADAL" clId="{3DC9FE98-37C3-4502-AE41-0766FB3E3FB2}" dt="2025-03-20T09:19:50.114" v="165" actId="1036"/>
        <pc:sldMkLst>
          <pc:docMk/>
          <pc:sldMk cId="3723139618" sldId="2140756841"/>
        </pc:sldMkLst>
      </pc:sldChg>
      <pc:sldChg chg="addSp delSp modSp mod">
        <pc:chgData name="Emma Delcourt" userId="09045d03-e459-4674-9a1c-a53a31dddb4e" providerId="ADAL" clId="{3DC9FE98-37C3-4502-AE41-0766FB3E3FB2}" dt="2025-03-20T09:00:42.320" v="161" actId="478"/>
        <pc:sldMkLst>
          <pc:docMk/>
          <pc:sldMk cId="824371527" sldId="2140756842"/>
        </pc:sldMkLst>
      </pc:sldChg>
    </pc:docChg>
  </pc:docChgLst>
  <pc:docChgLst>
    <pc:chgData name="Paul Madeline" userId="S::paul.madeline@mladvisory.eu::47e30129-2e66-4505-a13e-ddea7fcff911" providerId="AD" clId="Web-{BE1A3137-D6E2-D7EF-1207-5A8F9D40112F}"/>
    <pc:docChg chg="modSld">
      <pc:chgData name="Paul Madeline" userId="S::paul.madeline@mladvisory.eu::47e30129-2e66-4505-a13e-ddea7fcff911" providerId="AD" clId="Web-{BE1A3137-D6E2-D7EF-1207-5A8F9D40112F}" dt="2024-06-21T14:09:18.714" v="5"/>
      <pc:docMkLst>
        <pc:docMk/>
      </pc:docMkLst>
      <pc:sldChg chg="addSp delSp modSp">
        <pc:chgData name="Paul Madeline" userId="S::paul.madeline@mladvisory.eu::47e30129-2e66-4505-a13e-ddea7fcff911" providerId="AD" clId="Web-{BE1A3137-D6E2-D7EF-1207-5A8F9D40112F}" dt="2024-06-21T14:09:18.714" v="5"/>
        <pc:sldMkLst>
          <pc:docMk/>
          <pc:sldMk cId="1710237896" sldId="2553"/>
        </pc:sldMkLst>
      </pc:sldChg>
      <pc:sldChg chg="modSp">
        <pc:chgData name="Paul Madeline" userId="S::paul.madeline@mladvisory.eu::47e30129-2e66-4505-a13e-ddea7fcff911" providerId="AD" clId="Web-{BE1A3137-D6E2-D7EF-1207-5A8F9D40112F}" dt="2024-06-21T14:08:39.993" v="0" actId="20577"/>
        <pc:sldMkLst>
          <pc:docMk/>
          <pc:sldMk cId="2882311308" sldId="2555"/>
        </pc:sldMkLst>
      </pc:sldChg>
    </pc:docChg>
  </pc:docChgLst>
  <pc:docChgLst>
    <pc:chgData name="Emma Delcourt" userId="S::emma.delcourt@mladvisory.eu::09045d03-e459-4674-9a1c-a53a31dddb4e" providerId="AD" clId="Web-{608757A9-2CC6-15E9-6EBE-FF6F6BDAC77A}"/>
    <pc:docChg chg="modSld">
      <pc:chgData name="Emma Delcourt" userId="S::emma.delcourt@mladvisory.eu::09045d03-e459-4674-9a1c-a53a31dddb4e" providerId="AD" clId="Web-{608757A9-2CC6-15E9-6EBE-FF6F6BDAC77A}" dt="2024-12-05T08:26:46.991" v="7" actId="1076"/>
      <pc:docMkLst>
        <pc:docMk/>
      </pc:docMkLst>
      <pc:sldChg chg="addSp delSp modSp">
        <pc:chgData name="Emma Delcourt" userId="S::emma.delcourt@mladvisory.eu::09045d03-e459-4674-9a1c-a53a31dddb4e" providerId="AD" clId="Web-{608757A9-2CC6-15E9-6EBE-FF6F6BDAC77A}" dt="2024-12-05T08:26:46.991" v="7" actId="1076"/>
        <pc:sldMkLst>
          <pc:docMk/>
          <pc:sldMk cId="3723139618" sldId="2140756841"/>
        </pc:sldMkLst>
      </pc:sldChg>
    </pc:docChg>
  </pc:docChgLst>
  <pc:docChgLst>
    <pc:chgData name="Paul Madeline" userId="47e30129-2e66-4505-a13e-ddea7fcff911" providerId="ADAL" clId="{1CCEC1D7-EE4E-423C-8DAD-9A3DCCCACD87}"/>
    <pc:docChg chg="custSel modSld">
      <pc:chgData name="Paul Madeline" userId="47e30129-2e66-4505-a13e-ddea7fcff911" providerId="ADAL" clId="{1CCEC1D7-EE4E-423C-8DAD-9A3DCCCACD87}" dt="2025-06-19T16:56:44.062" v="478" actId="14100"/>
      <pc:docMkLst>
        <pc:docMk/>
      </pc:docMkLst>
      <pc:sldChg chg="addSp modSp mod">
        <pc:chgData name="Paul Madeline" userId="47e30129-2e66-4505-a13e-ddea7fcff911" providerId="ADAL" clId="{1CCEC1D7-EE4E-423C-8DAD-9A3DCCCACD87}" dt="2025-06-19T16:56:44.062" v="478" actId="14100"/>
        <pc:sldMkLst>
          <pc:docMk/>
          <pc:sldMk cId="1760759650" sldId="2140756840"/>
        </pc:sldMkLst>
      </pc:sldChg>
    </pc:docChg>
  </pc:docChgLst>
  <pc:docChgLst>
    <pc:chgData name="Emma Delcourt" userId="09045d03-e459-4674-9a1c-a53a31dddb4e" providerId="ADAL" clId="{392A62F9-8F54-4831-B59B-E0BE0F36032B}"/>
    <pc:docChg chg="undo custSel addSld delSld modSld">
      <pc:chgData name="Emma Delcourt" userId="09045d03-e459-4674-9a1c-a53a31dddb4e" providerId="ADAL" clId="{392A62F9-8F54-4831-B59B-E0BE0F36032B}" dt="2025-05-21T11:45:21.012" v="423" actId="1038"/>
      <pc:docMkLst>
        <pc:docMk/>
      </pc:docMkLst>
      <pc:sldChg chg="modSp mod">
        <pc:chgData name="Emma Delcourt" userId="09045d03-e459-4674-9a1c-a53a31dddb4e" providerId="ADAL" clId="{392A62F9-8F54-4831-B59B-E0BE0F36032B}" dt="2025-05-14T07:51:22.964" v="385" actId="1076"/>
        <pc:sldMkLst>
          <pc:docMk/>
          <pc:sldMk cId="1186307884" sldId="2140756806"/>
        </pc:sldMkLst>
      </pc:sldChg>
      <pc:sldChg chg="modSp mod">
        <pc:chgData name="Emma Delcourt" userId="09045d03-e459-4674-9a1c-a53a31dddb4e" providerId="ADAL" clId="{392A62F9-8F54-4831-B59B-E0BE0F36032B}" dt="2025-05-14T07:50:59.635" v="384" actId="20577"/>
        <pc:sldMkLst>
          <pc:docMk/>
          <pc:sldMk cId="4212792029" sldId="2140756838"/>
        </pc:sldMkLst>
      </pc:sldChg>
      <pc:sldChg chg="modSp mod">
        <pc:chgData name="Emma Delcourt" userId="09045d03-e459-4674-9a1c-a53a31dddb4e" providerId="ADAL" clId="{392A62F9-8F54-4831-B59B-E0BE0F36032B}" dt="2025-05-14T07:44:57.038" v="308" actId="20577"/>
        <pc:sldMkLst>
          <pc:docMk/>
          <pc:sldMk cId="3723139618" sldId="2140756841"/>
        </pc:sldMkLst>
      </pc:sldChg>
      <pc:sldChg chg="del">
        <pc:chgData name="Emma Delcourt" userId="09045d03-e459-4674-9a1c-a53a31dddb4e" providerId="ADAL" clId="{392A62F9-8F54-4831-B59B-E0BE0F36032B}" dt="2025-05-12T08:12:51.305" v="150" actId="47"/>
        <pc:sldMkLst>
          <pc:docMk/>
          <pc:sldMk cId="824371527" sldId="2140756842"/>
        </pc:sldMkLst>
      </pc:sldChg>
      <pc:sldChg chg="addSp delSp modSp add mod">
        <pc:chgData name="Emma Delcourt" userId="09045d03-e459-4674-9a1c-a53a31dddb4e" providerId="ADAL" clId="{392A62F9-8F54-4831-B59B-E0BE0F36032B}" dt="2025-05-14T07:49:12.361" v="361" actId="14100"/>
        <pc:sldMkLst>
          <pc:docMk/>
          <pc:sldMk cId="2898287014" sldId="2140756843"/>
        </pc:sldMkLst>
      </pc:sldChg>
    </pc:docChg>
  </pc:docChgLst>
  <pc:docChgLst>
    <pc:chgData name="Arthur Tala" userId="cee2fe4f-e969-4a5c-a84d-e0719e8c0270" providerId="ADAL" clId="{4EAAE71A-1FBC-4C47-AFC3-58B81F9C3A59}"/>
    <pc:docChg chg="modSld">
      <pc:chgData name="Arthur Tala" userId="cee2fe4f-e969-4a5c-a84d-e0719e8c0270" providerId="ADAL" clId="{4EAAE71A-1FBC-4C47-AFC3-58B81F9C3A59}" dt="2024-12-05T08:13:59.981" v="102" actId="207"/>
      <pc:docMkLst>
        <pc:docMk/>
      </pc:docMkLst>
      <pc:sldChg chg="modSp mod">
        <pc:chgData name="Arthur Tala" userId="cee2fe4f-e969-4a5c-a84d-e0719e8c0270" providerId="ADAL" clId="{4EAAE71A-1FBC-4C47-AFC3-58B81F9C3A59}" dt="2024-12-05T08:13:59.981" v="102" actId="207"/>
        <pc:sldMkLst>
          <pc:docMk/>
          <pc:sldMk cId="1760759650" sldId="2140756840"/>
        </pc:sldMkLst>
      </pc:sldChg>
    </pc:docChg>
  </pc:docChgLst>
  <pc:docChgLst>
    <pc:chgData name="Emma Delcourt" userId="09045d03-e459-4674-9a1c-a53a31dddb4e" providerId="ADAL" clId="{908AD431-A0D0-4EF4-87DE-26B0ED945C8C}"/>
    <pc:docChg chg="undo custSel addSld delSld modSld sldOrd">
      <pc:chgData name="Emma Delcourt" userId="09045d03-e459-4674-9a1c-a53a31dddb4e" providerId="ADAL" clId="{908AD431-A0D0-4EF4-87DE-26B0ED945C8C}" dt="2025-06-23T17:27:05.299" v="2723" actId="113"/>
      <pc:docMkLst>
        <pc:docMk/>
      </pc:docMkLst>
      <pc:sldChg chg="modSp mod">
        <pc:chgData name="Emma Delcourt" userId="09045d03-e459-4674-9a1c-a53a31dddb4e" providerId="ADAL" clId="{908AD431-A0D0-4EF4-87DE-26B0ED945C8C}" dt="2025-06-23T13:50:06.138" v="415" actId="20577"/>
        <pc:sldMkLst>
          <pc:docMk/>
          <pc:sldMk cId="1352561042" sldId="257"/>
        </pc:sldMkLst>
      </pc:sldChg>
      <pc:sldChg chg="modSp mod">
        <pc:chgData name="Emma Delcourt" userId="09045d03-e459-4674-9a1c-a53a31dddb4e" providerId="ADAL" clId="{908AD431-A0D0-4EF4-87DE-26B0ED945C8C}" dt="2025-06-23T13:49:20.278" v="405" actId="1036"/>
        <pc:sldMkLst>
          <pc:docMk/>
          <pc:sldMk cId="1186307884" sldId="2140756806"/>
        </pc:sldMkLst>
      </pc:sldChg>
      <pc:sldChg chg="modSp del mod">
        <pc:chgData name="Emma Delcourt" userId="09045d03-e459-4674-9a1c-a53a31dddb4e" providerId="ADAL" clId="{908AD431-A0D0-4EF4-87DE-26B0ED945C8C}" dt="2025-06-23T17:17:40.537" v="2560" actId="47"/>
        <pc:sldMkLst>
          <pc:docMk/>
          <pc:sldMk cId="4212792029" sldId="2140756838"/>
        </pc:sldMkLst>
      </pc:sldChg>
      <pc:sldChg chg="addSp delSp modSp del mod">
        <pc:chgData name="Emma Delcourt" userId="09045d03-e459-4674-9a1c-a53a31dddb4e" providerId="ADAL" clId="{908AD431-A0D0-4EF4-87DE-26B0ED945C8C}" dt="2025-06-23T16:28:55.662" v="962" actId="47"/>
        <pc:sldMkLst>
          <pc:docMk/>
          <pc:sldMk cId="1760759650" sldId="2140756840"/>
        </pc:sldMkLst>
      </pc:sldChg>
      <pc:sldChg chg="modSp mod">
        <pc:chgData name="Emma Delcourt" userId="09045d03-e459-4674-9a1c-a53a31dddb4e" providerId="ADAL" clId="{908AD431-A0D0-4EF4-87DE-26B0ED945C8C}" dt="2025-06-23T13:48:02.263" v="391" actId="20577"/>
        <pc:sldMkLst>
          <pc:docMk/>
          <pc:sldMk cId="3723139618" sldId="2140756841"/>
        </pc:sldMkLst>
      </pc:sldChg>
      <pc:sldChg chg="modSp del mod">
        <pc:chgData name="Emma Delcourt" userId="09045d03-e459-4674-9a1c-a53a31dddb4e" providerId="ADAL" clId="{908AD431-A0D0-4EF4-87DE-26B0ED945C8C}" dt="2025-06-23T17:18:03.962" v="2565" actId="47"/>
        <pc:sldMkLst>
          <pc:docMk/>
          <pc:sldMk cId="2898287014" sldId="2140756843"/>
        </pc:sldMkLst>
      </pc:sldChg>
      <pc:sldChg chg="addSp delSp modSp add mod ord">
        <pc:chgData name="Emma Delcourt" userId="09045d03-e459-4674-9a1c-a53a31dddb4e" providerId="ADAL" clId="{908AD431-A0D0-4EF4-87DE-26B0ED945C8C}" dt="2025-06-23T17:18:00.270" v="2564"/>
        <pc:sldMkLst>
          <pc:docMk/>
          <pc:sldMk cId="543688041" sldId="2140756844"/>
        </pc:sldMkLst>
      </pc:sldChg>
      <pc:sldChg chg="addSp modSp add del mod">
        <pc:chgData name="Emma Delcourt" userId="09045d03-e459-4674-9a1c-a53a31dddb4e" providerId="ADAL" clId="{908AD431-A0D0-4EF4-87DE-26B0ED945C8C}" dt="2025-06-23T16:58:55.052" v="1837" actId="47"/>
        <pc:sldMkLst>
          <pc:docMk/>
          <pc:sldMk cId="3666491273" sldId="2140756845"/>
        </pc:sldMkLst>
      </pc:sldChg>
      <pc:sldChg chg="addSp delSp modSp add del mod">
        <pc:chgData name="Emma Delcourt" userId="09045d03-e459-4674-9a1c-a53a31dddb4e" providerId="ADAL" clId="{908AD431-A0D0-4EF4-87DE-26B0ED945C8C}" dt="2025-06-23T16:58:53.011" v="1836" actId="47"/>
        <pc:sldMkLst>
          <pc:docMk/>
          <pc:sldMk cId="2786876539" sldId="2140756846"/>
        </pc:sldMkLst>
      </pc:sldChg>
      <pc:sldChg chg="addSp delSp modSp add mod">
        <pc:chgData name="Emma Delcourt" userId="09045d03-e459-4674-9a1c-a53a31dddb4e" providerId="ADAL" clId="{908AD431-A0D0-4EF4-87DE-26B0ED945C8C}" dt="2025-06-23T17:18:14.082" v="2567" actId="1076"/>
        <pc:sldMkLst>
          <pc:docMk/>
          <pc:sldMk cId="1079948184" sldId="2140756847"/>
        </pc:sldMkLst>
      </pc:sldChg>
      <pc:sldChg chg="addSp delSp modSp add mod ord">
        <pc:chgData name="Emma Delcourt" userId="09045d03-e459-4674-9a1c-a53a31dddb4e" providerId="ADAL" clId="{908AD431-A0D0-4EF4-87DE-26B0ED945C8C}" dt="2025-06-23T17:26:37.364" v="2718" actId="20577"/>
        <pc:sldMkLst>
          <pc:docMk/>
          <pc:sldMk cId="3425866885" sldId="2140756848"/>
        </pc:sldMkLst>
      </pc:sldChg>
      <pc:sldChg chg="addSp delSp modSp add mod">
        <pc:chgData name="Emma Delcourt" userId="09045d03-e459-4674-9a1c-a53a31dddb4e" providerId="ADAL" clId="{908AD431-A0D0-4EF4-87DE-26B0ED945C8C}" dt="2025-06-23T17:26:49.598" v="2722" actId="1038"/>
        <pc:sldMkLst>
          <pc:docMk/>
          <pc:sldMk cId="2121529982" sldId="2140756849"/>
        </pc:sldMkLst>
      </pc:sldChg>
      <pc:sldChg chg="addSp modSp add mod">
        <pc:chgData name="Emma Delcourt" userId="09045d03-e459-4674-9a1c-a53a31dddb4e" providerId="ADAL" clId="{908AD431-A0D0-4EF4-87DE-26B0ED945C8C}" dt="2025-06-23T17:27:05.299" v="2723" actId="113"/>
        <pc:sldMkLst>
          <pc:docMk/>
          <pc:sldMk cId="3294113677" sldId="2140756850"/>
        </pc:sldMkLst>
      </pc:sldChg>
      <pc:sldMasterChg chg="delSldLayout">
        <pc:chgData name="Emma Delcourt" userId="09045d03-e459-4674-9a1c-a53a31dddb4e" providerId="ADAL" clId="{908AD431-A0D0-4EF4-87DE-26B0ED945C8C}" dt="2025-06-23T17:18:03.962" v="2565" actId="47"/>
        <pc:sldMasterMkLst>
          <pc:docMk/>
          <pc:sldMasterMk cId="569403124" sldId="2147483648"/>
        </pc:sldMasterMkLst>
        <pc:sldLayoutChg chg="del">
          <pc:chgData name="Emma Delcourt" userId="09045d03-e459-4674-9a1c-a53a31dddb4e" providerId="ADAL" clId="{908AD431-A0D0-4EF4-87DE-26B0ED945C8C}" dt="2025-06-23T17:18:03.962" v="2565" actId="47"/>
          <pc:sldLayoutMkLst>
            <pc:docMk/>
            <pc:sldMasterMk cId="569403124" sldId="2147483648"/>
            <pc:sldLayoutMk cId="536671971" sldId="2147483666"/>
          </pc:sldLayoutMkLst>
        </pc:sldLayoutChg>
      </pc:sldMasterChg>
    </pc:docChg>
  </pc:docChgLst>
  <pc:docChgLst>
    <pc:chgData name="Emma Delcourt" userId="09045d03-e459-4674-9a1c-a53a31dddb4e" providerId="ADAL" clId="{E1180AE0-5B47-4B39-BCE4-BDFEC351C264}"/>
    <pc:docChg chg="undo custSel addSld delSld modSld">
      <pc:chgData name="Emma Delcourt" userId="09045d03-e459-4674-9a1c-a53a31dddb4e" providerId="ADAL" clId="{E1180AE0-5B47-4B39-BCE4-BDFEC351C264}" dt="2025-01-16T16:52:36.178" v="981" actId="14100"/>
      <pc:docMkLst>
        <pc:docMk/>
      </pc:docMkLst>
      <pc:sldChg chg="addSp delSp modSp mod">
        <pc:chgData name="Emma Delcourt" userId="09045d03-e459-4674-9a1c-a53a31dddb4e" providerId="ADAL" clId="{E1180AE0-5B47-4B39-BCE4-BDFEC351C264}" dt="2025-01-13T09:15:12.146" v="745" actId="14100"/>
        <pc:sldMkLst>
          <pc:docMk/>
          <pc:sldMk cId="4212792029" sldId="2140756838"/>
        </pc:sldMkLst>
      </pc:sldChg>
      <pc:sldChg chg="addSp delSp modSp mod">
        <pc:chgData name="Emma Delcourt" userId="09045d03-e459-4674-9a1c-a53a31dddb4e" providerId="ADAL" clId="{E1180AE0-5B47-4B39-BCE4-BDFEC351C264}" dt="2025-01-16T16:52:36.178" v="981" actId="14100"/>
        <pc:sldMkLst>
          <pc:docMk/>
          <pc:sldMk cId="824371527" sldId="2140756842"/>
        </pc:sldMkLst>
      </pc:sldChg>
      <pc:sldChg chg="add del">
        <pc:chgData name="Emma Delcourt" userId="09045d03-e459-4674-9a1c-a53a31dddb4e" providerId="ADAL" clId="{E1180AE0-5B47-4B39-BCE4-BDFEC351C264}" dt="2025-01-13T09:04:52.789" v="493" actId="47"/>
        <pc:sldMkLst>
          <pc:docMk/>
          <pc:sldMk cId="911502260" sldId="2140756843"/>
        </pc:sldMkLst>
      </pc:sldChg>
      <pc:sldChg chg="add del">
        <pc:chgData name="Emma Delcourt" userId="09045d03-e459-4674-9a1c-a53a31dddb4e" providerId="ADAL" clId="{E1180AE0-5B47-4B39-BCE4-BDFEC351C264}" dt="2025-01-13T09:15:32.087" v="746" actId="47"/>
        <pc:sldMkLst>
          <pc:docMk/>
          <pc:sldMk cId="1539954401" sldId="2140756843"/>
        </pc:sldMkLst>
      </pc:sldChg>
    </pc:docChg>
  </pc:docChgLst>
  <pc:docChgLst>
    <pc:chgData name="Arthur Tala" userId="cee2fe4f-e969-4a5c-a84d-e0719e8c0270" providerId="ADAL" clId="{38D4EEEB-05B5-47CE-8809-E6B8D1441733}"/>
    <pc:docChg chg="undo redo custSel addSld delSld modSld">
      <pc:chgData name="Arthur Tala" userId="cee2fe4f-e969-4a5c-a84d-e0719e8c0270" providerId="ADAL" clId="{38D4EEEB-05B5-47CE-8809-E6B8D1441733}" dt="2024-10-17T13:28:08.261" v="3026" actId="14100"/>
      <pc:docMkLst>
        <pc:docMk/>
      </pc:docMkLst>
      <pc:sldChg chg="del addCm">
        <pc:chgData name="Arthur Tala" userId="cee2fe4f-e969-4a5c-a84d-e0719e8c0270" providerId="ADAL" clId="{38D4EEEB-05B5-47CE-8809-E6B8D1441733}" dt="2024-10-17T13:10:42.529" v="2667" actId="2696"/>
        <pc:sldMkLst>
          <pc:docMk/>
          <pc:sldMk cId="1710237896" sldId="2553"/>
        </pc:sldMkLst>
        <pc:extLst>
          <p:ext xmlns:p="http://schemas.openxmlformats.org/presentationml/2006/main" uri="{D6D511B9-2390-475A-947B-AFAB55BFBCF1}">
            <pc226:cmChg xmlns:pc226="http://schemas.microsoft.com/office/powerpoint/2022/06/main/command" chg="add">
              <pc226:chgData name="Arthur Tala" userId="cee2fe4f-e969-4a5c-a84d-e0719e8c0270" providerId="ADAL" clId="{38D4EEEB-05B5-47CE-8809-E6B8D1441733}" dt="2024-10-17T08:38:25.631" v="1640"/>
              <pc2:cmMkLst xmlns:pc2="http://schemas.microsoft.com/office/powerpoint/2019/9/main/command">
                <pc:docMk/>
                <pc:sldMk cId="1710237896" sldId="2553"/>
                <pc2:cmMk id="{218AB16A-FA96-4A95-864C-B121955855C5}"/>
              </pc2:cmMkLst>
            </pc226:cmChg>
          </p:ext>
        </pc:extLst>
      </pc:sldChg>
      <pc:sldChg chg="modSp del mod addCm">
        <pc:chgData name="Arthur Tala" userId="cee2fe4f-e969-4a5c-a84d-e0719e8c0270" providerId="ADAL" clId="{38D4EEEB-05B5-47CE-8809-E6B8D1441733}" dt="2024-10-17T13:26:42.801" v="3018" actId="2696"/>
        <pc:sldMkLst>
          <pc:docMk/>
          <pc:sldMk cId="2882311308" sldId="2555"/>
        </pc:sldMkLst>
        <pc:extLst>
          <p:ext xmlns:p="http://schemas.openxmlformats.org/presentationml/2006/main" uri="{D6D511B9-2390-475A-947B-AFAB55BFBCF1}">
            <pc226:cmChg xmlns:pc226="http://schemas.microsoft.com/office/powerpoint/2022/06/main/command" chg="add">
              <pc226:chgData name="Arthur Tala" userId="cee2fe4f-e969-4a5c-a84d-e0719e8c0270" providerId="ADAL" clId="{38D4EEEB-05B5-47CE-8809-E6B8D1441733}" dt="2024-10-17T08:36:43.748" v="1639"/>
              <pc2:cmMkLst xmlns:pc2="http://schemas.microsoft.com/office/powerpoint/2019/9/main/command">
                <pc:docMk/>
                <pc:sldMk cId="2882311308" sldId="2555"/>
                <pc2:cmMk id="{CD0B3137-A873-4D5C-9EF1-B6EF2E4C0F4E}"/>
              </pc2:cmMkLst>
            </pc226:cmChg>
          </p:ext>
        </pc:extLst>
      </pc:sldChg>
      <pc:sldChg chg="addSp modSp mod addCm">
        <pc:chgData name="Arthur Tala" userId="cee2fe4f-e969-4a5c-a84d-e0719e8c0270" providerId="ADAL" clId="{38D4EEEB-05B5-47CE-8809-E6B8D1441733}" dt="2024-10-17T08:35:39.489" v="1638"/>
        <pc:sldMkLst>
          <pc:docMk/>
          <pc:sldMk cId="1186186355" sldId="2140756799"/>
        </pc:sldMkLst>
        <pc:extLst>
          <p:ext xmlns:p="http://schemas.openxmlformats.org/presentationml/2006/main" uri="{D6D511B9-2390-475A-947B-AFAB55BFBCF1}">
            <pc226:cmChg xmlns:pc226="http://schemas.microsoft.com/office/powerpoint/2022/06/main/command" chg="add">
              <pc226:chgData name="Arthur Tala" userId="cee2fe4f-e969-4a5c-a84d-e0719e8c0270" providerId="ADAL" clId="{38D4EEEB-05B5-47CE-8809-E6B8D1441733}" dt="2024-10-17T08:35:39.489" v="1638"/>
              <pc2:cmMkLst xmlns:pc2="http://schemas.microsoft.com/office/powerpoint/2019/9/main/command">
                <pc:docMk/>
                <pc:sldMk cId="1186186355" sldId="2140756799"/>
                <pc2:cmMk id="{C3294113-BAEE-4063-BECE-14845EAE8B32}"/>
              </pc2:cmMkLst>
            </pc226:cmChg>
          </p:ext>
        </pc:extLst>
      </pc:sldChg>
      <pc:sldChg chg="modSp mod addCm">
        <pc:chgData name="Arthur Tala" userId="cee2fe4f-e969-4a5c-a84d-e0719e8c0270" providerId="ADAL" clId="{38D4EEEB-05B5-47CE-8809-E6B8D1441733}" dt="2024-10-17T08:32:56.935" v="1637"/>
        <pc:sldMkLst>
          <pc:docMk/>
          <pc:sldMk cId="1186307884" sldId="2140756806"/>
        </pc:sldMkLst>
        <pc:extLst>
          <p:ext xmlns:p="http://schemas.openxmlformats.org/presentationml/2006/main" uri="{D6D511B9-2390-475A-947B-AFAB55BFBCF1}">
            <pc226:cmChg xmlns:pc226="http://schemas.microsoft.com/office/powerpoint/2022/06/main/command" chg="add">
              <pc226:chgData name="Arthur Tala" userId="cee2fe4f-e969-4a5c-a84d-e0719e8c0270" providerId="ADAL" clId="{38D4EEEB-05B5-47CE-8809-E6B8D1441733}" dt="2024-10-17T08:32:56.935" v="1637"/>
              <pc2:cmMkLst xmlns:pc2="http://schemas.microsoft.com/office/powerpoint/2019/9/main/command">
                <pc:docMk/>
                <pc:sldMk cId="1186307884" sldId="2140756806"/>
                <pc2:cmMk id="{810D99C1-5D84-442C-9175-49CC905A7FAE}"/>
              </pc2:cmMkLst>
            </pc226:cmChg>
          </p:ext>
        </pc:extLst>
      </pc:sldChg>
      <pc:sldChg chg="del">
        <pc:chgData name="Arthur Tala" userId="cee2fe4f-e969-4a5c-a84d-e0719e8c0270" providerId="ADAL" clId="{38D4EEEB-05B5-47CE-8809-E6B8D1441733}" dt="2024-10-17T09:09:10.663" v="1671" actId="47"/>
        <pc:sldMkLst>
          <pc:docMk/>
          <pc:sldMk cId="2749686108" sldId="2140756831"/>
        </pc:sldMkLst>
      </pc:sldChg>
      <pc:sldChg chg="addSp delSp modSp add mod">
        <pc:chgData name="Arthur Tala" userId="cee2fe4f-e969-4a5c-a84d-e0719e8c0270" providerId="ADAL" clId="{38D4EEEB-05B5-47CE-8809-E6B8D1441733}" dt="2024-10-17T09:11:26.106" v="1930" actId="20577"/>
        <pc:sldMkLst>
          <pc:docMk/>
          <pc:sldMk cId="4212792029" sldId="2140756838"/>
        </pc:sldMkLst>
      </pc:sldChg>
      <pc:sldChg chg="addSp delSp modSp mod">
        <pc:chgData name="Arthur Tala" userId="cee2fe4f-e969-4a5c-a84d-e0719e8c0270" providerId="ADAL" clId="{38D4EEEB-05B5-47CE-8809-E6B8D1441733}" dt="2024-10-17T13:28:08.261" v="3026" actId="14100"/>
        <pc:sldMkLst>
          <pc:docMk/>
          <pc:sldMk cId="638239128" sldId="2140756839"/>
        </pc:sldMkLst>
      </pc:sldChg>
      <pc:sldChg chg="addSp delSp modSp add mod addCm delCm">
        <pc:chgData name="Arthur Tala" userId="cee2fe4f-e969-4a5c-a84d-e0719e8c0270" providerId="ADAL" clId="{38D4EEEB-05B5-47CE-8809-E6B8D1441733}" dt="2024-10-17T13:27:00.384" v="3019"/>
        <pc:sldMkLst>
          <pc:docMk/>
          <pc:sldMk cId="1760759650" sldId="2140756840"/>
        </pc:sldMkLst>
        <pc:extLst>
          <p:ext xmlns:p="http://schemas.openxmlformats.org/presentationml/2006/main" uri="{D6D511B9-2390-475A-947B-AFAB55BFBCF1}">
            <pc226:cmChg xmlns:pc226="http://schemas.microsoft.com/office/powerpoint/2022/06/main/command" chg="add del">
              <pc226:chgData name="Arthur Tala" userId="cee2fe4f-e969-4a5c-a84d-e0719e8c0270" providerId="ADAL" clId="{38D4EEEB-05B5-47CE-8809-E6B8D1441733}" dt="2024-10-17T13:27:00.384" v="3019"/>
              <pc2:cmMkLst xmlns:pc2="http://schemas.microsoft.com/office/powerpoint/2019/9/main/command">
                <pc:docMk/>
                <pc:sldMk cId="1760759650" sldId="2140756840"/>
                <pc2:cmMk id="{4F7DF31F-5971-472E-8B7D-09A37F0ED10E}"/>
              </pc2:cmMkLst>
            </pc226:cmChg>
          </p:ext>
        </pc:extLst>
      </pc:sldChg>
      <pc:sldChg chg="modSp add del mod">
        <pc:chgData name="Arthur Tala" userId="cee2fe4f-e969-4a5c-a84d-e0719e8c0270" providerId="ADAL" clId="{38D4EEEB-05B5-47CE-8809-E6B8D1441733}" dt="2024-10-17T12:41:40.230" v="2453" actId="2696"/>
        <pc:sldMkLst>
          <pc:docMk/>
          <pc:sldMk cId="1500189215" sldId="2140756841"/>
        </pc:sldMkLst>
      </pc:sldChg>
      <pc:sldChg chg="addSp delSp modSp add mod">
        <pc:chgData name="Arthur Tala" userId="cee2fe4f-e969-4a5c-a84d-e0719e8c0270" providerId="ADAL" clId="{38D4EEEB-05B5-47CE-8809-E6B8D1441733}" dt="2024-10-17T13:26:01.794" v="3017" actId="1076"/>
        <pc:sldMkLst>
          <pc:docMk/>
          <pc:sldMk cId="3723139618" sldId="2140756841"/>
        </pc:sldMkLst>
      </pc:sldChg>
    </pc:docChg>
  </pc:docChgLst>
  <pc:docChgLst>
    <pc:chgData name="Emma Delcourt" userId="09045d03-e459-4674-9a1c-a53a31dddb4e" providerId="ADAL" clId="{743900A6-CD4D-4479-B14B-BC1DE8EFC0CB}"/>
    <pc:docChg chg="undo custSel modSld">
      <pc:chgData name="Emma Delcourt" userId="09045d03-e459-4674-9a1c-a53a31dddb4e" providerId="ADAL" clId="{743900A6-CD4D-4479-B14B-BC1DE8EFC0CB}" dt="2025-04-11T15:18:14.172" v="473" actId="403"/>
      <pc:docMkLst>
        <pc:docMk/>
      </pc:docMkLst>
      <pc:sldChg chg="modSp mod">
        <pc:chgData name="Emma Delcourt" userId="09045d03-e459-4674-9a1c-a53a31dddb4e" providerId="ADAL" clId="{743900A6-CD4D-4479-B14B-BC1DE8EFC0CB}" dt="2025-04-10T07:46:01.103" v="3" actId="20577"/>
        <pc:sldMkLst>
          <pc:docMk/>
          <pc:sldMk cId="1352561042" sldId="257"/>
        </pc:sldMkLst>
      </pc:sldChg>
      <pc:sldChg chg="addSp modSp mod">
        <pc:chgData name="Emma Delcourt" userId="09045d03-e459-4674-9a1c-a53a31dddb4e" providerId="ADAL" clId="{743900A6-CD4D-4479-B14B-BC1DE8EFC0CB}" dt="2025-04-11T15:13:32.812" v="470" actId="14100"/>
        <pc:sldMkLst>
          <pc:docMk/>
          <pc:sldMk cId="1186307884" sldId="2140756806"/>
        </pc:sldMkLst>
      </pc:sldChg>
      <pc:sldChg chg="addSp delSp modSp mod">
        <pc:chgData name="Emma Delcourt" userId="09045d03-e459-4674-9a1c-a53a31dddb4e" providerId="ADAL" clId="{743900A6-CD4D-4479-B14B-BC1DE8EFC0CB}" dt="2025-04-11T15:08:17.272" v="255" actId="478"/>
        <pc:sldMkLst>
          <pc:docMk/>
          <pc:sldMk cId="638595862" sldId="2140756834"/>
        </pc:sldMkLst>
      </pc:sldChg>
      <pc:sldChg chg="modSp mod">
        <pc:chgData name="Emma Delcourt" userId="09045d03-e459-4674-9a1c-a53a31dddb4e" providerId="ADAL" clId="{743900A6-CD4D-4479-B14B-BC1DE8EFC0CB}" dt="2025-04-10T08:02:15.786" v="183" actId="1076"/>
        <pc:sldMkLst>
          <pc:docMk/>
          <pc:sldMk cId="4212792029" sldId="2140756838"/>
        </pc:sldMkLst>
      </pc:sldChg>
      <pc:sldChg chg="addSp delSp modSp mod">
        <pc:chgData name="Emma Delcourt" userId="09045d03-e459-4674-9a1c-a53a31dddb4e" providerId="ADAL" clId="{743900A6-CD4D-4479-B14B-BC1DE8EFC0CB}" dt="2025-04-11T15:18:14.172" v="473" actId="403"/>
        <pc:sldMkLst>
          <pc:docMk/>
          <pc:sldMk cId="1760759650" sldId="2140756840"/>
        </pc:sldMkLst>
      </pc:sldChg>
      <pc:sldChg chg="modSp mod">
        <pc:chgData name="Emma Delcourt" userId="09045d03-e459-4674-9a1c-a53a31dddb4e" providerId="ADAL" clId="{743900A6-CD4D-4479-B14B-BC1DE8EFC0CB}" dt="2025-04-10T08:02:01.188" v="182" actId="1037"/>
        <pc:sldMkLst>
          <pc:docMk/>
          <pc:sldMk cId="824371527" sldId="2140756842"/>
        </pc:sldMkLst>
      </pc:sldChg>
    </pc:docChg>
  </pc:docChgLst>
  <pc:docChgLst>
    <pc:chgData name="Paul Madeline" userId="47e30129-2e66-4505-a13e-ddea7fcff911" providerId="ADAL" clId="{EE7B7473-F80E-4AD6-A487-2043DC73D141}"/>
    <pc:docChg chg="undo custSel modSld">
      <pc:chgData name="Paul Madeline" userId="47e30129-2e66-4505-a13e-ddea7fcff911" providerId="ADAL" clId="{EE7B7473-F80E-4AD6-A487-2043DC73D141}" dt="2025-11-28T14:56:27.486" v="29" actId="404"/>
      <pc:docMkLst>
        <pc:docMk/>
      </pc:docMkLst>
      <pc:sldChg chg="addSp modSp mod">
        <pc:chgData name="Paul Madeline" userId="47e30129-2e66-4505-a13e-ddea7fcff911" providerId="ADAL" clId="{EE7B7473-F80E-4AD6-A487-2043DC73D141}" dt="2025-11-28T14:56:27.486" v="29" actId="404"/>
        <pc:sldMkLst>
          <pc:docMk/>
          <pc:sldMk cId="1230684289" sldId="2140756851"/>
        </pc:sldMkLst>
      </pc:sldChg>
    </pc:docChg>
  </pc:docChgLst>
  <pc:docChgLst>
    <pc:chgData name="Paul Madeline" userId="47e30129-2e66-4505-a13e-ddea7fcff911" providerId="ADAL" clId="{4CAF57F1-1B19-46D8-AF1F-D6AF0FD061EC}"/>
    <pc:docChg chg="undo custSel addSld modSld">
      <pc:chgData name="Paul Madeline" userId="47e30129-2e66-4505-a13e-ddea7fcff911" providerId="ADAL" clId="{4CAF57F1-1B19-46D8-AF1F-D6AF0FD061EC}" dt="2024-09-12T12:06:06.320" v="533" actId="1076"/>
      <pc:docMkLst>
        <pc:docMk/>
      </pc:docMkLst>
      <pc:sldChg chg="modSp mod">
        <pc:chgData name="Paul Madeline" userId="47e30129-2e66-4505-a13e-ddea7fcff911" providerId="ADAL" clId="{4CAF57F1-1B19-46D8-AF1F-D6AF0FD061EC}" dt="2024-09-12T11:57:08.718" v="221" actId="20577"/>
        <pc:sldMkLst>
          <pc:docMk/>
          <pc:sldMk cId="4228778046" sldId="2549"/>
        </pc:sldMkLst>
      </pc:sldChg>
      <pc:sldChg chg="addSp delSp modSp mod">
        <pc:chgData name="Paul Madeline" userId="47e30129-2e66-4505-a13e-ddea7fcff911" providerId="ADAL" clId="{4CAF57F1-1B19-46D8-AF1F-D6AF0FD061EC}" dt="2024-09-12T11:55:15.368" v="131" actId="478"/>
        <pc:sldMkLst>
          <pc:docMk/>
          <pc:sldMk cId="1710237896" sldId="2553"/>
        </pc:sldMkLst>
      </pc:sldChg>
      <pc:sldChg chg="addSp modSp mod">
        <pc:chgData name="Paul Madeline" userId="47e30129-2e66-4505-a13e-ddea7fcff911" providerId="ADAL" clId="{4CAF57F1-1B19-46D8-AF1F-D6AF0FD061EC}" dt="2024-09-12T11:51:07.396" v="48" actId="20577"/>
        <pc:sldMkLst>
          <pc:docMk/>
          <pc:sldMk cId="2882311308" sldId="2555"/>
        </pc:sldMkLst>
      </pc:sldChg>
      <pc:sldChg chg="addSp delSp modSp add mod">
        <pc:chgData name="Paul Madeline" userId="47e30129-2e66-4505-a13e-ddea7fcff911" providerId="ADAL" clId="{4CAF57F1-1B19-46D8-AF1F-D6AF0FD061EC}" dt="2024-09-12T12:06:06.320" v="533" actId="1076"/>
        <pc:sldMkLst>
          <pc:docMk/>
          <pc:sldMk cId="2749686108" sldId="2140756831"/>
        </pc:sldMkLst>
      </pc:sldChg>
      <pc:sldChg chg="addSp modSp mod">
        <pc:chgData name="Paul Madeline" userId="47e30129-2e66-4505-a13e-ddea7fcff911" providerId="ADAL" clId="{4CAF57F1-1B19-46D8-AF1F-D6AF0FD061EC}" dt="2024-09-12T11:56:23.358" v="158" actId="207"/>
        <pc:sldMkLst>
          <pc:docMk/>
          <pc:sldMk cId="922526537" sldId="2140756832"/>
        </pc:sldMkLst>
      </pc:sldChg>
    </pc:docChg>
  </pc:docChgLst>
  <pc:docChgLst>
    <pc:chgData name="Paul Madeline" userId="47e30129-2e66-4505-a13e-ddea7fcff911" providerId="ADAL" clId="{41D9F6A8-72E2-4E92-8008-95A06C964C64}"/>
    <pc:docChg chg="undo redo custSel delSld modSld">
      <pc:chgData name="Paul Madeline" userId="47e30129-2e66-4505-a13e-ddea7fcff911" providerId="ADAL" clId="{41D9F6A8-72E2-4E92-8008-95A06C964C64}" dt="2024-10-17T16:03:17.056" v="334" actId="20577"/>
      <pc:docMkLst>
        <pc:docMk/>
      </pc:docMkLst>
      <pc:sldChg chg="del">
        <pc:chgData name="Paul Madeline" userId="47e30129-2e66-4505-a13e-ddea7fcff911" providerId="ADAL" clId="{41D9F6A8-72E2-4E92-8008-95A06C964C64}" dt="2024-10-17T08:56:10.683" v="120" actId="47"/>
        <pc:sldMkLst>
          <pc:docMk/>
          <pc:sldMk cId="4228778046" sldId="2549"/>
        </pc:sldMkLst>
      </pc:sldChg>
      <pc:sldChg chg="addSp delSp modSp mod delCm">
        <pc:chgData name="Paul Madeline" userId="47e30129-2e66-4505-a13e-ddea7fcff911" providerId="ADAL" clId="{41D9F6A8-72E2-4E92-8008-95A06C964C64}" dt="2024-10-17T08:59:16.089" v="199" actId="1076"/>
        <pc:sldMkLst>
          <pc:docMk/>
          <pc:sldMk cId="1710237896" sldId="2553"/>
        </pc:sldMkLst>
        <pc:extLst>
          <p:ext xmlns:p="http://schemas.openxmlformats.org/presentationml/2006/main" uri="{D6D511B9-2390-475A-947B-AFAB55BFBCF1}">
            <pc226:cmChg xmlns:pc226="http://schemas.microsoft.com/office/powerpoint/2022/06/main/command" chg="del">
              <pc226:chgData name="Paul Madeline" userId="47e30129-2e66-4505-a13e-ddea7fcff911" providerId="ADAL" clId="{41D9F6A8-72E2-4E92-8008-95A06C964C64}" dt="2024-10-17T08:52:53.604" v="94"/>
              <pc2:cmMkLst xmlns:pc2="http://schemas.microsoft.com/office/powerpoint/2019/9/main/command">
                <pc:docMk/>
                <pc:sldMk cId="1710237896" sldId="2553"/>
                <pc2:cmMk id="{218AB16A-FA96-4A95-864C-B121955855C5}"/>
              </pc2:cmMkLst>
            </pc226:cmChg>
          </p:ext>
        </pc:extLst>
      </pc:sldChg>
      <pc:sldChg chg="addSp delSp modSp mod delCm">
        <pc:chgData name="Paul Madeline" userId="47e30129-2e66-4505-a13e-ddea7fcff911" providerId="ADAL" clId="{41D9F6A8-72E2-4E92-8008-95A06C964C64}" dt="2024-10-17T08:47:36.114" v="23" actId="1076"/>
        <pc:sldMkLst>
          <pc:docMk/>
          <pc:sldMk cId="2882311308" sldId="2555"/>
        </pc:sldMkLst>
        <pc:extLst>
          <p:ext xmlns:p="http://schemas.openxmlformats.org/presentationml/2006/main" uri="{D6D511B9-2390-475A-947B-AFAB55BFBCF1}">
            <pc226:cmChg xmlns:pc226="http://schemas.microsoft.com/office/powerpoint/2022/06/main/command" chg="del">
              <pc226:chgData name="Paul Madeline" userId="47e30129-2e66-4505-a13e-ddea7fcff911" providerId="ADAL" clId="{41D9F6A8-72E2-4E92-8008-95A06C964C64}" dt="2024-10-17T08:47:14.279" v="16"/>
              <pc2:cmMkLst xmlns:pc2="http://schemas.microsoft.com/office/powerpoint/2019/9/main/command">
                <pc:docMk/>
                <pc:sldMk cId="2882311308" sldId="2555"/>
                <pc2:cmMk id="{CD0B3137-A873-4D5C-9EF1-B6EF2E4C0F4E}"/>
              </pc2:cmMkLst>
            </pc226:cmChg>
          </p:ext>
        </pc:extLst>
      </pc:sldChg>
      <pc:sldChg chg="del delCm">
        <pc:chgData name="Paul Madeline" userId="47e30129-2e66-4505-a13e-ddea7fcff911" providerId="ADAL" clId="{41D9F6A8-72E2-4E92-8008-95A06C964C64}" dt="2024-10-17T08:55:45.442" v="117" actId="2696"/>
        <pc:sldMkLst>
          <pc:docMk/>
          <pc:sldMk cId="1186186355" sldId="2140756799"/>
        </pc:sldMkLst>
        <pc:extLst>
          <p:ext xmlns:p="http://schemas.openxmlformats.org/presentationml/2006/main" uri="{D6D511B9-2390-475A-947B-AFAB55BFBCF1}">
            <pc226:cmChg xmlns:pc226="http://schemas.microsoft.com/office/powerpoint/2022/06/main/command" chg="del">
              <pc226:chgData name="Paul Madeline" userId="47e30129-2e66-4505-a13e-ddea7fcff911" providerId="ADAL" clId="{41D9F6A8-72E2-4E92-8008-95A06C964C64}" dt="2024-10-17T08:55:38.666" v="116"/>
              <pc2:cmMkLst xmlns:pc2="http://schemas.microsoft.com/office/powerpoint/2019/9/main/command">
                <pc:docMk/>
                <pc:sldMk cId="1186186355" sldId="2140756799"/>
                <pc2:cmMk id="{C3294113-BAEE-4063-BECE-14845EAE8B32}"/>
              </pc2:cmMkLst>
            </pc226:cmChg>
          </p:ext>
        </pc:extLst>
      </pc:sldChg>
      <pc:sldChg chg="modSp mod delCm modCm">
        <pc:chgData name="Paul Madeline" userId="47e30129-2e66-4505-a13e-ddea7fcff911" providerId="ADAL" clId="{41D9F6A8-72E2-4E92-8008-95A06C964C64}" dt="2024-10-17T08:54:13.855" v="113" actId="1036"/>
        <pc:sldMkLst>
          <pc:docMk/>
          <pc:sldMk cId="1186307884" sldId="2140756806"/>
        </pc:sldMkLst>
        <pc:extLst>
          <p:ext xmlns:p="http://schemas.openxmlformats.org/presentationml/2006/main" uri="{D6D511B9-2390-475A-947B-AFAB55BFBCF1}">
            <pc226:cmChg xmlns:pc226="http://schemas.microsoft.com/office/powerpoint/2022/06/main/command" chg="del mod">
              <pc226:chgData name="Paul Madeline" userId="47e30129-2e66-4505-a13e-ddea7fcff911" providerId="ADAL" clId="{41D9F6A8-72E2-4E92-8008-95A06C964C64}" dt="2024-10-17T08:54:00.396" v="112"/>
              <pc2:cmMkLst xmlns:pc2="http://schemas.microsoft.com/office/powerpoint/2019/9/main/command">
                <pc:docMk/>
                <pc:sldMk cId="1186307884" sldId="2140756806"/>
                <pc2:cmMk id="{810D99C1-5D84-442C-9175-49CC905A7FAE}"/>
              </pc2:cmMkLst>
            </pc226:cmChg>
          </p:ext>
        </pc:extLst>
      </pc:sldChg>
      <pc:sldChg chg="del">
        <pc:chgData name="Paul Madeline" userId="47e30129-2e66-4505-a13e-ddea7fcff911" providerId="ADAL" clId="{41D9F6A8-72E2-4E92-8008-95A06C964C64}" dt="2024-10-17T08:54:34.270" v="115" actId="47"/>
        <pc:sldMkLst>
          <pc:docMk/>
          <pc:sldMk cId="922526537" sldId="2140756832"/>
        </pc:sldMkLst>
      </pc:sldChg>
      <pc:sldChg chg="addSp delSp modSp mod">
        <pc:chgData name="Paul Madeline" userId="47e30129-2e66-4505-a13e-ddea7fcff911" providerId="ADAL" clId="{41D9F6A8-72E2-4E92-8008-95A06C964C64}" dt="2024-10-17T16:01:37.370" v="330" actId="14100"/>
        <pc:sldMkLst>
          <pc:docMk/>
          <pc:sldMk cId="4212792029" sldId="2140756838"/>
        </pc:sldMkLst>
      </pc:sldChg>
      <pc:sldChg chg="addSp delSp modSp mod">
        <pc:chgData name="Paul Madeline" userId="47e30129-2e66-4505-a13e-ddea7fcff911" providerId="ADAL" clId="{41D9F6A8-72E2-4E92-8008-95A06C964C64}" dt="2024-10-17T16:00:42.904" v="316" actId="14100"/>
        <pc:sldMkLst>
          <pc:docMk/>
          <pc:sldMk cId="638239128" sldId="2140756839"/>
        </pc:sldMkLst>
      </pc:sldChg>
      <pc:sldChg chg="addSp delSp modSp mod">
        <pc:chgData name="Paul Madeline" userId="47e30129-2e66-4505-a13e-ddea7fcff911" providerId="ADAL" clId="{41D9F6A8-72E2-4E92-8008-95A06C964C64}" dt="2024-10-17T16:03:17.056" v="334" actId="20577"/>
        <pc:sldMkLst>
          <pc:docMk/>
          <pc:sldMk cId="3723139618" sldId="2140756841"/>
        </pc:sldMkLst>
      </pc:sldChg>
    </pc:docChg>
  </pc:docChgLst>
  <pc:docChgLst>
    <pc:chgData name="Paul Madeline" userId="47e30129-2e66-4505-a13e-ddea7fcff911" providerId="ADAL" clId="{2168F806-70A7-4669-986D-8845548D528F}"/>
    <pc:docChg chg="undo custSel modSld">
      <pc:chgData name="Paul Madeline" userId="47e30129-2e66-4505-a13e-ddea7fcff911" providerId="ADAL" clId="{2168F806-70A7-4669-986D-8845548D528F}" dt="2025-11-06T17:03:17.327" v="952" actId="404"/>
      <pc:docMkLst>
        <pc:docMk/>
      </pc:docMkLst>
      <pc:sldChg chg="addSp delSp modSp mod">
        <pc:chgData name="Paul Madeline" userId="47e30129-2e66-4505-a13e-ddea7fcff911" providerId="ADAL" clId="{2168F806-70A7-4669-986D-8845548D528F}" dt="2025-11-06T14:48:41.252" v="462" actId="1076"/>
        <pc:sldMkLst>
          <pc:docMk/>
          <pc:sldMk cId="3723139618" sldId="2140756841"/>
        </pc:sldMkLst>
        <pc:spChg chg="mod">
          <ac:chgData name="Paul Madeline" userId="47e30129-2e66-4505-a13e-ddea7fcff911" providerId="ADAL" clId="{2168F806-70A7-4669-986D-8845548D528F}" dt="2025-11-06T14:40:43.731" v="158" actId="14100"/>
          <ac:spMkLst>
            <pc:docMk/>
            <pc:sldMk cId="3723139618" sldId="2140756841"/>
            <ac:spMk id="3" creationId="{F76D18EF-0403-9833-8266-0DDCE73C7740}"/>
          </ac:spMkLst>
        </pc:spChg>
        <pc:spChg chg="mod">
          <ac:chgData name="Paul Madeline" userId="47e30129-2e66-4505-a13e-ddea7fcff911" providerId="ADAL" clId="{2168F806-70A7-4669-986D-8845548D528F}" dt="2025-11-06T14:40:43.731" v="158" actId="14100"/>
          <ac:spMkLst>
            <pc:docMk/>
            <pc:sldMk cId="3723139618" sldId="2140756841"/>
            <ac:spMk id="5" creationId="{83B98B6A-6BFE-184B-FDF9-C9EDCD3F0063}"/>
          </ac:spMkLst>
        </pc:spChg>
        <pc:spChg chg="mod">
          <ac:chgData name="Paul Madeline" userId="47e30129-2e66-4505-a13e-ddea7fcff911" providerId="ADAL" clId="{2168F806-70A7-4669-986D-8845548D528F}" dt="2025-11-06T14:40:43.731" v="158" actId="14100"/>
          <ac:spMkLst>
            <pc:docMk/>
            <pc:sldMk cId="3723139618" sldId="2140756841"/>
            <ac:spMk id="8" creationId="{688C151C-F86F-1239-2CC9-FD72044D1A5C}"/>
          </ac:spMkLst>
        </pc:spChg>
        <pc:spChg chg="mod">
          <ac:chgData name="Paul Madeline" userId="47e30129-2e66-4505-a13e-ddea7fcff911" providerId="ADAL" clId="{2168F806-70A7-4669-986D-8845548D528F}" dt="2025-11-06T14:40:43.731" v="158" actId="14100"/>
          <ac:spMkLst>
            <pc:docMk/>
            <pc:sldMk cId="3723139618" sldId="2140756841"/>
            <ac:spMk id="10" creationId="{20C7AB45-4044-8CE3-CAED-6E001A2881E9}"/>
          </ac:spMkLst>
        </pc:spChg>
        <pc:spChg chg="mod">
          <ac:chgData name="Paul Madeline" userId="47e30129-2e66-4505-a13e-ddea7fcff911" providerId="ADAL" clId="{2168F806-70A7-4669-986D-8845548D528F}" dt="2025-11-06T14:40:43.731" v="158" actId="14100"/>
          <ac:spMkLst>
            <pc:docMk/>
            <pc:sldMk cId="3723139618" sldId="2140756841"/>
            <ac:spMk id="11" creationId="{057AEE04-B0B9-D45B-E44C-6FFBCE332398}"/>
          </ac:spMkLst>
        </pc:spChg>
        <pc:spChg chg="mod">
          <ac:chgData name="Paul Madeline" userId="47e30129-2e66-4505-a13e-ddea7fcff911" providerId="ADAL" clId="{2168F806-70A7-4669-986D-8845548D528F}" dt="2025-11-06T14:40:43.731" v="158" actId="14100"/>
          <ac:spMkLst>
            <pc:docMk/>
            <pc:sldMk cId="3723139618" sldId="2140756841"/>
            <ac:spMk id="12" creationId="{38DD1D32-6E0F-C600-9F23-A34097E6C204}"/>
          </ac:spMkLst>
        </pc:spChg>
        <pc:spChg chg="mod">
          <ac:chgData name="Paul Madeline" userId="47e30129-2e66-4505-a13e-ddea7fcff911" providerId="ADAL" clId="{2168F806-70A7-4669-986D-8845548D528F}" dt="2025-11-06T14:40:43.731" v="158" actId="14100"/>
          <ac:spMkLst>
            <pc:docMk/>
            <pc:sldMk cId="3723139618" sldId="2140756841"/>
            <ac:spMk id="14" creationId="{8227CABC-ADB3-500A-3DD7-52BD53B43A66}"/>
          </ac:spMkLst>
        </pc:spChg>
        <pc:spChg chg="mod topLvl">
          <ac:chgData name="Paul Madeline" userId="47e30129-2e66-4505-a13e-ddea7fcff911" providerId="ADAL" clId="{2168F806-70A7-4669-986D-8845548D528F}" dt="2025-11-06T14:40:24.166" v="150" actId="478"/>
          <ac:spMkLst>
            <pc:docMk/>
            <pc:sldMk cId="3723139618" sldId="2140756841"/>
            <ac:spMk id="16" creationId="{A445C0FB-E56E-5E81-2668-2FA1976B186C}"/>
          </ac:spMkLst>
        </pc:spChg>
        <pc:spChg chg="add del mod topLvl">
          <ac:chgData name="Paul Madeline" userId="47e30129-2e66-4505-a13e-ddea7fcff911" providerId="ADAL" clId="{2168F806-70A7-4669-986D-8845548D528F}" dt="2025-11-06T14:45:23.413" v="334" actId="20577"/>
          <ac:spMkLst>
            <pc:docMk/>
            <pc:sldMk cId="3723139618" sldId="2140756841"/>
            <ac:spMk id="18" creationId="{5A617FC8-2D76-9351-7DE5-042E70DB220D}"/>
          </ac:spMkLst>
        </pc:spChg>
        <pc:spChg chg="mod">
          <ac:chgData name="Paul Madeline" userId="47e30129-2e66-4505-a13e-ddea7fcff911" providerId="ADAL" clId="{2168F806-70A7-4669-986D-8845548D528F}" dt="2025-11-06T14:40:43.731" v="158" actId="14100"/>
          <ac:spMkLst>
            <pc:docMk/>
            <pc:sldMk cId="3723139618" sldId="2140756841"/>
            <ac:spMk id="27" creationId="{2F7CD3E7-5487-F202-E751-5D7A240D7366}"/>
          </ac:spMkLst>
        </pc:spChg>
        <pc:spChg chg="mod">
          <ac:chgData name="Paul Madeline" userId="47e30129-2e66-4505-a13e-ddea7fcff911" providerId="ADAL" clId="{2168F806-70A7-4669-986D-8845548D528F}" dt="2025-11-06T14:40:32.519" v="153" actId="571"/>
          <ac:spMkLst>
            <pc:docMk/>
            <pc:sldMk cId="3723139618" sldId="2140756841"/>
            <ac:spMk id="31" creationId="{5B390100-5894-A5F4-65CA-69DFF8CF65F3}"/>
          </ac:spMkLst>
        </pc:spChg>
        <pc:spChg chg="mod">
          <ac:chgData name="Paul Madeline" userId="47e30129-2e66-4505-a13e-ddea7fcff911" providerId="ADAL" clId="{2168F806-70A7-4669-986D-8845548D528F}" dt="2025-11-06T14:43:07.510" v="215"/>
          <ac:spMkLst>
            <pc:docMk/>
            <pc:sldMk cId="3723139618" sldId="2140756841"/>
            <ac:spMk id="32" creationId="{C0BD1D97-E36B-6035-4BA6-4E141C94F5C1}"/>
          </ac:spMkLst>
        </pc:spChg>
        <pc:spChg chg="mod">
          <ac:chgData name="Paul Madeline" userId="47e30129-2e66-4505-a13e-ddea7fcff911" providerId="ADAL" clId="{2168F806-70A7-4669-986D-8845548D528F}" dt="2025-11-06T14:40:34.004" v="154" actId="571"/>
          <ac:spMkLst>
            <pc:docMk/>
            <pc:sldMk cId="3723139618" sldId="2140756841"/>
            <ac:spMk id="34" creationId="{F69F6AF0-20C4-6DCC-F65A-ABA2C04A54BB}"/>
          </ac:spMkLst>
        </pc:spChg>
        <pc:spChg chg="mod">
          <ac:chgData name="Paul Madeline" userId="47e30129-2e66-4505-a13e-ddea7fcff911" providerId="ADAL" clId="{2168F806-70A7-4669-986D-8845548D528F}" dt="2025-11-06T14:47:38.028" v="387" actId="20577"/>
          <ac:spMkLst>
            <pc:docMk/>
            <pc:sldMk cId="3723139618" sldId="2140756841"/>
            <ac:spMk id="35" creationId="{60FCEC15-86F5-1322-7A54-8425A5AEA317}"/>
          </ac:spMkLst>
        </pc:spChg>
        <pc:spChg chg="mod">
          <ac:chgData name="Paul Madeline" userId="47e30129-2e66-4505-a13e-ddea7fcff911" providerId="ADAL" clId="{2168F806-70A7-4669-986D-8845548D528F}" dt="2025-11-06T14:40:43.731" v="158" actId="14100"/>
          <ac:spMkLst>
            <pc:docMk/>
            <pc:sldMk cId="3723139618" sldId="2140756841"/>
            <ac:spMk id="37" creationId="{486BA8D0-1AA1-3A04-AB69-7077C09BBC47}"/>
          </ac:spMkLst>
        </pc:spChg>
        <pc:spChg chg="mod">
          <ac:chgData name="Paul Madeline" userId="47e30129-2e66-4505-a13e-ddea7fcff911" providerId="ADAL" clId="{2168F806-70A7-4669-986D-8845548D528F}" dt="2025-11-06T14:40:43.731" v="158" actId="14100"/>
          <ac:spMkLst>
            <pc:docMk/>
            <pc:sldMk cId="3723139618" sldId="2140756841"/>
            <ac:spMk id="39" creationId="{5C176688-FE42-5F98-E0C5-0F688164FEE8}"/>
          </ac:spMkLst>
        </pc:spChg>
        <pc:spChg chg="mod">
          <ac:chgData name="Paul Madeline" userId="47e30129-2e66-4505-a13e-ddea7fcff911" providerId="ADAL" clId="{2168F806-70A7-4669-986D-8845548D528F}" dt="2025-11-06T14:40:43.731" v="158" actId="14100"/>
          <ac:spMkLst>
            <pc:docMk/>
            <pc:sldMk cId="3723139618" sldId="2140756841"/>
            <ac:spMk id="41" creationId="{A4B92BFD-3A93-A9B2-7937-CB6456C463A6}"/>
          </ac:spMkLst>
        </pc:spChg>
        <pc:spChg chg="add mod">
          <ac:chgData name="Paul Madeline" userId="47e30129-2e66-4505-a13e-ddea7fcff911" providerId="ADAL" clId="{2168F806-70A7-4669-986D-8845548D528F}" dt="2025-11-06T14:48:41.252" v="462" actId="1076"/>
          <ac:spMkLst>
            <pc:docMk/>
            <pc:sldMk cId="3723139618" sldId="2140756841"/>
            <ac:spMk id="50" creationId="{D5869599-70D0-938D-D69C-83B60D310C64}"/>
          </ac:spMkLst>
        </pc:spChg>
        <pc:spChg chg="mod">
          <ac:chgData name="Paul Madeline" userId="47e30129-2e66-4505-a13e-ddea7fcff911" providerId="ADAL" clId="{2168F806-70A7-4669-986D-8845548D528F}" dt="2025-11-06T14:40:43.731" v="158" actId="14100"/>
          <ac:spMkLst>
            <pc:docMk/>
            <pc:sldMk cId="3723139618" sldId="2140756841"/>
            <ac:spMk id="57" creationId="{F4FF10AE-5868-8B33-4E8A-70F1DC179AD7}"/>
          </ac:spMkLst>
        </pc:spChg>
        <pc:spChg chg="mod">
          <ac:chgData name="Paul Madeline" userId="47e30129-2e66-4505-a13e-ddea7fcff911" providerId="ADAL" clId="{2168F806-70A7-4669-986D-8845548D528F}" dt="2025-11-06T14:40:43.731" v="158" actId="14100"/>
          <ac:spMkLst>
            <pc:docMk/>
            <pc:sldMk cId="3723139618" sldId="2140756841"/>
            <ac:spMk id="58" creationId="{C8544E5D-CF2A-97D7-498E-A4A3D939422A}"/>
          </ac:spMkLst>
        </pc:spChg>
        <pc:spChg chg="mod">
          <ac:chgData name="Paul Madeline" userId="47e30129-2e66-4505-a13e-ddea7fcff911" providerId="ADAL" clId="{2168F806-70A7-4669-986D-8845548D528F}" dt="2025-11-06T14:40:43.731" v="158" actId="14100"/>
          <ac:spMkLst>
            <pc:docMk/>
            <pc:sldMk cId="3723139618" sldId="2140756841"/>
            <ac:spMk id="63" creationId="{DD0BAB96-ACE4-E4D2-E945-04062520264D}"/>
          </ac:spMkLst>
        </pc:spChg>
        <pc:spChg chg="mod">
          <ac:chgData name="Paul Madeline" userId="47e30129-2e66-4505-a13e-ddea7fcff911" providerId="ADAL" clId="{2168F806-70A7-4669-986D-8845548D528F}" dt="2025-11-06T14:40:43.731" v="158" actId="14100"/>
          <ac:spMkLst>
            <pc:docMk/>
            <pc:sldMk cId="3723139618" sldId="2140756841"/>
            <ac:spMk id="71" creationId="{63B17F02-5BD1-3B91-3DEF-40FCCB4F27FF}"/>
          </ac:spMkLst>
        </pc:spChg>
        <pc:spChg chg="mod">
          <ac:chgData name="Paul Madeline" userId="47e30129-2e66-4505-a13e-ddea7fcff911" providerId="ADAL" clId="{2168F806-70A7-4669-986D-8845548D528F}" dt="2025-11-06T14:40:43.731" v="158" actId="14100"/>
          <ac:spMkLst>
            <pc:docMk/>
            <pc:sldMk cId="3723139618" sldId="2140756841"/>
            <ac:spMk id="75" creationId="{A55D9487-BA07-D823-7956-583D568B4B89}"/>
          </ac:spMkLst>
        </pc:spChg>
        <pc:spChg chg="mod">
          <ac:chgData name="Paul Madeline" userId="47e30129-2e66-4505-a13e-ddea7fcff911" providerId="ADAL" clId="{2168F806-70A7-4669-986D-8845548D528F}" dt="2025-11-06T14:40:43.731" v="158" actId="14100"/>
          <ac:spMkLst>
            <pc:docMk/>
            <pc:sldMk cId="3723139618" sldId="2140756841"/>
            <ac:spMk id="76" creationId="{3A7969FD-B72A-331F-392B-35DEFC18442D}"/>
          </ac:spMkLst>
        </pc:spChg>
        <pc:spChg chg="mod">
          <ac:chgData name="Paul Madeline" userId="47e30129-2e66-4505-a13e-ddea7fcff911" providerId="ADAL" clId="{2168F806-70A7-4669-986D-8845548D528F}" dt="2025-11-06T14:40:43.731" v="158" actId="14100"/>
          <ac:spMkLst>
            <pc:docMk/>
            <pc:sldMk cId="3723139618" sldId="2140756841"/>
            <ac:spMk id="78" creationId="{86813909-6626-5142-06F1-09E3E2189FC7}"/>
          </ac:spMkLst>
        </pc:spChg>
        <pc:spChg chg="mod">
          <ac:chgData name="Paul Madeline" userId="47e30129-2e66-4505-a13e-ddea7fcff911" providerId="ADAL" clId="{2168F806-70A7-4669-986D-8845548D528F}" dt="2025-11-06T14:40:43.731" v="158" actId="14100"/>
          <ac:spMkLst>
            <pc:docMk/>
            <pc:sldMk cId="3723139618" sldId="2140756841"/>
            <ac:spMk id="80" creationId="{44E7F485-AF21-D9C7-C13C-EC6FC8301716}"/>
          </ac:spMkLst>
        </pc:spChg>
        <pc:spChg chg="mod">
          <ac:chgData name="Paul Madeline" userId="47e30129-2e66-4505-a13e-ddea7fcff911" providerId="ADAL" clId="{2168F806-70A7-4669-986D-8845548D528F}" dt="2025-11-06T14:40:43.731" v="158" actId="14100"/>
          <ac:spMkLst>
            <pc:docMk/>
            <pc:sldMk cId="3723139618" sldId="2140756841"/>
            <ac:spMk id="82" creationId="{39D25895-15AE-60CA-9F4E-7448E2994200}"/>
          </ac:spMkLst>
        </pc:spChg>
        <pc:grpChg chg="mod">
          <ac:chgData name="Paul Madeline" userId="47e30129-2e66-4505-a13e-ddea7fcff911" providerId="ADAL" clId="{2168F806-70A7-4669-986D-8845548D528F}" dt="2025-11-06T14:40:43.731" v="158" actId="14100"/>
          <ac:grpSpMkLst>
            <pc:docMk/>
            <pc:sldMk cId="3723139618" sldId="2140756841"/>
            <ac:grpSpMk id="6" creationId="{896323AF-EA0B-BF61-7C54-2323B5B787E9}"/>
          </ac:grpSpMkLst>
        </pc:grpChg>
        <pc:grpChg chg="add del mod">
          <ac:chgData name="Paul Madeline" userId="47e30129-2e66-4505-a13e-ddea7fcff911" providerId="ADAL" clId="{2168F806-70A7-4669-986D-8845548D528F}" dt="2025-11-06T14:44:43.434" v="333" actId="1038"/>
          <ac:grpSpMkLst>
            <pc:docMk/>
            <pc:sldMk cId="3723139618" sldId="2140756841"/>
            <ac:grpSpMk id="13" creationId="{9BE1A4F9-C059-E900-04C0-6565C136724D}"/>
          </ac:grpSpMkLst>
        </pc:grpChg>
        <pc:grpChg chg="mod">
          <ac:chgData name="Paul Madeline" userId="47e30129-2e66-4505-a13e-ddea7fcff911" providerId="ADAL" clId="{2168F806-70A7-4669-986D-8845548D528F}" dt="2025-11-06T14:40:43.731" v="158" actId="14100"/>
          <ac:grpSpMkLst>
            <pc:docMk/>
            <pc:sldMk cId="3723139618" sldId="2140756841"/>
            <ac:grpSpMk id="15" creationId="{5346CDEE-8A2F-C2A9-82CD-132EF3D581F2}"/>
          </ac:grpSpMkLst>
        </pc:grpChg>
        <pc:grpChg chg="add mod">
          <ac:chgData name="Paul Madeline" userId="47e30129-2e66-4505-a13e-ddea7fcff911" providerId="ADAL" clId="{2168F806-70A7-4669-986D-8845548D528F}" dt="2025-11-06T14:44:43.434" v="333" actId="1038"/>
          <ac:grpSpMkLst>
            <pc:docMk/>
            <pc:sldMk cId="3723139618" sldId="2140756841"/>
            <ac:grpSpMk id="30" creationId="{D4BC91D1-570C-FDCC-2D97-5C2AAEABB8D0}"/>
          </ac:grpSpMkLst>
        </pc:grpChg>
        <pc:grpChg chg="add mod">
          <ac:chgData name="Paul Madeline" userId="47e30129-2e66-4505-a13e-ddea7fcff911" providerId="ADAL" clId="{2168F806-70A7-4669-986D-8845548D528F}" dt="2025-11-06T14:44:43.434" v="333" actId="1038"/>
          <ac:grpSpMkLst>
            <pc:docMk/>
            <pc:sldMk cId="3723139618" sldId="2140756841"/>
            <ac:grpSpMk id="33" creationId="{C93DB61C-97C7-0E88-8B61-C128EAF5C52D}"/>
          </ac:grpSpMkLst>
        </pc:grpChg>
        <pc:grpChg chg="mod">
          <ac:chgData name="Paul Madeline" userId="47e30129-2e66-4505-a13e-ddea7fcff911" providerId="ADAL" clId="{2168F806-70A7-4669-986D-8845548D528F}" dt="2025-11-06T14:40:43.731" v="158" actId="14100"/>
          <ac:grpSpMkLst>
            <pc:docMk/>
            <pc:sldMk cId="3723139618" sldId="2140756841"/>
            <ac:grpSpMk id="56" creationId="{65716D3C-A17B-45AB-5314-CD340FC588D4}"/>
          </ac:grpSpMkLst>
        </pc:grpChg>
        <pc:grpChg chg="mod">
          <ac:chgData name="Paul Madeline" userId="47e30129-2e66-4505-a13e-ddea7fcff911" providerId="ADAL" clId="{2168F806-70A7-4669-986D-8845548D528F}" dt="2025-11-06T14:40:43.731" v="158" actId="14100"/>
          <ac:grpSpMkLst>
            <pc:docMk/>
            <pc:sldMk cId="3723139618" sldId="2140756841"/>
            <ac:grpSpMk id="73" creationId="{A92EB7A1-FD23-0364-5B53-AD1CE57D3335}"/>
          </ac:grpSpMkLst>
        </pc:grpChg>
        <pc:grpChg chg="mod">
          <ac:chgData name="Paul Madeline" userId="47e30129-2e66-4505-a13e-ddea7fcff911" providerId="ADAL" clId="{2168F806-70A7-4669-986D-8845548D528F}" dt="2025-11-06T14:40:43.731" v="158" actId="14100"/>
          <ac:grpSpMkLst>
            <pc:docMk/>
            <pc:sldMk cId="3723139618" sldId="2140756841"/>
            <ac:grpSpMk id="84" creationId="{D6700135-3AC0-168F-16F6-DD5433616AF7}"/>
          </ac:grpSpMkLst>
        </pc:grpChg>
        <pc:grpChg chg="mod">
          <ac:chgData name="Paul Madeline" userId="47e30129-2e66-4505-a13e-ddea7fcff911" providerId="ADAL" clId="{2168F806-70A7-4669-986D-8845548D528F}" dt="2025-11-06T14:40:43.731" v="158" actId="14100"/>
          <ac:grpSpMkLst>
            <pc:docMk/>
            <pc:sldMk cId="3723139618" sldId="2140756841"/>
            <ac:grpSpMk id="88" creationId="{C8ABEF2A-EAC0-4F5B-34F2-FC28E7E3CB4F}"/>
          </ac:grpSpMkLst>
        </pc:grpChg>
        <pc:grpChg chg="mod">
          <ac:chgData name="Paul Madeline" userId="47e30129-2e66-4505-a13e-ddea7fcff911" providerId="ADAL" clId="{2168F806-70A7-4669-986D-8845548D528F}" dt="2025-11-06T14:40:43.731" v="158" actId="14100"/>
          <ac:grpSpMkLst>
            <pc:docMk/>
            <pc:sldMk cId="3723139618" sldId="2140756841"/>
            <ac:grpSpMk id="89" creationId="{9EC293EE-0B93-ED90-0273-E3D7555CFB28}"/>
          </ac:grpSpMkLst>
        </pc:grpChg>
        <pc:picChg chg="mod">
          <ac:chgData name="Paul Madeline" userId="47e30129-2e66-4505-a13e-ddea7fcff911" providerId="ADAL" clId="{2168F806-70A7-4669-986D-8845548D528F}" dt="2025-11-06T14:40:43.731" v="158" actId="14100"/>
          <ac:picMkLst>
            <pc:docMk/>
            <pc:sldMk cId="3723139618" sldId="2140756841"/>
            <ac:picMk id="4" creationId="{11C72A21-8B4B-847A-A3FD-90CB779E5BA4}"/>
          </ac:picMkLst>
        </pc:picChg>
        <pc:picChg chg="mod">
          <ac:chgData name="Paul Madeline" userId="47e30129-2e66-4505-a13e-ddea7fcff911" providerId="ADAL" clId="{2168F806-70A7-4669-986D-8845548D528F}" dt="2025-11-06T14:40:43.731" v="158" actId="14100"/>
          <ac:picMkLst>
            <pc:docMk/>
            <pc:sldMk cId="3723139618" sldId="2140756841"/>
            <ac:picMk id="24" creationId="{B2453AD7-54D7-DA97-E8AA-BCB408B2E6A2}"/>
          </ac:picMkLst>
        </pc:picChg>
        <pc:picChg chg="mod">
          <ac:chgData name="Paul Madeline" userId="47e30129-2e66-4505-a13e-ddea7fcff911" providerId="ADAL" clId="{2168F806-70A7-4669-986D-8845548D528F}" dt="2025-11-06T14:40:43.731" v="158" actId="14100"/>
          <ac:picMkLst>
            <pc:docMk/>
            <pc:sldMk cId="3723139618" sldId="2140756841"/>
            <ac:picMk id="85" creationId="{B13BBC12-D7DA-E44F-517A-BB80D2B52648}"/>
          </ac:picMkLst>
        </pc:picChg>
        <pc:picChg chg="mod">
          <ac:chgData name="Paul Madeline" userId="47e30129-2e66-4505-a13e-ddea7fcff911" providerId="ADAL" clId="{2168F806-70A7-4669-986D-8845548D528F}" dt="2025-11-06T14:40:43.731" v="158" actId="14100"/>
          <ac:picMkLst>
            <pc:docMk/>
            <pc:sldMk cId="3723139618" sldId="2140756841"/>
            <ac:picMk id="87" creationId="{6715B38B-FEB6-5F3F-EAC8-20470CA7043A}"/>
          </ac:picMkLst>
        </pc:picChg>
        <pc:picChg chg="add mod">
          <ac:chgData name="Paul Madeline" userId="47e30129-2e66-4505-a13e-ddea7fcff911" providerId="ADAL" clId="{2168F806-70A7-4669-986D-8845548D528F}" dt="2025-11-06T14:46:49.351" v="353" actId="1076"/>
          <ac:picMkLst>
            <pc:docMk/>
            <pc:sldMk cId="3723139618" sldId="2140756841"/>
            <ac:picMk id="1028" creationId="{0DC03C11-C173-11AA-B74F-AB51A398CAE7}"/>
          </ac:picMkLst>
        </pc:picChg>
        <pc:picChg chg="add mod">
          <ac:chgData name="Paul Madeline" userId="47e30129-2e66-4505-a13e-ddea7fcff911" providerId="ADAL" clId="{2168F806-70A7-4669-986D-8845548D528F}" dt="2025-11-06T14:47:32.230" v="366" actId="1076"/>
          <ac:picMkLst>
            <pc:docMk/>
            <pc:sldMk cId="3723139618" sldId="2140756841"/>
            <ac:picMk id="1030" creationId="{AAB41BE5-686F-6164-D133-617DB8C7C071}"/>
          </ac:picMkLst>
        </pc:picChg>
        <pc:picChg chg="add mod">
          <ac:chgData name="Paul Madeline" userId="47e30129-2e66-4505-a13e-ddea7fcff911" providerId="ADAL" clId="{2168F806-70A7-4669-986D-8845548D528F}" dt="2025-11-06T14:48:15.833" v="395" actId="1076"/>
          <ac:picMkLst>
            <pc:docMk/>
            <pc:sldMk cId="3723139618" sldId="2140756841"/>
            <ac:picMk id="1032" creationId="{F7F2E3FE-ED66-20AA-B965-5D2D041C5A29}"/>
          </ac:picMkLst>
        </pc:picChg>
        <pc:cxnChg chg="mod">
          <ac:chgData name="Paul Madeline" userId="47e30129-2e66-4505-a13e-ddea7fcff911" providerId="ADAL" clId="{2168F806-70A7-4669-986D-8845548D528F}" dt="2025-11-06T14:40:43.731" v="158" actId="14100"/>
          <ac:cxnSpMkLst>
            <pc:docMk/>
            <pc:sldMk cId="3723139618" sldId="2140756841"/>
            <ac:cxnSpMk id="7" creationId="{FBAB9440-5955-2FB0-1A99-D48A361AD361}"/>
          </ac:cxnSpMkLst>
        </pc:cxnChg>
        <pc:cxnChg chg="mod">
          <ac:chgData name="Paul Madeline" userId="47e30129-2e66-4505-a13e-ddea7fcff911" providerId="ADAL" clId="{2168F806-70A7-4669-986D-8845548D528F}" dt="2025-11-06T14:40:43.731" v="158" actId="14100"/>
          <ac:cxnSpMkLst>
            <pc:docMk/>
            <pc:sldMk cId="3723139618" sldId="2140756841"/>
            <ac:cxnSpMk id="9" creationId="{4DB85D50-BEE0-2C90-340F-B1DDB7FBA6BF}"/>
          </ac:cxnSpMkLst>
        </pc:cxnChg>
        <pc:cxnChg chg="mod">
          <ac:chgData name="Paul Madeline" userId="47e30129-2e66-4505-a13e-ddea7fcff911" providerId="ADAL" clId="{2168F806-70A7-4669-986D-8845548D528F}" dt="2025-11-06T14:40:43.731" v="158" actId="14100"/>
          <ac:cxnSpMkLst>
            <pc:docMk/>
            <pc:sldMk cId="3723139618" sldId="2140756841"/>
            <ac:cxnSpMk id="38" creationId="{8930277E-7808-86B0-7D30-BFD6E48ADD5B}"/>
          </ac:cxnSpMkLst>
        </pc:cxnChg>
        <pc:cxnChg chg="mod">
          <ac:chgData name="Paul Madeline" userId="47e30129-2e66-4505-a13e-ddea7fcff911" providerId="ADAL" clId="{2168F806-70A7-4669-986D-8845548D528F}" dt="2025-11-06T14:40:43.731" v="158" actId="14100"/>
          <ac:cxnSpMkLst>
            <pc:docMk/>
            <pc:sldMk cId="3723139618" sldId="2140756841"/>
            <ac:cxnSpMk id="40" creationId="{4B3A37E6-97EB-FC67-B39D-09B43B705B32}"/>
          </ac:cxnSpMkLst>
        </pc:cxnChg>
        <pc:cxnChg chg="mod">
          <ac:chgData name="Paul Madeline" userId="47e30129-2e66-4505-a13e-ddea7fcff911" providerId="ADAL" clId="{2168F806-70A7-4669-986D-8845548D528F}" dt="2025-11-06T14:40:43.731" v="158" actId="14100"/>
          <ac:cxnSpMkLst>
            <pc:docMk/>
            <pc:sldMk cId="3723139618" sldId="2140756841"/>
            <ac:cxnSpMk id="59" creationId="{E929ABC8-BBC9-F667-12CB-3FB9CF63692B}"/>
          </ac:cxnSpMkLst>
        </pc:cxnChg>
        <pc:cxnChg chg="mod">
          <ac:chgData name="Paul Madeline" userId="47e30129-2e66-4505-a13e-ddea7fcff911" providerId="ADAL" clId="{2168F806-70A7-4669-986D-8845548D528F}" dt="2025-11-06T14:40:43.731" v="158" actId="14100"/>
          <ac:cxnSpMkLst>
            <pc:docMk/>
            <pc:sldMk cId="3723139618" sldId="2140756841"/>
            <ac:cxnSpMk id="61" creationId="{7AC9A2B3-366E-66B3-E939-93DB3FBA533E}"/>
          </ac:cxnSpMkLst>
        </pc:cxnChg>
        <pc:cxnChg chg="mod">
          <ac:chgData name="Paul Madeline" userId="47e30129-2e66-4505-a13e-ddea7fcff911" providerId="ADAL" clId="{2168F806-70A7-4669-986D-8845548D528F}" dt="2025-11-06T14:40:43.731" v="158" actId="14100"/>
          <ac:cxnSpMkLst>
            <pc:docMk/>
            <pc:sldMk cId="3723139618" sldId="2140756841"/>
            <ac:cxnSpMk id="77" creationId="{A2190519-D104-4455-527A-68CAB3E9241B}"/>
          </ac:cxnSpMkLst>
        </pc:cxnChg>
        <pc:cxnChg chg="mod">
          <ac:chgData name="Paul Madeline" userId="47e30129-2e66-4505-a13e-ddea7fcff911" providerId="ADAL" clId="{2168F806-70A7-4669-986D-8845548D528F}" dt="2025-11-06T14:40:43.731" v="158" actId="14100"/>
          <ac:cxnSpMkLst>
            <pc:docMk/>
            <pc:sldMk cId="3723139618" sldId="2140756841"/>
            <ac:cxnSpMk id="79" creationId="{F1C1BFC5-F55F-BE23-D8D4-E619F5FEAB42}"/>
          </ac:cxnSpMkLst>
        </pc:cxnChg>
      </pc:sldChg>
      <pc:sldChg chg="addSp delSp modSp mod">
        <pc:chgData name="Paul Madeline" userId="47e30129-2e66-4505-a13e-ddea7fcff911" providerId="ADAL" clId="{2168F806-70A7-4669-986D-8845548D528F}" dt="2025-11-06T17:03:17.327" v="952" actId="404"/>
        <pc:sldMkLst>
          <pc:docMk/>
          <pc:sldMk cId="3425866885" sldId="2140756848"/>
        </pc:sldMkLst>
        <pc:spChg chg="mod">
          <ac:chgData name="Paul Madeline" userId="47e30129-2e66-4505-a13e-ddea7fcff911" providerId="ADAL" clId="{2168F806-70A7-4669-986D-8845548D528F}" dt="2025-11-06T15:11:58.559" v="842" actId="1035"/>
          <ac:spMkLst>
            <pc:docMk/>
            <pc:sldMk cId="3425866885" sldId="2140756848"/>
            <ac:spMk id="4" creationId="{401EBCE9-42E1-CAA5-1895-977732EF7995}"/>
          </ac:spMkLst>
        </pc:spChg>
        <pc:spChg chg="add mod">
          <ac:chgData name="Paul Madeline" userId="47e30129-2e66-4505-a13e-ddea7fcff911" providerId="ADAL" clId="{2168F806-70A7-4669-986D-8845548D528F}" dt="2025-11-06T15:12:15.293" v="844" actId="571"/>
          <ac:spMkLst>
            <pc:docMk/>
            <pc:sldMk cId="3425866885" sldId="2140756848"/>
            <ac:spMk id="5" creationId="{5575DE8E-2842-4E6D-B5FD-0EA44A443066}"/>
          </ac:spMkLst>
        </pc:spChg>
        <pc:graphicFrameChg chg="modGraphic">
          <ac:chgData name="Paul Madeline" userId="47e30129-2e66-4505-a13e-ddea7fcff911" providerId="ADAL" clId="{2168F806-70A7-4669-986D-8845548D528F}" dt="2025-11-06T17:03:17.327" v="952" actId="404"/>
          <ac:graphicFrameMkLst>
            <pc:docMk/>
            <pc:sldMk cId="3425866885" sldId="2140756848"/>
            <ac:graphicFrameMk id="25" creationId="{531FEA94-8E54-FD72-6D92-35229AD54A44}"/>
          </ac:graphicFrameMkLst>
        </pc:graphicFrameChg>
      </pc:sldChg>
      <pc:sldChg chg="addSp delSp modSp mod">
        <pc:chgData name="Paul Madeline" userId="47e30129-2e66-4505-a13e-ddea7fcff911" providerId="ADAL" clId="{2168F806-70A7-4669-986D-8845548D528F}" dt="2025-11-06T14:56:30.133" v="664" actId="571"/>
        <pc:sldMkLst>
          <pc:docMk/>
          <pc:sldMk cId="1230684289" sldId="2140756851"/>
        </pc:sldMkLst>
      </pc:sldChg>
      <pc:sldChg chg="addSp delSp modSp mod">
        <pc:chgData name="Paul Madeline" userId="47e30129-2e66-4505-a13e-ddea7fcff911" providerId="ADAL" clId="{2168F806-70A7-4669-986D-8845548D528F}" dt="2025-11-06T15:09:35.004" v="839" actId="1076"/>
        <pc:sldMkLst>
          <pc:docMk/>
          <pc:sldMk cId="3645766155" sldId="2140756852"/>
        </pc:sldMkLst>
        <pc:spChg chg="mod">
          <ac:chgData name="Paul Madeline" userId="47e30129-2e66-4505-a13e-ddea7fcff911" providerId="ADAL" clId="{2168F806-70A7-4669-986D-8845548D528F}" dt="2025-11-06T15:09:19.549" v="831" actId="14100"/>
          <ac:spMkLst>
            <pc:docMk/>
            <pc:sldMk cId="3645766155" sldId="2140756852"/>
            <ac:spMk id="2" creationId="{D762FCCE-F0A8-0162-CEAA-8BE228421E5A}"/>
          </ac:spMkLst>
        </pc:spChg>
        <pc:spChg chg="mod">
          <ac:chgData name="Paul Madeline" userId="47e30129-2e66-4505-a13e-ddea7fcff911" providerId="ADAL" clId="{2168F806-70A7-4669-986D-8845548D528F}" dt="2025-11-06T15:09:30.634" v="837" actId="14100"/>
          <ac:spMkLst>
            <pc:docMk/>
            <pc:sldMk cId="3645766155" sldId="2140756852"/>
            <ac:spMk id="3" creationId="{83F739FF-BD38-1BC8-FF73-5D44079079CE}"/>
          </ac:spMkLst>
        </pc:spChg>
        <pc:spChg chg="mod">
          <ac:chgData name="Paul Madeline" userId="47e30129-2e66-4505-a13e-ddea7fcff911" providerId="ADAL" clId="{2168F806-70A7-4669-986D-8845548D528F}" dt="2025-11-06T15:09:17.405" v="830" actId="14100"/>
          <ac:spMkLst>
            <pc:docMk/>
            <pc:sldMk cId="3645766155" sldId="2140756852"/>
            <ac:spMk id="8" creationId="{A2D128CB-EF23-54FF-7FD5-0372C651BFD6}"/>
          </ac:spMkLst>
        </pc:spChg>
        <pc:spChg chg="add mod">
          <ac:chgData name="Paul Madeline" userId="47e30129-2e66-4505-a13e-ddea7fcff911" providerId="ADAL" clId="{2168F806-70A7-4669-986D-8845548D528F}" dt="2025-11-06T15:01:29.643" v="807" actId="14100"/>
          <ac:spMkLst>
            <pc:docMk/>
            <pc:sldMk cId="3645766155" sldId="2140756852"/>
            <ac:spMk id="10" creationId="{4ED03BF5-94D3-3B3E-1299-C04F295CCBB2}"/>
          </ac:spMkLst>
        </pc:spChg>
        <pc:spChg chg="mod">
          <ac:chgData name="Paul Madeline" userId="47e30129-2e66-4505-a13e-ddea7fcff911" providerId="ADAL" clId="{2168F806-70A7-4669-986D-8845548D528F}" dt="2025-11-06T15:08:59.257" v="829" actId="14100"/>
          <ac:spMkLst>
            <pc:docMk/>
            <pc:sldMk cId="3645766155" sldId="2140756852"/>
            <ac:spMk id="12" creationId="{D5D46736-6987-2F82-2A0C-8F4B369D2710}"/>
          </ac:spMkLst>
        </pc:spChg>
        <pc:spChg chg="mod">
          <ac:chgData name="Paul Madeline" userId="47e30129-2e66-4505-a13e-ddea7fcff911" providerId="ADAL" clId="{2168F806-70A7-4669-986D-8845548D528F}" dt="2025-11-06T15:00:21.274" v="783" actId="14100"/>
          <ac:spMkLst>
            <pc:docMk/>
            <pc:sldMk cId="3645766155" sldId="2140756852"/>
            <ac:spMk id="53" creationId="{643465C7-709C-818B-4BA4-615D9A48D1DD}"/>
          </ac:spMkLst>
        </pc:spChg>
        <pc:spChg chg="add del">
          <ac:chgData name="Paul Madeline" userId="47e30129-2e66-4505-a13e-ddea7fcff911" providerId="ADAL" clId="{2168F806-70A7-4669-986D-8845548D528F}" dt="2025-11-06T15:00:32.997" v="785" actId="478"/>
          <ac:spMkLst>
            <pc:docMk/>
            <pc:sldMk cId="3645766155" sldId="2140756852"/>
            <ac:spMk id="57" creationId="{72775D73-C765-8469-E770-AD938DA0AF53}"/>
          </ac:spMkLst>
        </pc:spChg>
        <pc:spChg chg="mod">
          <ac:chgData name="Paul Madeline" userId="47e30129-2e66-4505-a13e-ddea7fcff911" providerId="ADAL" clId="{2168F806-70A7-4669-986D-8845548D528F}" dt="2025-11-06T15:09:23.329" v="833" actId="14100"/>
          <ac:spMkLst>
            <pc:docMk/>
            <pc:sldMk cId="3645766155" sldId="2140756852"/>
            <ac:spMk id="67" creationId="{7AB250DB-7826-890F-53D7-0048852C06A6}"/>
          </ac:spMkLst>
        </pc:spChg>
        <pc:spChg chg="mod">
          <ac:chgData name="Paul Madeline" userId="47e30129-2e66-4505-a13e-ddea7fcff911" providerId="ADAL" clId="{2168F806-70A7-4669-986D-8845548D528F}" dt="2025-11-06T14:58:54.376" v="772" actId="14100"/>
          <ac:spMkLst>
            <pc:docMk/>
            <pc:sldMk cId="3645766155" sldId="2140756852"/>
            <ac:spMk id="74" creationId="{941DF635-C408-65CC-55BF-FC6208413E19}"/>
          </ac:spMkLst>
        </pc:spChg>
        <pc:spChg chg="mod">
          <ac:chgData name="Paul Madeline" userId="47e30129-2e66-4505-a13e-ddea7fcff911" providerId="ADAL" clId="{2168F806-70A7-4669-986D-8845548D528F}" dt="2025-11-06T15:09:35.004" v="839" actId="1076"/>
          <ac:spMkLst>
            <pc:docMk/>
            <pc:sldMk cId="3645766155" sldId="2140756852"/>
            <ac:spMk id="77" creationId="{22540162-EF9E-06D9-25A0-A45A9DB1CFB8}"/>
          </ac:spMkLst>
        </pc:spChg>
        <pc:graphicFrameChg chg="modGraphic">
          <ac:chgData name="Paul Madeline" userId="47e30129-2e66-4505-a13e-ddea7fcff911" providerId="ADAL" clId="{2168F806-70A7-4669-986D-8845548D528F}" dt="2025-11-06T14:58:32.799" v="767" actId="113"/>
          <ac:graphicFrameMkLst>
            <pc:docMk/>
            <pc:sldMk cId="3645766155" sldId="2140756852"/>
            <ac:graphicFrameMk id="52" creationId="{B43F93BA-50A7-3770-06A3-7BAD87004316}"/>
          </ac:graphicFrameMkLst>
        </pc:graphicFrameChg>
        <pc:cxnChg chg="add del">
          <ac:chgData name="Paul Madeline" userId="47e30129-2e66-4505-a13e-ddea7fcff911" providerId="ADAL" clId="{2168F806-70A7-4669-986D-8845548D528F}" dt="2025-11-06T15:00:37.313" v="787" actId="478"/>
          <ac:cxnSpMkLst>
            <pc:docMk/>
            <pc:sldMk cId="3645766155" sldId="2140756852"/>
            <ac:cxnSpMk id="48" creationId="{1F33F867-7C13-4AC9-FA05-DBAC4C6F7DD1}"/>
          </ac:cxnSpMkLst>
        </pc:cxnChg>
        <pc:cxnChg chg="mod">
          <ac:chgData name="Paul Madeline" userId="47e30129-2e66-4505-a13e-ddea7fcff911" providerId="ADAL" clId="{2168F806-70A7-4669-986D-8845548D528F}" dt="2025-11-06T14:58:42.460" v="770" actId="1076"/>
          <ac:cxnSpMkLst>
            <pc:docMk/>
            <pc:sldMk cId="3645766155" sldId="2140756852"/>
            <ac:cxnSpMk id="80" creationId="{F3CDE516-CBAD-7908-1A4E-ADED8021570C}"/>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81F47-45FF-47EC-BCA9-369BAA2538D0}" type="datetimeFigureOut">
              <a:rPr lang="fr-FR" smtClean="0"/>
              <a:t>01/12/2025</a:t>
            </a:fld>
            <a:endParaRPr lang="fr-F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B2C384-A257-4C40-8759-8FD051B61AA6}" type="slidenum">
              <a:rPr lang="fr-FR" smtClean="0"/>
              <a:t>‹#›</a:t>
            </a:fld>
            <a:endParaRPr lang="fr-FR"/>
          </a:p>
        </p:txBody>
      </p:sp>
    </p:spTree>
    <p:extLst>
      <p:ext uri="{BB962C8B-B14F-4D97-AF65-F5344CB8AC3E}">
        <p14:creationId xmlns:p14="http://schemas.microsoft.com/office/powerpoint/2010/main" val="2494203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a:p>
        </p:txBody>
      </p:sp>
      <p:sp>
        <p:nvSpPr>
          <p:cNvPr id="4" name="Slide Number Placeholder 3"/>
          <p:cNvSpPr>
            <a:spLocks noGrp="1"/>
          </p:cNvSpPr>
          <p:nvPr>
            <p:ph type="sldNum" sz="quarter" idx="5"/>
          </p:nvPr>
        </p:nvSpPr>
        <p:spPr/>
        <p:txBody>
          <a:bodyPr/>
          <a:lstStyle/>
          <a:p>
            <a:fld id="{C6B2C384-A257-4C40-8759-8FD051B61AA6}" type="slidenum">
              <a:rPr lang="fr-FR" smtClean="0"/>
              <a:t>4</a:t>
            </a:fld>
            <a:endParaRPr lang="fr-FR"/>
          </a:p>
        </p:txBody>
      </p:sp>
    </p:spTree>
    <p:extLst>
      <p:ext uri="{BB962C8B-B14F-4D97-AF65-F5344CB8AC3E}">
        <p14:creationId xmlns:p14="http://schemas.microsoft.com/office/powerpoint/2010/main" val="25166010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41F24-BD5A-E062-8022-098721FE45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E44F0-3781-FF3A-8F12-1F94A66547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99C627-5B01-E0FC-2847-EE0ADC663116}"/>
              </a:ext>
            </a:extLst>
          </p:cNvPr>
          <p:cNvSpPr>
            <a:spLocks noGrp="1"/>
          </p:cNvSpPr>
          <p:nvPr>
            <p:ph type="body" idx="1"/>
          </p:nvPr>
        </p:nvSpPr>
        <p:spPr/>
        <p:txBody>
          <a:bodyPr/>
          <a:lstStyle/>
          <a:p>
            <a:endParaRPr lang="fr-FR" dirty="0"/>
          </a:p>
        </p:txBody>
      </p:sp>
      <p:sp>
        <p:nvSpPr>
          <p:cNvPr id="4" name="Slide Number Placeholder 3">
            <a:extLst>
              <a:ext uri="{FF2B5EF4-FFF2-40B4-BE49-F238E27FC236}">
                <a16:creationId xmlns:a16="http://schemas.microsoft.com/office/drawing/2014/main" id="{D4D83F29-DC7B-C4BA-F6E5-2E215A868B7B}"/>
              </a:ext>
            </a:extLst>
          </p:cNvPr>
          <p:cNvSpPr>
            <a:spLocks noGrp="1"/>
          </p:cNvSpPr>
          <p:nvPr>
            <p:ph type="sldNum" sz="quarter" idx="5"/>
          </p:nvPr>
        </p:nvSpPr>
        <p:spPr/>
        <p:txBody>
          <a:bodyPr/>
          <a:lstStyle/>
          <a:p>
            <a:fld id="{C6B2C384-A257-4C40-8759-8FD051B61AA6}" type="slidenum">
              <a:rPr lang="fr-FR" smtClean="0"/>
              <a:t>6</a:t>
            </a:fld>
            <a:endParaRPr lang="fr-FR"/>
          </a:p>
        </p:txBody>
      </p:sp>
    </p:spTree>
    <p:extLst>
      <p:ext uri="{BB962C8B-B14F-4D97-AF65-F5344CB8AC3E}">
        <p14:creationId xmlns:p14="http://schemas.microsoft.com/office/powerpoint/2010/main" val="24050980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a:p>
        </p:txBody>
      </p:sp>
      <p:sp>
        <p:nvSpPr>
          <p:cNvPr id="4" name="Slide Number Placeholder 3"/>
          <p:cNvSpPr>
            <a:spLocks noGrp="1"/>
          </p:cNvSpPr>
          <p:nvPr>
            <p:ph type="sldNum" sz="quarter" idx="5"/>
          </p:nvPr>
        </p:nvSpPr>
        <p:spPr/>
        <p:txBody>
          <a:bodyPr/>
          <a:lstStyle/>
          <a:p>
            <a:fld id="{C6B2C384-A257-4C40-8759-8FD051B61AA6}" type="slidenum">
              <a:rPr lang="fr-FR" smtClean="0"/>
              <a:t>9</a:t>
            </a:fld>
            <a:endParaRPr lang="fr-FR"/>
          </a:p>
        </p:txBody>
      </p:sp>
    </p:spTree>
    <p:extLst>
      <p:ext uri="{BB962C8B-B14F-4D97-AF65-F5344CB8AC3E}">
        <p14:creationId xmlns:p14="http://schemas.microsoft.com/office/powerpoint/2010/main" val="10237009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a:p>
        </p:txBody>
      </p:sp>
      <p:sp>
        <p:nvSpPr>
          <p:cNvPr id="4" name="Slide Number Placeholder 3"/>
          <p:cNvSpPr>
            <a:spLocks noGrp="1"/>
          </p:cNvSpPr>
          <p:nvPr>
            <p:ph type="sldNum" sz="quarter" idx="5"/>
          </p:nvPr>
        </p:nvSpPr>
        <p:spPr/>
        <p:txBody>
          <a:bodyPr/>
          <a:lstStyle/>
          <a:p>
            <a:fld id="{C6B2C384-A257-4C40-8759-8FD051B61AA6}" type="slidenum">
              <a:rPr lang="fr-FR" smtClean="0"/>
              <a:t>10</a:t>
            </a:fld>
            <a:endParaRPr lang="fr-FR"/>
          </a:p>
        </p:txBody>
      </p:sp>
    </p:spTree>
    <p:extLst>
      <p:ext uri="{BB962C8B-B14F-4D97-AF65-F5344CB8AC3E}">
        <p14:creationId xmlns:p14="http://schemas.microsoft.com/office/powerpoint/2010/main" val="26138339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a:p>
        </p:txBody>
      </p:sp>
      <p:sp>
        <p:nvSpPr>
          <p:cNvPr id="4" name="Slide Number Placeholder 3"/>
          <p:cNvSpPr>
            <a:spLocks noGrp="1"/>
          </p:cNvSpPr>
          <p:nvPr>
            <p:ph type="sldNum" sz="quarter" idx="5"/>
          </p:nvPr>
        </p:nvSpPr>
        <p:spPr/>
        <p:txBody>
          <a:bodyPr/>
          <a:lstStyle/>
          <a:p>
            <a:fld id="{C6B2C384-A257-4C40-8759-8FD051B61AA6}" type="slidenum">
              <a:rPr lang="fr-FR" smtClean="0"/>
              <a:t>11</a:t>
            </a:fld>
            <a:endParaRPr lang="fr-FR"/>
          </a:p>
        </p:txBody>
      </p:sp>
    </p:spTree>
    <p:extLst>
      <p:ext uri="{BB962C8B-B14F-4D97-AF65-F5344CB8AC3E}">
        <p14:creationId xmlns:p14="http://schemas.microsoft.com/office/powerpoint/2010/main" val="312887889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image" Target="../media/image3.emf"/><Relationship Id="rId2" Type="http://schemas.openxmlformats.org/officeDocument/2006/relationships/slideMaster" Target="../slideMasters/slideMaster1.xml"/><Relationship Id="rId1" Type="http://schemas.openxmlformats.org/officeDocument/2006/relationships/tags" Target="../tags/tag3.xml"/><Relationship Id="rId6" Type="http://schemas.microsoft.com/office/2007/relationships/hdphoto" Target="../media/hdphoto1.wdp"/><Relationship Id="rId5" Type="http://schemas.openxmlformats.org/officeDocument/2006/relationships/image" Target="../media/image2.png"/><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7" Type="http://schemas.microsoft.com/office/2007/relationships/hdphoto" Target="../media/hdphoto2.wdp"/><Relationship Id="rId2" Type="http://schemas.openxmlformats.org/officeDocument/2006/relationships/slideMaster" Target="../slideMasters/slideMaster1.xml"/><Relationship Id="rId1" Type="http://schemas.openxmlformats.org/officeDocument/2006/relationships/tags" Target="../tags/tag4.xml"/><Relationship Id="rId6" Type="http://schemas.openxmlformats.org/officeDocument/2006/relationships/image" Target="../media/image4.png"/><Relationship Id="rId5" Type="http://schemas.openxmlformats.org/officeDocument/2006/relationships/image" Target="../media/image3.emf"/><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7" Type="http://schemas.openxmlformats.org/officeDocument/2006/relationships/image" Target="../media/image3.emf"/><Relationship Id="rId2" Type="http://schemas.openxmlformats.org/officeDocument/2006/relationships/slideMaster" Target="../slideMasters/slideMaster1.xml"/><Relationship Id="rId1" Type="http://schemas.openxmlformats.org/officeDocument/2006/relationships/tags" Target="../tags/tag5.xml"/><Relationship Id="rId6" Type="http://schemas.microsoft.com/office/2007/relationships/hdphoto" Target="../media/hdphoto2.wdp"/><Relationship Id="rId5" Type="http://schemas.openxmlformats.org/officeDocument/2006/relationships/image" Target="../media/image4.png"/><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7" Type="http://schemas.openxmlformats.org/officeDocument/2006/relationships/image" Target="../media/image3.emf"/><Relationship Id="rId2" Type="http://schemas.openxmlformats.org/officeDocument/2006/relationships/slideMaster" Target="../slideMasters/slideMaster1.xml"/><Relationship Id="rId1" Type="http://schemas.openxmlformats.org/officeDocument/2006/relationships/tags" Target="../tags/tag6.xml"/><Relationship Id="rId6" Type="http://schemas.microsoft.com/office/2007/relationships/hdphoto" Target="../media/hdphoto2.wdp"/><Relationship Id="rId5" Type="http://schemas.openxmlformats.org/officeDocument/2006/relationships/image" Target="../media/image4.png"/><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6.bin"/><Relationship Id="rId7" Type="http://schemas.openxmlformats.org/officeDocument/2006/relationships/image" Target="../media/image3.emf"/><Relationship Id="rId2" Type="http://schemas.openxmlformats.org/officeDocument/2006/relationships/slideMaster" Target="../slideMasters/slideMaster1.xml"/><Relationship Id="rId1" Type="http://schemas.openxmlformats.org/officeDocument/2006/relationships/tags" Target="../tags/tag7.xml"/><Relationship Id="rId6" Type="http://schemas.microsoft.com/office/2007/relationships/hdphoto" Target="../media/hdphoto2.wdp"/><Relationship Id="rId5" Type="http://schemas.openxmlformats.org/officeDocument/2006/relationships/image" Target="../media/image4.png"/><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7.bin"/><Relationship Id="rId7" Type="http://schemas.microsoft.com/office/2007/relationships/hdphoto" Target="../media/hdphoto1.wdp"/><Relationship Id="rId2" Type="http://schemas.openxmlformats.org/officeDocument/2006/relationships/slideMaster" Target="../slideMasters/slideMaster1.xml"/><Relationship Id="rId1" Type="http://schemas.openxmlformats.org/officeDocument/2006/relationships/tags" Target="../tags/tag8.xml"/><Relationship Id="rId6" Type="http://schemas.openxmlformats.org/officeDocument/2006/relationships/image" Target="../media/image2.png"/><Relationship Id="rId5" Type="http://schemas.openxmlformats.org/officeDocument/2006/relationships/image" Target="../media/image3.emf"/><Relationship Id="rId4"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graphicFrame>
        <p:nvGraphicFramePr>
          <p:cNvPr id="19" name="Object 18" hidden="1">
            <a:extLst>
              <a:ext uri="{FF2B5EF4-FFF2-40B4-BE49-F238E27FC236}">
                <a16:creationId xmlns:a16="http://schemas.microsoft.com/office/drawing/2014/main" id="{A0A9677B-6A25-4BC7-9E0C-BECA09003419}"/>
              </a:ext>
            </a:extLst>
          </p:cNvPr>
          <p:cNvGraphicFramePr>
            <a:graphicFrameLocks noChangeAspect="1"/>
          </p:cNvGraphicFramePr>
          <p:nvPr>
            <p:custDataLst>
              <p:tags r:id="rId1"/>
            </p:custDataLst>
            <p:extLst>
              <p:ext uri="{D42A27DB-BD31-4B8C-83A1-F6EECF244321}">
                <p14:modId xmlns:p14="http://schemas.microsoft.com/office/powerpoint/2010/main" val="312412713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19" name="Object 18" hidden="1">
                        <a:extLst>
                          <a:ext uri="{FF2B5EF4-FFF2-40B4-BE49-F238E27FC236}">
                            <a16:creationId xmlns:a16="http://schemas.microsoft.com/office/drawing/2014/main" id="{A0A9677B-6A25-4BC7-9E0C-BECA0900341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6" name="Picture 9">
            <a:extLst>
              <a:ext uri="{FF2B5EF4-FFF2-40B4-BE49-F238E27FC236}">
                <a16:creationId xmlns:a16="http://schemas.microsoft.com/office/drawing/2014/main" id="{167BDA6F-0784-49B4-A715-A7293F50F9AE}"/>
              </a:ext>
            </a:extLst>
          </p:cNvPr>
          <p:cNvPicPr>
            <a:picLocks noChangeAspect="1"/>
          </p:cNvPicPr>
          <p:nvPr/>
        </p:nvPicPr>
        <p:blipFill rotWithShape="1">
          <a:blip r:embed="rId5" cstate="hqprint">
            <a:extLst>
              <a:ext uri="{BEBA8EAE-BF5A-486C-A8C5-ECC9F3942E4B}">
                <a14:imgProps xmlns:a14="http://schemas.microsoft.com/office/drawing/2010/main">
                  <a14:imgLayer r:embed="rId6">
                    <a14:imgEffect>
                      <a14:artisticBlur radius="3"/>
                    </a14:imgEffect>
                  </a14:imgLayer>
                </a14:imgProps>
              </a:ext>
              <a:ext uri="{28A0092B-C50C-407E-A947-70E740481C1C}">
                <a14:useLocalDpi xmlns:a14="http://schemas.microsoft.com/office/drawing/2010/main"/>
              </a:ext>
            </a:extLst>
          </a:blip>
          <a:srcRect/>
          <a:stretch/>
        </p:blipFill>
        <p:spPr>
          <a:xfrm>
            <a:off x="5005423" y="0"/>
            <a:ext cx="7186577" cy="6858000"/>
          </a:xfrm>
          <a:prstGeom prst="rect">
            <a:avLst/>
          </a:prstGeom>
          <a:effectLst/>
        </p:spPr>
      </p:pic>
      <p:sp>
        <p:nvSpPr>
          <p:cNvPr id="17" name="Title 12">
            <a:extLst>
              <a:ext uri="{FF2B5EF4-FFF2-40B4-BE49-F238E27FC236}">
                <a16:creationId xmlns:a16="http://schemas.microsoft.com/office/drawing/2014/main" id="{93E1EAF9-AF58-43D1-80A8-644F5888DE4D}"/>
              </a:ext>
            </a:extLst>
          </p:cNvPr>
          <p:cNvSpPr txBox="1">
            <a:spLocks/>
          </p:cNvSpPr>
          <p:nvPr/>
        </p:nvSpPr>
        <p:spPr>
          <a:xfrm>
            <a:off x="5005423" y="0"/>
            <a:ext cx="7186577" cy="6878305"/>
          </a:xfrm>
          <a:prstGeom prst="rect">
            <a:avLst/>
          </a:prstGeom>
          <a:solidFill>
            <a:schemeClr val="accent1">
              <a:alpha val="50000"/>
            </a:schemeClr>
          </a:solidFill>
        </p:spPr>
        <p:txBody>
          <a:bodyPr anchor="ctr"/>
          <a:lstStyle>
            <a:lvl1pPr algn="l" defTabSz="914400" rtl="0" eaLnBrk="1" latinLnBrk="0" hangingPunct="1">
              <a:lnSpc>
                <a:spcPct val="90000"/>
              </a:lnSpc>
              <a:spcBef>
                <a:spcPct val="0"/>
              </a:spcBef>
              <a:buNone/>
              <a:defRPr sz="1600" b="1" kern="1200">
                <a:solidFill>
                  <a:srgbClr val="1B445F"/>
                </a:solidFill>
                <a:latin typeface="AvantGarGotItcT"/>
                <a:ea typeface="+mj-ea"/>
                <a:cs typeface="+mj-cs"/>
              </a:defRPr>
            </a:lvl1pPr>
          </a:lstStyle>
          <a:p>
            <a:pPr marL="180000">
              <a:buClrTx/>
              <a:buFontTx/>
            </a:pPr>
            <a:endParaRPr lang="fr-FR" sz="2800">
              <a:solidFill>
                <a:schemeClr val="bg1"/>
              </a:solidFill>
              <a:latin typeface="Calibri" panose="020F0502020204030204" pitchFamily="34" charset="0"/>
              <a:cs typeface="Calibri" panose="020F0502020204030204" pitchFamily="34" charset="0"/>
            </a:endParaRPr>
          </a:p>
        </p:txBody>
      </p:sp>
      <p:sp>
        <p:nvSpPr>
          <p:cNvPr id="2" name="Title 1">
            <a:extLst>
              <a:ext uri="{FF2B5EF4-FFF2-40B4-BE49-F238E27FC236}">
                <a16:creationId xmlns:a16="http://schemas.microsoft.com/office/drawing/2014/main" id="{D1CF84CC-4B59-4E1D-A21A-132100CA457B}"/>
              </a:ext>
            </a:extLst>
          </p:cNvPr>
          <p:cNvSpPr>
            <a:spLocks noGrp="1"/>
          </p:cNvSpPr>
          <p:nvPr>
            <p:ph type="ctrTitle" hasCustomPrompt="1"/>
          </p:nvPr>
        </p:nvSpPr>
        <p:spPr>
          <a:xfrm>
            <a:off x="447080" y="2683195"/>
            <a:ext cx="4558344" cy="1491609"/>
          </a:xfrm>
        </p:spPr>
        <p:txBody>
          <a:bodyPr vert="horz" lIns="180000" tIns="72000" rIns="180000" bIns="72000" anchor="ctr" anchorCtr="0">
            <a:spAutoFit/>
          </a:bodyPr>
          <a:lstStyle>
            <a:lvl1pPr algn="r">
              <a:defRPr sz="5400">
                <a:solidFill>
                  <a:schemeClr val="accent1"/>
                </a:solidFill>
              </a:defRPr>
            </a:lvl1pPr>
          </a:lstStyle>
          <a:p>
            <a:r>
              <a:rPr lang="en-US"/>
              <a:t>Cliquer pour modifier</a:t>
            </a:r>
            <a:endParaRPr lang="fr-FR"/>
          </a:p>
        </p:txBody>
      </p:sp>
      <p:sp>
        <p:nvSpPr>
          <p:cNvPr id="3" name="Subtitle 2">
            <a:extLst>
              <a:ext uri="{FF2B5EF4-FFF2-40B4-BE49-F238E27FC236}">
                <a16:creationId xmlns:a16="http://schemas.microsoft.com/office/drawing/2014/main" id="{3C5AAA94-7205-47A6-9873-506D970438BC}"/>
              </a:ext>
            </a:extLst>
          </p:cNvPr>
          <p:cNvSpPr>
            <a:spLocks noGrp="1"/>
          </p:cNvSpPr>
          <p:nvPr>
            <p:ph type="subTitle" idx="1" hasCustomPrompt="1"/>
          </p:nvPr>
        </p:nvSpPr>
        <p:spPr>
          <a:xfrm>
            <a:off x="5005422" y="2608400"/>
            <a:ext cx="6739497" cy="1641200"/>
          </a:xfrm>
        </p:spPr>
        <p:txBody>
          <a:bodyPr wrap="square" lIns="180000" tIns="72000" rIns="180000" bIns="72000" anchor="ctr" anchorCtr="0">
            <a:spAutoFit/>
          </a:bodyPr>
          <a:lstStyle>
            <a:lvl1pPr marL="0" indent="0" algn="l" rtl="0">
              <a:buNone/>
              <a:defRPr sz="5400" b="1">
                <a:solidFill>
                  <a:schemeClr val="bg1"/>
                </a:solidFill>
                <a:effectLst>
                  <a:outerShdw blurRad="50800" dist="38100" dir="2700000" algn="tl" rotWithShape="0">
                    <a:schemeClr val="accent1">
                      <a:lumMod val="50000"/>
                      <a:alpha val="40000"/>
                    </a:schemeClr>
                  </a:outerShdw>
                </a:effectLs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noProof="0"/>
              <a:t>Cliquer pour modifier le texte du titre</a:t>
            </a:r>
          </a:p>
        </p:txBody>
      </p:sp>
      <p:grpSp>
        <p:nvGrpSpPr>
          <p:cNvPr id="9" name="Groupe 11">
            <a:extLst>
              <a:ext uri="{FF2B5EF4-FFF2-40B4-BE49-F238E27FC236}">
                <a16:creationId xmlns:a16="http://schemas.microsoft.com/office/drawing/2014/main" id="{81704C2E-6702-44DF-A540-2A568B7C6A80}"/>
              </a:ext>
            </a:extLst>
          </p:cNvPr>
          <p:cNvGrpSpPr/>
          <p:nvPr/>
        </p:nvGrpSpPr>
        <p:grpSpPr>
          <a:xfrm>
            <a:off x="447079" y="4499811"/>
            <a:ext cx="1035293" cy="1896979"/>
            <a:chOff x="556126" y="3429000"/>
            <a:chExt cx="1035293" cy="1896979"/>
          </a:xfrm>
        </p:grpSpPr>
        <p:sp>
          <p:nvSpPr>
            <p:cNvPr id="10" name="Rectangle 9">
              <a:extLst>
                <a:ext uri="{FF2B5EF4-FFF2-40B4-BE49-F238E27FC236}">
                  <a16:creationId xmlns:a16="http://schemas.microsoft.com/office/drawing/2014/main" id="{5E0DB573-9575-47B9-83AC-1BC75D195E4D}"/>
                </a:ext>
              </a:extLst>
            </p:cNvPr>
            <p:cNvSpPr/>
            <p:nvPr/>
          </p:nvSpPr>
          <p:spPr>
            <a:xfrm>
              <a:off x="556126" y="3429000"/>
              <a:ext cx="294106" cy="1896979"/>
            </a:xfrm>
            <a:prstGeom prst="rect">
              <a:avLst/>
            </a:prstGeom>
            <a:solidFill>
              <a:srgbClr val="1C52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a:extLst>
                <a:ext uri="{FF2B5EF4-FFF2-40B4-BE49-F238E27FC236}">
                  <a16:creationId xmlns:a16="http://schemas.microsoft.com/office/drawing/2014/main" id="{98482B70-918C-4053-8D88-51EC5719912F}"/>
                </a:ext>
              </a:extLst>
            </p:cNvPr>
            <p:cNvSpPr/>
            <p:nvPr/>
          </p:nvSpPr>
          <p:spPr>
            <a:xfrm rot="16200000">
              <a:off x="1071100" y="4805660"/>
              <a:ext cx="299453" cy="741184"/>
            </a:xfrm>
            <a:prstGeom prst="rect">
              <a:avLst/>
            </a:prstGeom>
            <a:solidFill>
              <a:srgbClr val="1C52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2" name="Groupe 14">
            <a:extLst>
              <a:ext uri="{FF2B5EF4-FFF2-40B4-BE49-F238E27FC236}">
                <a16:creationId xmlns:a16="http://schemas.microsoft.com/office/drawing/2014/main" id="{2DA2D3C9-076B-4589-8D67-790242D468F2}"/>
              </a:ext>
            </a:extLst>
          </p:cNvPr>
          <p:cNvGrpSpPr/>
          <p:nvPr/>
        </p:nvGrpSpPr>
        <p:grpSpPr>
          <a:xfrm rot="10800000">
            <a:off x="10709627" y="461210"/>
            <a:ext cx="1035293" cy="1896979"/>
            <a:chOff x="556126" y="3429000"/>
            <a:chExt cx="1035293" cy="1896979"/>
          </a:xfrm>
          <a:solidFill>
            <a:schemeClr val="bg1"/>
          </a:solidFill>
        </p:grpSpPr>
        <p:sp>
          <p:nvSpPr>
            <p:cNvPr id="13" name="Rectangle 12">
              <a:extLst>
                <a:ext uri="{FF2B5EF4-FFF2-40B4-BE49-F238E27FC236}">
                  <a16:creationId xmlns:a16="http://schemas.microsoft.com/office/drawing/2014/main" id="{938F911D-9597-4DE5-9603-B50DBB8FE8CE}"/>
                </a:ext>
              </a:extLst>
            </p:cNvPr>
            <p:cNvSpPr/>
            <p:nvPr/>
          </p:nvSpPr>
          <p:spPr>
            <a:xfrm>
              <a:off x="556126" y="3429000"/>
              <a:ext cx="294106" cy="189697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a:extLst>
                <a:ext uri="{FF2B5EF4-FFF2-40B4-BE49-F238E27FC236}">
                  <a16:creationId xmlns:a16="http://schemas.microsoft.com/office/drawing/2014/main" id="{81056AAA-F278-4F7A-B38E-B1679C29BB9C}"/>
                </a:ext>
              </a:extLst>
            </p:cNvPr>
            <p:cNvSpPr/>
            <p:nvPr/>
          </p:nvSpPr>
          <p:spPr>
            <a:xfrm rot="16200000">
              <a:off x="1071100" y="4805660"/>
              <a:ext cx="299453" cy="7411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15" name="Picture 4">
            <a:extLst>
              <a:ext uri="{FF2B5EF4-FFF2-40B4-BE49-F238E27FC236}">
                <a16:creationId xmlns:a16="http://schemas.microsoft.com/office/drawing/2014/main" id="{6D244647-5770-44AE-80D6-D9FCB38525BC}"/>
              </a:ext>
            </a:extLst>
          </p:cNvPr>
          <p:cNvPicPr>
            <a:picLocks noChangeAspect="1"/>
          </p:cNvPicPr>
          <p:nvPr/>
        </p:nvPicPr>
        <p:blipFill>
          <a:blip r:embed="rId7"/>
          <a:stretch>
            <a:fillRect/>
          </a:stretch>
        </p:blipFill>
        <p:spPr>
          <a:xfrm>
            <a:off x="447079" y="461210"/>
            <a:ext cx="3770391" cy="826096"/>
          </a:xfrm>
          <a:prstGeom prst="rect">
            <a:avLst/>
          </a:prstGeom>
        </p:spPr>
      </p:pic>
      <p:sp>
        <p:nvSpPr>
          <p:cNvPr id="37" name="Text Placeholder 36">
            <a:extLst>
              <a:ext uri="{FF2B5EF4-FFF2-40B4-BE49-F238E27FC236}">
                <a16:creationId xmlns:a16="http://schemas.microsoft.com/office/drawing/2014/main" id="{BE0C2C28-3F82-4501-A2DB-446F7DCC022C}"/>
              </a:ext>
            </a:extLst>
          </p:cNvPr>
          <p:cNvSpPr>
            <a:spLocks noGrp="1"/>
          </p:cNvSpPr>
          <p:nvPr>
            <p:ph type="body" sz="quarter" idx="10" hasCustomPrompt="1"/>
          </p:nvPr>
        </p:nvSpPr>
        <p:spPr>
          <a:xfrm>
            <a:off x="9044920" y="5474452"/>
            <a:ext cx="2700000" cy="922338"/>
          </a:xfrm>
        </p:spPr>
        <p:txBody>
          <a:bodyPr anchor="b" anchorCtr="0"/>
          <a:lstStyle>
            <a:lvl1pPr marL="0" indent="0" algn="r">
              <a:buNone/>
              <a:defRPr>
                <a:solidFill>
                  <a:schemeClr val="bg1"/>
                </a:solidFill>
              </a:defRPr>
            </a:lvl1pPr>
          </a:lstStyle>
          <a:p>
            <a:pPr lvl="0"/>
            <a:r>
              <a:rPr lang="en-US"/>
              <a:t>Date</a:t>
            </a:r>
          </a:p>
        </p:txBody>
      </p:sp>
    </p:spTree>
    <p:extLst>
      <p:ext uri="{BB962C8B-B14F-4D97-AF65-F5344CB8AC3E}">
        <p14:creationId xmlns:p14="http://schemas.microsoft.com/office/powerpoint/2010/main" val="25559399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Agenda_3">
    <p:spTree>
      <p:nvGrpSpPr>
        <p:cNvPr id="1" name=""/>
        <p:cNvGrpSpPr/>
        <p:nvPr/>
      </p:nvGrpSpPr>
      <p:grpSpPr>
        <a:xfrm>
          <a:off x="0" y="0"/>
          <a:ext cx="0" cy="0"/>
          <a:chOff x="0" y="0"/>
          <a:chExt cx="0" cy="0"/>
        </a:xfrm>
      </p:grpSpPr>
      <p:graphicFrame>
        <p:nvGraphicFramePr>
          <p:cNvPr id="15" name="Object 14" hidden="1">
            <a:extLst>
              <a:ext uri="{FF2B5EF4-FFF2-40B4-BE49-F238E27FC236}">
                <a16:creationId xmlns:a16="http://schemas.microsoft.com/office/drawing/2014/main" id="{ED8AE682-2669-4CBE-8C18-E9B2CB61597E}"/>
              </a:ext>
            </a:extLst>
          </p:cNvPr>
          <p:cNvGraphicFramePr>
            <a:graphicFrameLocks noChangeAspect="1"/>
          </p:cNvGraphicFramePr>
          <p:nvPr>
            <p:custDataLst>
              <p:tags r:id="rId1"/>
            </p:custDataLst>
            <p:extLst>
              <p:ext uri="{D42A27DB-BD31-4B8C-83A1-F6EECF244321}">
                <p14:modId xmlns:p14="http://schemas.microsoft.com/office/powerpoint/2010/main" val="38475946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15" name="Object 14" hidden="1">
                        <a:extLst>
                          <a:ext uri="{FF2B5EF4-FFF2-40B4-BE49-F238E27FC236}">
                            <a16:creationId xmlns:a16="http://schemas.microsoft.com/office/drawing/2014/main" id="{ED8AE682-2669-4CBE-8C18-E9B2CB61597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244F3AB-9012-427B-9D35-8B50D1E5D44C}"/>
              </a:ext>
            </a:extLst>
          </p:cNvPr>
          <p:cNvSpPr>
            <a:spLocks noGrp="1"/>
          </p:cNvSpPr>
          <p:nvPr>
            <p:ph type="title" hasCustomPrompt="1"/>
          </p:nvPr>
        </p:nvSpPr>
        <p:spPr>
          <a:xfrm>
            <a:off x="3576000" y="136523"/>
            <a:ext cx="5040000" cy="756000"/>
          </a:xfrm>
        </p:spPr>
        <p:txBody>
          <a:bodyPr vert="horz">
            <a:normAutofit/>
          </a:bodyPr>
          <a:lstStyle>
            <a:lvl1pPr algn="ctr">
              <a:defRPr sz="3200" spc="300">
                <a:solidFill>
                  <a:schemeClr val="accent1"/>
                </a:solidFill>
              </a:defRPr>
            </a:lvl1pPr>
          </a:lstStyle>
          <a:p>
            <a:r>
              <a:rPr lang="en-US"/>
              <a:t>TITRE</a:t>
            </a:r>
            <a:endParaRPr lang="fr-FR"/>
          </a:p>
        </p:txBody>
      </p:sp>
      <p:sp>
        <p:nvSpPr>
          <p:cNvPr id="4" name="Footer Placeholder 3">
            <a:extLst>
              <a:ext uri="{FF2B5EF4-FFF2-40B4-BE49-F238E27FC236}">
                <a16:creationId xmlns:a16="http://schemas.microsoft.com/office/drawing/2014/main" id="{5FBB68BC-783F-4B21-9971-9A3756E097B0}"/>
              </a:ext>
            </a:extLst>
          </p:cNvPr>
          <p:cNvSpPr>
            <a:spLocks noGrp="1"/>
          </p:cNvSpPr>
          <p:nvPr>
            <p:ph type="ftr" sz="quarter" idx="11"/>
          </p:nvPr>
        </p:nvSpPr>
        <p:spPr>
          <a:xfrm>
            <a:off x="5015010" y="6404967"/>
            <a:ext cx="3141758" cy="257369"/>
          </a:xfrm>
        </p:spPr>
        <p:txBody>
          <a:bodyPr>
            <a:spAutoFit/>
          </a:bodyPr>
          <a:lstStyle>
            <a:lvl1pPr algn="l">
              <a:defRPr/>
            </a:lvl1pPr>
          </a:lstStyle>
          <a:p>
            <a:r>
              <a:rPr lang="fr-FR"/>
              <a:t>Comité Opérationnel de Pôle – Risques Structurels</a:t>
            </a:r>
          </a:p>
        </p:txBody>
      </p:sp>
      <p:pic>
        <p:nvPicPr>
          <p:cNvPr id="6" name="Picture 4">
            <a:extLst>
              <a:ext uri="{FF2B5EF4-FFF2-40B4-BE49-F238E27FC236}">
                <a16:creationId xmlns:a16="http://schemas.microsoft.com/office/drawing/2014/main" id="{64BD830C-5676-4667-A9C0-6FF740BA27F1}"/>
              </a:ext>
            </a:extLst>
          </p:cNvPr>
          <p:cNvPicPr>
            <a:picLocks noChangeAspect="1"/>
          </p:cNvPicPr>
          <p:nvPr/>
        </p:nvPicPr>
        <p:blipFill>
          <a:blip r:embed="rId5"/>
          <a:stretch>
            <a:fillRect/>
          </a:stretch>
        </p:blipFill>
        <p:spPr>
          <a:xfrm>
            <a:off x="10244417" y="6345828"/>
            <a:ext cx="1714498" cy="375648"/>
          </a:xfrm>
          <a:prstGeom prst="rect">
            <a:avLst/>
          </a:prstGeom>
        </p:spPr>
      </p:pic>
      <p:pic>
        <p:nvPicPr>
          <p:cNvPr id="13" name="Picture 12">
            <a:extLst>
              <a:ext uri="{FF2B5EF4-FFF2-40B4-BE49-F238E27FC236}">
                <a16:creationId xmlns:a16="http://schemas.microsoft.com/office/drawing/2014/main" id="{D6C726F4-7123-41DF-9478-C4938193AC64}"/>
              </a:ext>
            </a:extLst>
          </p:cNvPr>
          <p:cNvPicPr>
            <a:picLocks noChangeAspect="1"/>
          </p:cNvPicPr>
          <p:nvPr/>
        </p:nvPicPr>
        <p:blipFill>
          <a:blip r:embed="rId6">
            <a:extLst>
              <a:ext uri="{BEBA8EAE-BF5A-486C-A8C5-ECC9F3942E4B}">
                <a14:imgProps xmlns:a14="http://schemas.microsoft.com/office/drawing/2010/main">
                  <a14:imgLayer r:embed="rId7">
                    <a14:imgEffect>
                      <a14:artisticBlur radius="3"/>
                    </a14:imgEffect>
                  </a14:imgLayer>
                </a14:imgProps>
              </a:ext>
            </a:extLst>
          </a:blip>
          <a:srcRect/>
          <a:stretch>
            <a:fillRect/>
          </a:stretch>
        </p:blipFill>
        <p:spPr>
          <a:xfrm>
            <a:off x="0" y="0"/>
            <a:ext cx="4783127" cy="6858000"/>
          </a:xfrm>
          <a:custGeom>
            <a:avLst/>
            <a:gdLst>
              <a:gd name="connsiteX0" fmla="*/ 0 w 4783127"/>
              <a:gd name="connsiteY0" fmla="*/ 0 h 6858000"/>
              <a:gd name="connsiteX1" fmla="*/ 3073975 w 4783127"/>
              <a:gd name="connsiteY1" fmla="*/ 0 h 6858000"/>
              <a:gd name="connsiteX2" fmla="*/ 4783127 w 4783127"/>
              <a:gd name="connsiteY2" fmla="*/ 6858000 h 6858000"/>
              <a:gd name="connsiteX3" fmla="*/ 0 w 4783127"/>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783127" h="6858000">
                <a:moveTo>
                  <a:pt x="0" y="0"/>
                </a:moveTo>
                <a:lnTo>
                  <a:pt x="3073975" y="0"/>
                </a:lnTo>
                <a:lnTo>
                  <a:pt x="4783127" y="6858000"/>
                </a:lnTo>
                <a:lnTo>
                  <a:pt x="0" y="6858000"/>
                </a:lnTo>
                <a:close/>
              </a:path>
            </a:pathLst>
          </a:custGeom>
        </p:spPr>
      </p:pic>
      <p:sp>
        <p:nvSpPr>
          <p:cNvPr id="11" name="TextBox 10">
            <a:extLst>
              <a:ext uri="{FF2B5EF4-FFF2-40B4-BE49-F238E27FC236}">
                <a16:creationId xmlns:a16="http://schemas.microsoft.com/office/drawing/2014/main" id="{955A6354-DF9E-4908-9901-58085CD449E6}"/>
              </a:ext>
            </a:extLst>
          </p:cNvPr>
          <p:cNvSpPr txBox="1">
            <a:spLocks/>
          </p:cNvSpPr>
          <p:nvPr/>
        </p:nvSpPr>
        <p:spPr>
          <a:xfrm>
            <a:off x="0" y="0"/>
            <a:ext cx="4783127" cy="6858000"/>
          </a:xfrm>
          <a:custGeom>
            <a:avLst/>
            <a:gdLst>
              <a:gd name="connsiteX0" fmla="*/ 0 w 4783127"/>
              <a:gd name="connsiteY0" fmla="*/ 0 h 6858000"/>
              <a:gd name="connsiteX1" fmla="*/ 3073975 w 4783127"/>
              <a:gd name="connsiteY1" fmla="*/ 0 h 6858000"/>
              <a:gd name="connsiteX2" fmla="*/ 4783127 w 4783127"/>
              <a:gd name="connsiteY2" fmla="*/ 6858000 h 6858000"/>
              <a:gd name="connsiteX3" fmla="*/ 0 w 4783127"/>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783127" h="6858000">
                <a:moveTo>
                  <a:pt x="0" y="0"/>
                </a:moveTo>
                <a:lnTo>
                  <a:pt x="3073975" y="0"/>
                </a:lnTo>
                <a:lnTo>
                  <a:pt x="4783127" y="6858000"/>
                </a:lnTo>
                <a:lnTo>
                  <a:pt x="0" y="6858000"/>
                </a:lnTo>
                <a:close/>
              </a:path>
            </a:pathLst>
          </a:custGeom>
          <a:solidFill>
            <a:schemeClr val="accent1">
              <a:alpha val="50000"/>
            </a:schemeClr>
          </a:solidFill>
        </p:spPr>
        <p:txBody>
          <a:bodyPr wrap="square" anchor="ctr">
            <a:noAutofit/>
          </a:bodyPr>
          <a:lstStyle>
            <a:lvl1pPr algn="l" defTabSz="914400" rtl="0" eaLnBrk="1" latinLnBrk="0" hangingPunct="1">
              <a:lnSpc>
                <a:spcPct val="90000"/>
              </a:lnSpc>
              <a:spcBef>
                <a:spcPct val="0"/>
              </a:spcBef>
              <a:buNone/>
              <a:defRPr sz="1600" b="1" kern="1200">
                <a:solidFill>
                  <a:srgbClr val="1B445F"/>
                </a:solidFill>
                <a:latin typeface="AvantGarGotItcT"/>
                <a:ea typeface="+mj-ea"/>
                <a:cs typeface="+mj-cs"/>
              </a:defRPr>
            </a:lvl1pPr>
          </a:lstStyle>
          <a:p>
            <a:pPr marL="180000">
              <a:buClrTx/>
              <a:buFontTx/>
            </a:pPr>
            <a:endParaRPr lang="fr-FR" sz="2800">
              <a:solidFill>
                <a:schemeClr val="bg1"/>
              </a:solidFill>
              <a:latin typeface="Calibri" panose="020F0502020204030204" pitchFamily="34" charset="0"/>
              <a:cs typeface="Calibri" panose="020F0502020204030204" pitchFamily="34" charset="0"/>
            </a:endParaRPr>
          </a:p>
        </p:txBody>
      </p:sp>
      <p:sp>
        <p:nvSpPr>
          <p:cNvPr id="33" name="Espace réservé du texte 23">
            <a:extLst>
              <a:ext uri="{FF2B5EF4-FFF2-40B4-BE49-F238E27FC236}">
                <a16:creationId xmlns:a16="http://schemas.microsoft.com/office/drawing/2014/main" id="{5CC2921E-D2A3-4AD8-869A-4D87A6A095C8}"/>
              </a:ext>
            </a:extLst>
          </p:cNvPr>
          <p:cNvSpPr>
            <a:spLocks noGrp="1"/>
          </p:cNvSpPr>
          <p:nvPr>
            <p:ph type="body" sz="quarter" idx="12" hasCustomPrompt="1"/>
          </p:nvPr>
        </p:nvSpPr>
        <p:spPr>
          <a:xfrm>
            <a:off x="4503170" y="2386673"/>
            <a:ext cx="5040000" cy="549522"/>
          </a:xfrm>
          <a:prstGeom prst="rect">
            <a:avLst/>
          </a:prstGeom>
        </p:spPr>
        <p:txBody>
          <a:bodyPr lIns="0" tIns="0" rIns="0" bIns="0" anchor="ctr">
            <a:normAutofit/>
          </a:bodyPr>
          <a:lstStyle>
            <a:lvl1pPr marL="0" indent="0" algn="l">
              <a:buNone/>
              <a:defRPr sz="3000" b="1" i="0" spc="0">
                <a:solidFill>
                  <a:schemeClr val="accent1"/>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Changer titre du chapitre</a:t>
            </a:r>
          </a:p>
        </p:txBody>
      </p:sp>
      <p:sp>
        <p:nvSpPr>
          <p:cNvPr id="34" name="Espace réservé du texte 23">
            <a:extLst>
              <a:ext uri="{FF2B5EF4-FFF2-40B4-BE49-F238E27FC236}">
                <a16:creationId xmlns:a16="http://schemas.microsoft.com/office/drawing/2014/main" id="{70B141CA-B4B5-4DB6-B09F-D5091BAAE7AC}"/>
              </a:ext>
            </a:extLst>
          </p:cNvPr>
          <p:cNvSpPr>
            <a:spLocks noGrp="1"/>
          </p:cNvSpPr>
          <p:nvPr>
            <p:ph type="body" sz="quarter" idx="13" hasCustomPrompt="1"/>
          </p:nvPr>
        </p:nvSpPr>
        <p:spPr>
          <a:xfrm>
            <a:off x="10780387" y="2386673"/>
            <a:ext cx="916298" cy="549522"/>
          </a:xfrm>
          <a:prstGeom prst="rect">
            <a:avLst/>
          </a:prstGeom>
        </p:spPr>
        <p:txBody>
          <a:bodyPr lIns="0" tIns="0" rIns="0" bIns="0" anchor="ctr"/>
          <a:lstStyle>
            <a:lvl1pPr marL="0" indent="0" algn="r">
              <a:buNone/>
              <a:defRPr sz="1600" b="0" i="0" spc="0">
                <a:solidFill>
                  <a:schemeClr val="accent1"/>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page 3</a:t>
            </a:r>
          </a:p>
        </p:txBody>
      </p:sp>
      <p:sp>
        <p:nvSpPr>
          <p:cNvPr id="35" name="Espace réservé du texte 23">
            <a:extLst>
              <a:ext uri="{FF2B5EF4-FFF2-40B4-BE49-F238E27FC236}">
                <a16:creationId xmlns:a16="http://schemas.microsoft.com/office/drawing/2014/main" id="{7815A1B9-DB1B-4916-9E1F-75D1EED4CAB4}"/>
              </a:ext>
            </a:extLst>
          </p:cNvPr>
          <p:cNvSpPr>
            <a:spLocks noGrp="1"/>
          </p:cNvSpPr>
          <p:nvPr>
            <p:ph type="body" sz="quarter" idx="14" hasCustomPrompt="1"/>
          </p:nvPr>
        </p:nvSpPr>
        <p:spPr>
          <a:xfrm>
            <a:off x="4747645" y="3366327"/>
            <a:ext cx="5040000" cy="549522"/>
          </a:xfrm>
          <a:prstGeom prst="rect">
            <a:avLst/>
          </a:prstGeom>
        </p:spPr>
        <p:txBody>
          <a:bodyPr lIns="0" tIns="0" rIns="0" bIns="0" anchor="ctr">
            <a:normAutofit/>
          </a:bodyPr>
          <a:lstStyle>
            <a:lvl1pPr marL="0" indent="0" algn="l">
              <a:buNone/>
              <a:defRPr sz="3000" b="1" i="0" spc="0">
                <a:solidFill>
                  <a:schemeClr val="accent1"/>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Changer titre du chapitre</a:t>
            </a:r>
          </a:p>
        </p:txBody>
      </p:sp>
      <p:sp>
        <p:nvSpPr>
          <p:cNvPr id="36" name="Espace réservé du texte 23">
            <a:extLst>
              <a:ext uri="{FF2B5EF4-FFF2-40B4-BE49-F238E27FC236}">
                <a16:creationId xmlns:a16="http://schemas.microsoft.com/office/drawing/2014/main" id="{0867984F-B904-4830-836A-46F5BB116773}"/>
              </a:ext>
            </a:extLst>
          </p:cNvPr>
          <p:cNvSpPr>
            <a:spLocks noGrp="1"/>
          </p:cNvSpPr>
          <p:nvPr>
            <p:ph type="body" sz="quarter" idx="15" hasCustomPrompt="1"/>
          </p:nvPr>
        </p:nvSpPr>
        <p:spPr>
          <a:xfrm>
            <a:off x="4992120" y="4345981"/>
            <a:ext cx="5040000" cy="549522"/>
          </a:xfrm>
          <a:prstGeom prst="rect">
            <a:avLst/>
          </a:prstGeom>
        </p:spPr>
        <p:txBody>
          <a:bodyPr lIns="0" tIns="0" rIns="0" bIns="0" anchor="ctr">
            <a:normAutofit/>
          </a:bodyPr>
          <a:lstStyle>
            <a:lvl1pPr marL="0" indent="0" algn="l">
              <a:buNone/>
              <a:defRPr sz="3000" b="1" i="0" spc="0">
                <a:solidFill>
                  <a:schemeClr val="accent1"/>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Changer titre du chapitre</a:t>
            </a:r>
          </a:p>
        </p:txBody>
      </p:sp>
      <p:sp>
        <p:nvSpPr>
          <p:cNvPr id="37" name="Espace réservé du texte 23">
            <a:extLst>
              <a:ext uri="{FF2B5EF4-FFF2-40B4-BE49-F238E27FC236}">
                <a16:creationId xmlns:a16="http://schemas.microsoft.com/office/drawing/2014/main" id="{184106E4-EE89-4F8A-A8DD-232FE290AD9B}"/>
              </a:ext>
            </a:extLst>
          </p:cNvPr>
          <p:cNvSpPr>
            <a:spLocks noGrp="1"/>
          </p:cNvSpPr>
          <p:nvPr>
            <p:ph type="body" sz="quarter" idx="18" hasCustomPrompt="1"/>
          </p:nvPr>
        </p:nvSpPr>
        <p:spPr>
          <a:xfrm>
            <a:off x="10780387" y="3366327"/>
            <a:ext cx="916298" cy="549522"/>
          </a:xfrm>
          <a:prstGeom prst="rect">
            <a:avLst/>
          </a:prstGeom>
        </p:spPr>
        <p:txBody>
          <a:bodyPr lIns="0" tIns="0" rIns="0" bIns="0" anchor="ctr"/>
          <a:lstStyle>
            <a:lvl1pPr marL="0" indent="0" algn="r">
              <a:buNone/>
              <a:defRPr sz="1600" b="0" i="0" spc="0">
                <a:solidFill>
                  <a:schemeClr val="accent1"/>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page 6</a:t>
            </a:r>
          </a:p>
        </p:txBody>
      </p:sp>
      <p:sp>
        <p:nvSpPr>
          <p:cNvPr id="38" name="Espace réservé du texte 23">
            <a:extLst>
              <a:ext uri="{FF2B5EF4-FFF2-40B4-BE49-F238E27FC236}">
                <a16:creationId xmlns:a16="http://schemas.microsoft.com/office/drawing/2014/main" id="{364DEDFD-1232-4AFA-A482-A0276EC06204}"/>
              </a:ext>
            </a:extLst>
          </p:cNvPr>
          <p:cNvSpPr>
            <a:spLocks noGrp="1"/>
          </p:cNvSpPr>
          <p:nvPr>
            <p:ph type="body" sz="quarter" idx="19" hasCustomPrompt="1"/>
          </p:nvPr>
        </p:nvSpPr>
        <p:spPr>
          <a:xfrm>
            <a:off x="10780387" y="4345981"/>
            <a:ext cx="916298" cy="549522"/>
          </a:xfrm>
          <a:prstGeom prst="rect">
            <a:avLst/>
          </a:prstGeom>
        </p:spPr>
        <p:txBody>
          <a:bodyPr lIns="0" tIns="0" rIns="0" bIns="0" anchor="ctr"/>
          <a:lstStyle>
            <a:lvl1pPr marL="0" indent="0" algn="r">
              <a:buNone/>
              <a:defRPr sz="1600" b="0" i="0" spc="0">
                <a:solidFill>
                  <a:schemeClr val="accent1"/>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page 9</a:t>
            </a:r>
          </a:p>
        </p:txBody>
      </p:sp>
      <p:sp>
        <p:nvSpPr>
          <p:cNvPr id="39" name="Text Placeholder 29">
            <a:extLst>
              <a:ext uri="{FF2B5EF4-FFF2-40B4-BE49-F238E27FC236}">
                <a16:creationId xmlns:a16="http://schemas.microsoft.com/office/drawing/2014/main" id="{008D9C9F-A45C-4F4A-B483-32BE48BC9234}"/>
              </a:ext>
            </a:extLst>
          </p:cNvPr>
          <p:cNvSpPr>
            <a:spLocks noGrp="1"/>
          </p:cNvSpPr>
          <p:nvPr>
            <p:ph type="body" sz="quarter" idx="23" hasCustomPrompt="1"/>
          </p:nvPr>
        </p:nvSpPr>
        <p:spPr>
          <a:xfrm flipH="1">
            <a:off x="3279170" y="2265434"/>
            <a:ext cx="864000" cy="792000"/>
          </a:xfrm>
          <a:prstGeom prst="parallelogram">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lgn="ctr">
              <a:buNone/>
              <a:defRPr lang="fr-FR" sz="3600" b="1" dirty="0">
                <a:solidFill>
                  <a:schemeClr val="bg1"/>
                </a:solidFill>
                <a:latin typeface="Calibri" panose="020F0502020204030204" pitchFamily="34" charset="0"/>
                <a:ea typeface="Roboto" panose="02000000000000000000" pitchFamily="2" charset="0"/>
                <a:cs typeface="Calibri" panose="020F0502020204030204" pitchFamily="34" charset="0"/>
              </a:defRPr>
            </a:lvl1pPr>
          </a:lstStyle>
          <a:p>
            <a:pPr marL="0" lvl="0" algn="ctr"/>
            <a:r>
              <a:rPr lang="fr-FR"/>
              <a:t>1</a:t>
            </a:r>
          </a:p>
        </p:txBody>
      </p:sp>
      <p:sp>
        <p:nvSpPr>
          <p:cNvPr id="40" name="Text Placeholder 29">
            <a:extLst>
              <a:ext uri="{FF2B5EF4-FFF2-40B4-BE49-F238E27FC236}">
                <a16:creationId xmlns:a16="http://schemas.microsoft.com/office/drawing/2014/main" id="{F5E07A2E-A628-4710-8D9C-CDBDED148787}"/>
              </a:ext>
            </a:extLst>
          </p:cNvPr>
          <p:cNvSpPr>
            <a:spLocks noGrp="1"/>
          </p:cNvSpPr>
          <p:nvPr>
            <p:ph type="body" sz="quarter" idx="24" hasCustomPrompt="1"/>
          </p:nvPr>
        </p:nvSpPr>
        <p:spPr>
          <a:xfrm flipH="1">
            <a:off x="3523645" y="3245088"/>
            <a:ext cx="864000" cy="792000"/>
          </a:xfrm>
          <a:prstGeom prst="parallelogram">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lgn="ctr">
              <a:buNone/>
              <a:defRPr lang="fr-FR" sz="3600" b="1" dirty="0">
                <a:solidFill>
                  <a:schemeClr val="bg1"/>
                </a:solidFill>
                <a:latin typeface="Calibri" panose="020F0502020204030204" pitchFamily="34" charset="0"/>
                <a:ea typeface="Roboto" panose="02000000000000000000" pitchFamily="2" charset="0"/>
                <a:cs typeface="Calibri" panose="020F0502020204030204" pitchFamily="34" charset="0"/>
              </a:defRPr>
            </a:lvl1pPr>
          </a:lstStyle>
          <a:p>
            <a:pPr marL="0" lvl="0" algn="ctr"/>
            <a:r>
              <a:rPr lang="fr-FR"/>
              <a:t>2</a:t>
            </a:r>
          </a:p>
        </p:txBody>
      </p:sp>
      <p:sp>
        <p:nvSpPr>
          <p:cNvPr id="41" name="Text Placeholder 29">
            <a:extLst>
              <a:ext uri="{FF2B5EF4-FFF2-40B4-BE49-F238E27FC236}">
                <a16:creationId xmlns:a16="http://schemas.microsoft.com/office/drawing/2014/main" id="{A71BDA67-88FC-4478-AF54-EDAF2905DAF0}"/>
              </a:ext>
            </a:extLst>
          </p:cNvPr>
          <p:cNvSpPr>
            <a:spLocks noGrp="1"/>
          </p:cNvSpPr>
          <p:nvPr>
            <p:ph type="body" sz="quarter" idx="25" hasCustomPrompt="1"/>
          </p:nvPr>
        </p:nvSpPr>
        <p:spPr>
          <a:xfrm flipH="1">
            <a:off x="3768120" y="4224742"/>
            <a:ext cx="864000" cy="792000"/>
          </a:xfrm>
          <a:prstGeom prst="parallelogram">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lgn="ctr">
              <a:buNone/>
              <a:defRPr lang="fr-FR" sz="3600" b="1" dirty="0">
                <a:solidFill>
                  <a:schemeClr val="bg1"/>
                </a:solidFill>
                <a:latin typeface="Calibri" panose="020F0502020204030204" pitchFamily="34" charset="0"/>
                <a:ea typeface="Roboto" panose="02000000000000000000" pitchFamily="2" charset="0"/>
                <a:cs typeface="Calibri" panose="020F0502020204030204" pitchFamily="34" charset="0"/>
              </a:defRPr>
            </a:lvl1pPr>
          </a:lstStyle>
          <a:p>
            <a:pPr marL="0" lvl="0" algn="ctr"/>
            <a:r>
              <a:rPr lang="fr-FR"/>
              <a:t>3</a:t>
            </a:r>
          </a:p>
        </p:txBody>
      </p:sp>
    </p:spTree>
    <p:extLst>
      <p:ext uri="{BB962C8B-B14F-4D97-AF65-F5344CB8AC3E}">
        <p14:creationId xmlns:p14="http://schemas.microsoft.com/office/powerpoint/2010/main" val="37140810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Agenda_4">
    <p:spTree>
      <p:nvGrpSpPr>
        <p:cNvPr id="1" name=""/>
        <p:cNvGrpSpPr/>
        <p:nvPr/>
      </p:nvGrpSpPr>
      <p:grpSpPr>
        <a:xfrm>
          <a:off x="0" y="0"/>
          <a:ext cx="0" cy="0"/>
          <a:chOff x="0" y="0"/>
          <a:chExt cx="0" cy="0"/>
        </a:xfrm>
      </p:grpSpPr>
      <p:graphicFrame>
        <p:nvGraphicFramePr>
          <p:cNvPr id="15" name="Object 14" hidden="1">
            <a:extLst>
              <a:ext uri="{FF2B5EF4-FFF2-40B4-BE49-F238E27FC236}">
                <a16:creationId xmlns:a16="http://schemas.microsoft.com/office/drawing/2014/main" id="{ED8AE682-2669-4CBE-8C18-E9B2CB61597E}"/>
              </a:ext>
            </a:extLst>
          </p:cNvPr>
          <p:cNvGraphicFramePr>
            <a:graphicFrameLocks noChangeAspect="1"/>
          </p:cNvGraphicFramePr>
          <p:nvPr>
            <p:custDataLst>
              <p:tags r:id="rId1"/>
            </p:custDataLst>
            <p:extLst>
              <p:ext uri="{D42A27DB-BD31-4B8C-83A1-F6EECF244321}">
                <p14:modId xmlns:p14="http://schemas.microsoft.com/office/powerpoint/2010/main" val="2173626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15" name="Object 14" hidden="1">
                        <a:extLst>
                          <a:ext uri="{FF2B5EF4-FFF2-40B4-BE49-F238E27FC236}">
                            <a16:creationId xmlns:a16="http://schemas.microsoft.com/office/drawing/2014/main" id="{ED8AE682-2669-4CBE-8C18-E9B2CB61597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40" name="Picture 39">
            <a:extLst>
              <a:ext uri="{FF2B5EF4-FFF2-40B4-BE49-F238E27FC236}">
                <a16:creationId xmlns:a16="http://schemas.microsoft.com/office/drawing/2014/main" id="{FD604273-A1E6-485F-935B-1CEE9E3DDED8}"/>
              </a:ext>
            </a:extLst>
          </p:cNvPr>
          <p:cNvPicPr>
            <a:picLocks noChangeAspect="1"/>
          </p:cNvPicPr>
          <p:nvPr/>
        </p:nvPicPr>
        <p:blipFill>
          <a:blip r:embed="rId5">
            <a:extLst>
              <a:ext uri="{BEBA8EAE-BF5A-486C-A8C5-ECC9F3942E4B}">
                <a14:imgProps xmlns:a14="http://schemas.microsoft.com/office/drawing/2010/main">
                  <a14:imgLayer r:embed="rId6">
                    <a14:imgEffect>
                      <a14:artisticBlur radius="3"/>
                    </a14:imgEffect>
                  </a14:imgLayer>
                </a14:imgProps>
              </a:ext>
            </a:extLst>
          </a:blip>
          <a:srcRect/>
          <a:stretch>
            <a:fillRect/>
          </a:stretch>
        </p:blipFill>
        <p:spPr>
          <a:xfrm>
            <a:off x="0" y="0"/>
            <a:ext cx="4783127" cy="6858000"/>
          </a:xfrm>
          <a:custGeom>
            <a:avLst/>
            <a:gdLst>
              <a:gd name="connsiteX0" fmla="*/ 0 w 4783127"/>
              <a:gd name="connsiteY0" fmla="*/ 0 h 6858000"/>
              <a:gd name="connsiteX1" fmla="*/ 3073975 w 4783127"/>
              <a:gd name="connsiteY1" fmla="*/ 0 h 6858000"/>
              <a:gd name="connsiteX2" fmla="*/ 4783127 w 4783127"/>
              <a:gd name="connsiteY2" fmla="*/ 6858000 h 6858000"/>
              <a:gd name="connsiteX3" fmla="*/ 0 w 4783127"/>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783127" h="6858000">
                <a:moveTo>
                  <a:pt x="0" y="0"/>
                </a:moveTo>
                <a:lnTo>
                  <a:pt x="3073975" y="0"/>
                </a:lnTo>
                <a:lnTo>
                  <a:pt x="4783127" y="6858000"/>
                </a:lnTo>
                <a:lnTo>
                  <a:pt x="0" y="6858000"/>
                </a:lnTo>
                <a:close/>
              </a:path>
            </a:pathLst>
          </a:custGeom>
        </p:spPr>
      </p:pic>
      <p:sp>
        <p:nvSpPr>
          <p:cNvPr id="41" name="TextBox 40">
            <a:extLst>
              <a:ext uri="{FF2B5EF4-FFF2-40B4-BE49-F238E27FC236}">
                <a16:creationId xmlns:a16="http://schemas.microsoft.com/office/drawing/2014/main" id="{A1C49BC0-C09B-42E1-BCF5-0090A4D364F3}"/>
              </a:ext>
            </a:extLst>
          </p:cNvPr>
          <p:cNvSpPr txBox="1">
            <a:spLocks/>
          </p:cNvSpPr>
          <p:nvPr/>
        </p:nvSpPr>
        <p:spPr>
          <a:xfrm>
            <a:off x="0" y="0"/>
            <a:ext cx="4783127" cy="6858000"/>
          </a:xfrm>
          <a:custGeom>
            <a:avLst/>
            <a:gdLst>
              <a:gd name="connsiteX0" fmla="*/ 0 w 4783127"/>
              <a:gd name="connsiteY0" fmla="*/ 0 h 6858000"/>
              <a:gd name="connsiteX1" fmla="*/ 3073975 w 4783127"/>
              <a:gd name="connsiteY1" fmla="*/ 0 h 6858000"/>
              <a:gd name="connsiteX2" fmla="*/ 4783127 w 4783127"/>
              <a:gd name="connsiteY2" fmla="*/ 6858000 h 6858000"/>
              <a:gd name="connsiteX3" fmla="*/ 0 w 4783127"/>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783127" h="6858000">
                <a:moveTo>
                  <a:pt x="0" y="0"/>
                </a:moveTo>
                <a:lnTo>
                  <a:pt x="3073975" y="0"/>
                </a:lnTo>
                <a:lnTo>
                  <a:pt x="4783127" y="6858000"/>
                </a:lnTo>
                <a:lnTo>
                  <a:pt x="0" y="6858000"/>
                </a:lnTo>
                <a:close/>
              </a:path>
            </a:pathLst>
          </a:custGeom>
          <a:solidFill>
            <a:schemeClr val="accent1">
              <a:alpha val="50000"/>
            </a:schemeClr>
          </a:solidFill>
        </p:spPr>
        <p:txBody>
          <a:bodyPr wrap="square" anchor="ctr">
            <a:noAutofit/>
          </a:bodyPr>
          <a:lstStyle>
            <a:lvl1pPr algn="l" defTabSz="914400" rtl="0" eaLnBrk="1" latinLnBrk="0" hangingPunct="1">
              <a:lnSpc>
                <a:spcPct val="90000"/>
              </a:lnSpc>
              <a:spcBef>
                <a:spcPct val="0"/>
              </a:spcBef>
              <a:buNone/>
              <a:defRPr sz="1600" b="1" kern="1200">
                <a:solidFill>
                  <a:srgbClr val="1B445F"/>
                </a:solidFill>
                <a:latin typeface="AvantGarGotItcT"/>
                <a:ea typeface="+mj-ea"/>
                <a:cs typeface="+mj-cs"/>
              </a:defRPr>
            </a:lvl1pPr>
          </a:lstStyle>
          <a:p>
            <a:pPr marL="180000">
              <a:buClrTx/>
              <a:buFontTx/>
            </a:pPr>
            <a:endParaRPr lang="fr-FR" sz="2800">
              <a:solidFill>
                <a:schemeClr val="bg1"/>
              </a:solidFill>
              <a:latin typeface="Calibri" panose="020F0502020204030204" pitchFamily="34" charset="0"/>
              <a:cs typeface="Calibri" panose="020F0502020204030204" pitchFamily="34" charset="0"/>
            </a:endParaRPr>
          </a:p>
        </p:txBody>
      </p:sp>
      <p:sp>
        <p:nvSpPr>
          <p:cNvPr id="2" name="Title 1">
            <a:extLst>
              <a:ext uri="{FF2B5EF4-FFF2-40B4-BE49-F238E27FC236}">
                <a16:creationId xmlns:a16="http://schemas.microsoft.com/office/drawing/2014/main" id="{E244F3AB-9012-427B-9D35-8B50D1E5D44C}"/>
              </a:ext>
            </a:extLst>
          </p:cNvPr>
          <p:cNvSpPr>
            <a:spLocks noGrp="1"/>
          </p:cNvSpPr>
          <p:nvPr>
            <p:ph type="title" hasCustomPrompt="1"/>
          </p:nvPr>
        </p:nvSpPr>
        <p:spPr>
          <a:xfrm>
            <a:off x="3576000" y="136523"/>
            <a:ext cx="5040000" cy="756000"/>
          </a:xfrm>
        </p:spPr>
        <p:txBody>
          <a:bodyPr vert="horz">
            <a:normAutofit/>
          </a:bodyPr>
          <a:lstStyle>
            <a:lvl1pPr algn="ctr">
              <a:defRPr sz="3200" spc="300">
                <a:solidFill>
                  <a:schemeClr val="accent1"/>
                </a:solidFill>
              </a:defRPr>
            </a:lvl1pPr>
          </a:lstStyle>
          <a:p>
            <a:r>
              <a:rPr lang="en-US"/>
              <a:t>TITLE</a:t>
            </a:r>
            <a:endParaRPr lang="fr-FR"/>
          </a:p>
        </p:txBody>
      </p:sp>
      <p:sp>
        <p:nvSpPr>
          <p:cNvPr id="4" name="Footer Placeholder 3">
            <a:extLst>
              <a:ext uri="{FF2B5EF4-FFF2-40B4-BE49-F238E27FC236}">
                <a16:creationId xmlns:a16="http://schemas.microsoft.com/office/drawing/2014/main" id="{5FBB68BC-783F-4B21-9971-9A3756E097B0}"/>
              </a:ext>
            </a:extLst>
          </p:cNvPr>
          <p:cNvSpPr>
            <a:spLocks noGrp="1"/>
          </p:cNvSpPr>
          <p:nvPr>
            <p:ph type="ftr" sz="quarter" idx="11"/>
          </p:nvPr>
        </p:nvSpPr>
        <p:spPr>
          <a:xfrm>
            <a:off x="5015010" y="6404967"/>
            <a:ext cx="3141758" cy="257369"/>
          </a:xfrm>
        </p:spPr>
        <p:txBody>
          <a:bodyPr>
            <a:spAutoFit/>
          </a:bodyPr>
          <a:lstStyle>
            <a:lvl1pPr algn="l">
              <a:defRPr/>
            </a:lvl1pPr>
          </a:lstStyle>
          <a:p>
            <a:r>
              <a:rPr lang="fr-FR"/>
              <a:t>Comité Opérationnel de Pôle – Risques Structurels</a:t>
            </a:r>
          </a:p>
        </p:txBody>
      </p:sp>
      <p:pic>
        <p:nvPicPr>
          <p:cNvPr id="6" name="Picture 4">
            <a:extLst>
              <a:ext uri="{FF2B5EF4-FFF2-40B4-BE49-F238E27FC236}">
                <a16:creationId xmlns:a16="http://schemas.microsoft.com/office/drawing/2014/main" id="{64BD830C-5676-4667-A9C0-6FF740BA27F1}"/>
              </a:ext>
            </a:extLst>
          </p:cNvPr>
          <p:cNvPicPr>
            <a:picLocks noChangeAspect="1"/>
          </p:cNvPicPr>
          <p:nvPr/>
        </p:nvPicPr>
        <p:blipFill>
          <a:blip r:embed="rId7"/>
          <a:stretch>
            <a:fillRect/>
          </a:stretch>
        </p:blipFill>
        <p:spPr>
          <a:xfrm>
            <a:off x="10244417" y="6345828"/>
            <a:ext cx="1714498" cy="375648"/>
          </a:xfrm>
          <a:prstGeom prst="rect">
            <a:avLst/>
          </a:prstGeom>
        </p:spPr>
      </p:pic>
      <p:sp>
        <p:nvSpPr>
          <p:cNvPr id="23" name="Espace réservé du texte 23">
            <a:extLst>
              <a:ext uri="{FF2B5EF4-FFF2-40B4-BE49-F238E27FC236}">
                <a16:creationId xmlns:a16="http://schemas.microsoft.com/office/drawing/2014/main" id="{85E22E6C-033E-471B-91FF-0E0E7843F665}"/>
              </a:ext>
            </a:extLst>
          </p:cNvPr>
          <p:cNvSpPr>
            <a:spLocks noGrp="1"/>
          </p:cNvSpPr>
          <p:nvPr>
            <p:ph type="body" sz="quarter" idx="12" hasCustomPrompt="1"/>
          </p:nvPr>
        </p:nvSpPr>
        <p:spPr>
          <a:xfrm>
            <a:off x="4373630" y="1896846"/>
            <a:ext cx="5040000" cy="549522"/>
          </a:xfrm>
          <a:prstGeom prst="rect">
            <a:avLst/>
          </a:prstGeom>
        </p:spPr>
        <p:txBody>
          <a:bodyPr lIns="0" tIns="0" rIns="0" bIns="0" anchor="ctr">
            <a:normAutofit/>
          </a:bodyPr>
          <a:lstStyle>
            <a:lvl1pPr marL="0" indent="0" algn="l">
              <a:buNone/>
              <a:defRPr sz="3000" b="1" i="0" spc="0">
                <a:solidFill>
                  <a:schemeClr val="accent1"/>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Changer titre du chapitre</a:t>
            </a:r>
          </a:p>
        </p:txBody>
      </p:sp>
      <p:sp>
        <p:nvSpPr>
          <p:cNvPr id="24" name="Espace réservé du texte 23">
            <a:extLst>
              <a:ext uri="{FF2B5EF4-FFF2-40B4-BE49-F238E27FC236}">
                <a16:creationId xmlns:a16="http://schemas.microsoft.com/office/drawing/2014/main" id="{03686A67-CAF5-4097-8BE4-78A30D04AEAA}"/>
              </a:ext>
            </a:extLst>
          </p:cNvPr>
          <p:cNvSpPr>
            <a:spLocks noGrp="1"/>
          </p:cNvSpPr>
          <p:nvPr>
            <p:ph type="body" sz="quarter" idx="13" hasCustomPrompt="1"/>
          </p:nvPr>
        </p:nvSpPr>
        <p:spPr>
          <a:xfrm>
            <a:off x="10780387" y="1896846"/>
            <a:ext cx="916298" cy="549522"/>
          </a:xfrm>
          <a:prstGeom prst="rect">
            <a:avLst/>
          </a:prstGeom>
        </p:spPr>
        <p:txBody>
          <a:bodyPr lIns="0" tIns="0" rIns="0" bIns="0" anchor="ctr"/>
          <a:lstStyle>
            <a:lvl1pPr marL="0" indent="0" algn="r">
              <a:buNone/>
              <a:defRPr sz="1600" b="0" i="0" spc="0">
                <a:solidFill>
                  <a:schemeClr val="accent1"/>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page 3</a:t>
            </a:r>
          </a:p>
        </p:txBody>
      </p:sp>
      <p:sp>
        <p:nvSpPr>
          <p:cNvPr id="25" name="Espace réservé du texte 23">
            <a:extLst>
              <a:ext uri="{FF2B5EF4-FFF2-40B4-BE49-F238E27FC236}">
                <a16:creationId xmlns:a16="http://schemas.microsoft.com/office/drawing/2014/main" id="{9F494AB8-9E52-4D23-9CEB-C128C062FD10}"/>
              </a:ext>
            </a:extLst>
          </p:cNvPr>
          <p:cNvSpPr>
            <a:spLocks noGrp="1"/>
          </p:cNvSpPr>
          <p:nvPr>
            <p:ph type="body" sz="quarter" idx="14" hasCustomPrompt="1"/>
          </p:nvPr>
        </p:nvSpPr>
        <p:spPr>
          <a:xfrm>
            <a:off x="4618105" y="2876500"/>
            <a:ext cx="5040000" cy="549522"/>
          </a:xfrm>
          <a:prstGeom prst="rect">
            <a:avLst/>
          </a:prstGeom>
        </p:spPr>
        <p:txBody>
          <a:bodyPr lIns="0" tIns="0" rIns="0" bIns="0" anchor="ctr">
            <a:normAutofit/>
          </a:bodyPr>
          <a:lstStyle>
            <a:lvl1pPr marL="0" indent="0" algn="l">
              <a:buNone/>
              <a:defRPr sz="3000" b="1" i="0" spc="0">
                <a:solidFill>
                  <a:schemeClr val="accent1"/>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Changer titre du chapitre</a:t>
            </a:r>
          </a:p>
        </p:txBody>
      </p:sp>
      <p:sp>
        <p:nvSpPr>
          <p:cNvPr id="26" name="Espace réservé du texte 23">
            <a:extLst>
              <a:ext uri="{FF2B5EF4-FFF2-40B4-BE49-F238E27FC236}">
                <a16:creationId xmlns:a16="http://schemas.microsoft.com/office/drawing/2014/main" id="{7674A775-9BCD-4CE2-B347-29590C38A12F}"/>
              </a:ext>
            </a:extLst>
          </p:cNvPr>
          <p:cNvSpPr>
            <a:spLocks noGrp="1"/>
          </p:cNvSpPr>
          <p:nvPr>
            <p:ph type="body" sz="quarter" idx="15" hasCustomPrompt="1"/>
          </p:nvPr>
        </p:nvSpPr>
        <p:spPr>
          <a:xfrm>
            <a:off x="4862580" y="3856154"/>
            <a:ext cx="5040000" cy="549522"/>
          </a:xfrm>
          <a:prstGeom prst="rect">
            <a:avLst/>
          </a:prstGeom>
        </p:spPr>
        <p:txBody>
          <a:bodyPr lIns="0" tIns="0" rIns="0" bIns="0" anchor="ctr">
            <a:normAutofit/>
          </a:bodyPr>
          <a:lstStyle>
            <a:lvl1pPr marL="0" indent="0" algn="l">
              <a:buNone/>
              <a:defRPr sz="3000" b="1" i="0" spc="0">
                <a:solidFill>
                  <a:schemeClr val="accent1"/>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Changer titre du chapitre</a:t>
            </a:r>
          </a:p>
        </p:txBody>
      </p:sp>
      <p:sp>
        <p:nvSpPr>
          <p:cNvPr id="27" name="Espace réservé du texte 23">
            <a:extLst>
              <a:ext uri="{FF2B5EF4-FFF2-40B4-BE49-F238E27FC236}">
                <a16:creationId xmlns:a16="http://schemas.microsoft.com/office/drawing/2014/main" id="{285627D7-5104-412D-9F1C-73479D93C27F}"/>
              </a:ext>
            </a:extLst>
          </p:cNvPr>
          <p:cNvSpPr>
            <a:spLocks noGrp="1"/>
          </p:cNvSpPr>
          <p:nvPr>
            <p:ph type="body" sz="quarter" idx="16" hasCustomPrompt="1"/>
          </p:nvPr>
        </p:nvSpPr>
        <p:spPr>
          <a:xfrm>
            <a:off x="5107055" y="4835808"/>
            <a:ext cx="5040000" cy="549522"/>
          </a:xfrm>
          <a:prstGeom prst="rect">
            <a:avLst/>
          </a:prstGeom>
        </p:spPr>
        <p:txBody>
          <a:bodyPr lIns="0" tIns="0" rIns="0" bIns="0" anchor="ctr">
            <a:normAutofit/>
          </a:bodyPr>
          <a:lstStyle>
            <a:lvl1pPr marL="0" indent="0" algn="l">
              <a:buNone/>
              <a:defRPr sz="3000" b="1" i="0" spc="0">
                <a:solidFill>
                  <a:schemeClr val="accent1"/>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Changer titre du chapitre</a:t>
            </a:r>
          </a:p>
        </p:txBody>
      </p:sp>
      <p:sp>
        <p:nvSpPr>
          <p:cNvPr id="28" name="Espace réservé du texte 23">
            <a:extLst>
              <a:ext uri="{FF2B5EF4-FFF2-40B4-BE49-F238E27FC236}">
                <a16:creationId xmlns:a16="http://schemas.microsoft.com/office/drawing/2014/main" id="{8B7D2045-C2E0-49CB-81AA-8ABABAE7B7A3}"/>
              </a:ext>
            </a:extLst>
          </p:cNvPr>
          <p:cNvSpPr>
            <a:spLocks noGrp="1"/>
          </p:cNvSpPr>
          <p:nvPr>
            <p:ph type="body" sz="quarter" idx="18" hasCustomPrompt="1"/>
          </p:nvPr>
        </p:nvSpPr>
        <p:spPr>
          <a:xfrm>
            <a:off x="10780387" y="2876500"/>
            <a:ext cx="916298" cy="549522"/>
          </a:xfrm>
          <a:prstGeom prst="rect">
            <a:avLst/>
          </a:prstGeom>
        </p:spPr>
        <p:txBody>
          <a:bodyPr lIns="0" tIns="0" rIns="0" bIns="0" anchor="ctr"/>
          <a:lstStyle>
            <a:lvl1pPr marL="0" indent="0" algn="r">
              <a:buNone/>
              <a:defRPr sz="1600" b="0" i="0" spc="0">
                <a:solidFill>
                  <a:schemeClr val="accent1"/>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page 6</a:t>
            </a:r>
          </a:p>
        </p:txBody>
      </p:sp>
      <p:sp>
        <p:nvSpPr>
          <p:cNvPr id="29" name="Espace réservé du texte 23">
            <a:extLst>
              <a:ext uri="{FF2B5EF4-FFF2-40B4-BE49-F238E27FC236}">
                <a16:creationId xmlns:a16="http://schemas.microsoft.com/office/drawing/2014/main" id="{A46A0FD4-E4AE-444C-A692-477D7DA2247D}"/>
              </a:ext>
            </a:extLst>
          </p:cNvPr>
          <p:cNvSpPr>
            <a:spLocks noGrp="1"/>
          </p:cNvSpPr>
          <p:nvPr>
            <p:ph type="body" sz="quarter" idx="19" hasCustomPrompt="1"/>
          </p:nvPr>
        </p:nvSpPr>
        <p:spPr>
          <a:xfrm>
            <a:off x="10780387" y="3856154"/>
            <a:ext cx="916298" cy="549522"/>
          </a:xfrm>
          <a:prstGeom prst="rect">
            <a:avLst/>
          </a:prstGeom>
        </p:spPr>
        <p:txBody>
          <a:bodyPr lIns="0" tIns="0" rIns="0" bIns="0" anchor="ctr"/>
          <a:lstStyle>
            <a:lvl1pPr marL="0" indent="0" algn="r">
              <a:buNone/>
              <a:defRPr sz="1600" b="0" i="0" spc="0">
                <a:solidFill>
                  <a:schemeClr val="accent1"/>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page 9</a:t>
            </a:r>
          </a:p>
        </p:txBody>
      </p:sp>
      <p:sp>
        <p:nvSpPr>
          <p:cNvPr id="30" name="Espace réservé du texte 23">
            <a:extLst>
              <a:ext uri="{FF2B5EF4-FFF2-40B4-BE49-F238E27FC236}">
                <a16:creationId xmlns:a16="http://schemas.microsoft.com/office/drawing/2014/main" id="{5F2F6A14-5F7C-4A52-8D8E-56B100DB1062}"/>
              </a:ext>
            </a:extLst>
          </p:cNvPr>
          <p:cNvSpPr>
            <a:spLocks noGrp="1"/>
          </p:cNvSpPr>
          <p:nvPr>
            <p:ph type="body" sz="quarter" idx="20" hasCustomPrompt="1"/>
          </p:nvPr>
        </p:nvSpPr>
        <p:spPr>
          <a:xfrm>
            <a:off x="10780387" y="4835808"/>
            <a:ext cx="916298" cy="549522"/>
          </a:xfrm>
          <a:prstGeom prst="rect">
            <a:avLst/>
          </a:prstGeom>
        </p:spPr>
        <p:txBody>
          <a:bodyPr lIns="0" tIns="0" rIns="0" bIns="0" anchor="ctr"/>
          <a:lstStyle>
            <a:lvl1pPr marL="0" indent="0" algn="r">
              <a:buNone/>
              <a:defRPr sz="1600" b="0" i="0" spc="0">
                <a:solidFill>
                  <a:schemeClr val="accent1"/>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page 12</a:t>
            </a:r>
          </a:p>
        </p:txBody>
      </p:sp>
      <p:sp>
        <p:nvSpPr>
          <p:cNvPr id="33" name="Text Placeholder 29">
            <a:extLst>
              <a:ext uri="{FF2B5EF4-FFF2-40B4-BE49-F238E27FC236}">
                <a16:creationId xmlns:a16="http://schemas.microsoft.com/office/drawing/2014/main" id="{A5AEF8CC-50CE-4ABA-8F45-2422EDF4CA82}"/>
              </a:ext>
            </a:extLst>
          </p:cNvPr>
          <p:cNvSpPr>
            <a:spLocks noGrp="1"/>
          </p:cNvSpPr>
          <p:nvPr>
            <p:ph type="body" sz="quarter" idx="23" hasCustomPrompt="1"/>
          </p:nvPr>
        </p:nvSpPr>
        <p:spPr>
          <a:xfrm flipH="1">
            <a:off x="3149630" y="1775607"/>
            <a:ext cx="864000" cy="792000"/>
          </a:xfrm>
          <a:prstGeom prst="parallelogram">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lgn="ctr">
              <a:buNone/>
              <a:defRPr lang="fr-FR" sz="3600" b="1" dirty="0">
                <a:solidFill>
                  <a:schemeClr val="bg1"/>
                </a:solidFill>
                <a:latin typeface="Calibri" panose="020F0502020204030204" pitchFamily="34" charset="0"/>
                <a:ea typeface="Roboto" panose="02000000000000000000" pitchFamily="2" charset="0"/>
                <a:cs typeface="Calibri" panose="020F0502020204030204" pitchFamily="34" charset="0"/>
              </a:defRPr>
            </a:lvl1pPr>
          </a:lstStyle>
          <a:p>
            <a:pPr marL="0" lvl="0" algn="ctr"/>
            <a:r>
              <a:rPr lang="fr-FR"/>
              <a:t>1</a:t>
            </a:r>
          </a:p>
        </p:txBody>
      </p:sp>
      <p:sp>
        <p:nvSpPr>
          <p:cNvPr id="34" name="Text Placeholder 29">
            <a:extLst>
              <a:ext uri="{FF2B5EF4-FFF2-40B4-BE49-F238E27FC236}">
                <a16:creationId xmlns:a16="http://schemas.microsoft.com/office/drawing/2014/main" id="{B8C93835-FC69-46EB-912A-0C6A5E85D7A0}"/>
              </a:ext>
            </a:extLst>
          </p:cNvPr>
          <p:cNvSpPr>
            <a:spLocks noGrp="1"/>
          </p:cNvSpPr>
          <p:nvPr>
            <p:ph type="body" sz="quarter" idx="24" hasCustomPrompt="1"/>
          </p:nvPr>
        </p:nvSpPr>
        <p:spPr>
          <a:xfrm flipH="1">
            <a:off x="3394105" y="2755261"/>
            <a:ext cx="864000" cy="792000"/>
          </a:xfrm>
          <a:prstGeom prst="parallelogram">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lgn="ctr">
              <a:buNone/>
              <a:defRPr lang="fr-FR" sz="3600" b="1" dirty="0">
                <a:solidFill>
                  <a:schemeClr val="bg1"/>
                </a:solidFill>
                <a:latin typeface="Calibri" panose="020F0502020204030204" pitchFamily="34" charset="0"/>
                <a:ea typeface="Roboto" panose="02000000000000000000" pitchFamily="2" charset="0"/>
                <a:cs typeface="Calibri" panose="020F0502020204030204" pitchFamily="34" charset="0"/>
              </a:defRPr>
            </a:lvl1pPr>
          </a:lstStyle>
          <a:p>
            <a:pPr marL="0" lvl="0" algn="ctr"/>
            <a:r>
              <a:rPr lang="fr-FR"/>
              <a:t>2</a:t>
            </a:r>
          </a:p>
        </p:txBody>
      </p:sp>
      <p:sp>
        <p:nvSpPr>
          <p:cNvPr id="35" name="Text Placeholder 29">
            <a:extLst>
              <a:ext uri="{FF2B5EF4-FFF2-40B4-BE49-F238E27FC236}">
                <a16:creationId xmlns:a16="http://schemas.microsoft.com/office/drawing/2014/main" id="{AE6C25EC-7D22-40C2-84E2-D10BC4596E9D}"/>
              </a:ext>
            </a:extLst>
          </p:cNvPr>
          <p:cNvSpPr>
            <a:spLocks noGrp="1"/>
          </p:cNvSpPr>
          <p:nvPr>
            <p:ph type="body" sz="quarter" idx="25" hasCustomPrompt="1"/>
          </p:nvPr>
        </p:nvSpPr>
        <p:spPr>
          <a:xfrm flipH="1">
            <a:off x="3638580" y="3734915"/>
            <a:ext cx="864000" cy="792000"/>
          </a:xfrm>
          <a:prstGeom prst="parallelogram">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lgn="ctr">
              <a:buNone/>
              <a:defRPr lang="fr-FR" sz="3600" b="1" dirty="0">
                <a:solidFill>
                  <a:schemeClr val="bg1"/>
                </a:solidFill>
                <a:latin typeface="Calibri" panose="020F0502020204030204" pitchFamily="34" charset="0"/>
                <a:ea typeface="Roboto" panose="02000000000000000000" pitchFamily="2" charset="0"/>
                <a:cs typeface="Calibri" panose="020F0502020204030204" pitchFamily="34" charset="0"/>
              </a:defRPr>
            </a:lvl1pPr>
          </a:lstStyle>
          <a:p>
            <a:pPr marL="0" lvl="0" algn="ctr"/>
            <a:r>
              <a:rPr lang="fr-FR"/>
              <a:t>3</a:t>
            </a:r>
          </a:p>
        </p:txBody>
      </p:sp>
      <p:sp>
        <p:nvSpPr>
          <p:cNvPr id="36" name="Text Placeholder 29">
            <a:extLst>
              <a:ext uri="{FF2B5EF4-FFF2-40B4-BE49-F238E27FC236}">
                <a16:creationId xmlns:a16="http://schemas.microsoft.com/office/drawing/2014/main" id="{BEA89E70-5F04-4F54-8AC5-F7022A3A83A5}"/>
              </a:ext>
            </a:extLst>
          </p:cNvPr>
          <p:cNvSpPr>
            <a:spLocks noGrp="1"/>
          </p:cNvSpPr>
          <p:nvPr>
            <p:ph type="body" sz="quarter" idx="26" hasCustomPrompt="1"/>
          </p:nvPr>
        </p:nvSpPr>
        <p:spPr>
          <a:xfrm flipH="1">
            <a:off x="3883055" y="4714569"/>
            <a:ext cx="864000" cy="792000"/>
          </a:xfrm>
          <a:prstGeom prst="parallelogram">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lgn="ctr">
              <a:buNone/>
              <a:defRPr lang="fr-FR" sz="3600" b="1" dirty="0">
                <a:solidFill>
                  <a:schemeClr val="bg1"/>
                </a:solidFill>
                <a:latin typeface="Calibri" panose="020F0502020204030204" pitchFamily="34" charset="0"/>
                <a:ea typeface="Roboto" panose="02000000000000000000" pitchFamily="2" charset="0"/>
                <a:cs typeface="Calibri" panose="020F0502020204030204" pitchFamily="34" charset="0"/>
              </a:defRPr>
            </a:lvl1pPr>
          </a:lstStyle>
          <a:p>
            <a:pPr marL="0" lvl="0" algn="ctr"/>
            <a:r>
              <a:rPr lang="fr-FR"/>
              <a:t>4</a:t>
            </a:r>
          </a:p>
        </p:txBody>
      </p:sp>
    </p:spTree>
    <p:extLst>
      <p:ext uri="{BB962C8B-B14F-4D97-AF65-F5344CB8AC3E}">
        <p14:creationId xmlns:p14="http://schemas.microsoft.com/office/powerpoint/2010/main" val="10006051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Agenda_5">
    <p:spTree>
      <p:nvGrpSpPr>
        <p:cNvPr id="1" name=""/>
        <p:cNvGrpSpPr/>
        <p:nvPr/>
      </p:nvGrpSpPr>
      <p:grpSpPr>
        <a:xfrm>
          <a:off x="0" y="0"/>
          <a:ext cx="0" cy="0"/>
          <a:chOff x="0" y="0"/>
          <a:chExt cx="0" cy="0"/>
        </a:xfrm>
      </p:grpSpPr>
      <p:graphicFrame>
        <p:nvGraphicFramePr>
          <p:cNvPr id="15" name="Object 14" hidden="1">
            <a:extLst>
              <a:ext uri="{FF2B5EF4-FFF2-40B4-BE49-F238E27FC236}">
                <a16:creationId xmlns:a16="http://schemas.microsoft.com/office/drawing/2014/main" id="{ED8AE682-2669-4CBE-8C18-E9B2CB61597E}"/>
              </a:ext>
            </a:extLst>
          </p:cNvPr>
          <p:cNvGraphicFramePr>
            <a:graphicFrameLocks noChangeAspect="1"/>
          </p:cNvGraphicFramePr>
          <p:nvPr>
            <p:custDataLst>
              <p:tags r:id="rId1"/>
            </p:custDataLst>
            <p:extLst>
              <p:ext uri="{D42A27DB-BD31-4B8C-83A1-F6EECF244321}">
                <p14:modId xmlns:p14="http://schemas.microsoft.com/office/powerpoint/2010/main" val="1792002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15" name="Object 14" hidden="1">
                        <a:extLst>
                          <a:ext uri="{FF2B5EF4-FFF2-40B4-BE49-F238E27FC236}">
                            <a16:creationId xmlns:a16="http://schemas.microsoft.com/office/drawing/2014/main" id="{ED8AE682-2669-4CBE-8C18-E9B2CB61597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53" name="Picture 52">
            <a:extLst>
              <a:ext uri="{FF2B5EF4-FFF2-40B4-BE49-F238E27FC236}">
                <a16:creationId xmlns:a16="http://schemas.microsoft.com/office/drawing/2014/main" id="{0AF8B9FC-2620-457E-9E01-3CB7FA609623}"/>
              </a:ext>
            </a:extLst>
          </p:cNvPr>
          <p:cNvPicPr>
            <a:picLocks noChangeAspect="1"/>
          </p:cNvPicPr>
          <p:nvPr/>
        </p:nvPicPr>
        <p:blipFill>
          <a:blip r:embed="rId5">
            <a:extLst>
              <a:ext uri="{BEBA8EAE-BF5A-486C-A8C5-ECC9F3942E4B}">
                <a14:imgProps xmlns:a14="http://schemas.microsoft.com/office/drawing/2010/main">
                  <a14:imgLayer r:embed="rId6">
                    <a14:imgEffect>
                      <a14:artisticBlur radius="3"/>
                    </a14:imgEffect>
                  </a14:imgLayer>
                </a14:imgProps>
              </a:ext>
            </a:extLst>
          </a:blip>
          <a:srcRect/>
          <a:stretch>
            <a:fillRect/>
          </a:stretch>
        </p:blipFill>
        <p:spPr>
          <a:xfrm>
            <a:off x="0" y="0"/>
            <a:ext cx="4783127" cy="6858000"/>
          </a:xfrm>
          <a:custGeom>
            <a:avLst/>
            <a:gdLst>
              <a:gd name="connsiteX0" fmla="*/ 0 w 4783127"/>
              <a:gd name="connsiteY0" fmla="*/ 0 h 6858000"/>
              <a:gd name="connsiteX1" fmla="*/ 3073975 w 4783127"/>
              <a:gd name="connsiteY1" fmla="*/ 0 h 6858000"/>
              <a:gd name="connsiteX2" fmla="*/ 4783127 w 4783127"/>
              <a:gd name="connsiteY2" fmla="*/ 6858000 h 6858000"/>
              <a:gd name="connsiteX3" fmla="*/ 0 w 4783127"/>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783127" h="6858000">
                <a:moveTo>
                  <a:pt x="0" y="0"/>
                </a:moveTo>
                <a:lnTo>
                  <a:pt x="3073975" y="0"/>
                </a:lnTo>
                <a:lnTo>
                  <a:pt x="4783127" y="6858000"/>
                </a:lnTo>
                <a:lnTo>
                  <a:pt x="0" y="6858000"/>
                </a:lnTo>
                <a:close/>
              </a:path>
            </a:pathLst>
          </a:custGeom>
        </p:spPr>
      </p:pic>
      <p:sp>
        <p:nvSpPr>
          <p:cNvPr id="54" name="TextBox 53">
            <a:extLst>
              <a:ext uri="{FF2B5EF4-FFF2-40B4-BE49-F238E27FC236}">
                <a16:creationId xmlns:a16="http://schemas.microsoft.com/office/drawing/2014/main" id="{758317C7-8F34-4F39-9339-CD15534F113C}"/>
              </a:ext>
            </a:extLst>
          </p:cNvPr>
          <p:cNvSpPr txBox="1">
            <a:spLocks/>
          </p:cNvSpPr>
          <p:nvPr/>
        </p:nvSpPr>
        <p:spPr>
          <a:xfrm>
            <a:off x="0" y="0"/>
            <a:ext cx="4783127" cy="6858000"/>
          </a:xfrm>
          <a:custGeom>
            <a:avLst/>
            <a:gdLst>
              <a:gd name="connsiteX0" fmla="*/ 0 w 4783127"/>
              <a:gd name="connsiteY0" fmla="*/ 0 h 6858000"/>
              <a:gd name="connsiteX1" fmla="*/ 3073975 w 4783127"/>
              <a:gd name="connsiteY1" fmla="*/ 0 h 6858000"/>
              <a:gd name="connsiteX2" fmla="*/ 4783127 w 4783127"/>
              <a:gd name="connsiteY2" fmla="*/ 6858000 h 6858000"/>
              <a:gd name="connsiteX3" fmla="*/ 0 w 4783127"/>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783127" h="6858000">
                <a:moveTo>
                  <a:pt x="0" y="0"/>
                </a:moveTo>
                <a:lnTo>
                  <a:pt x="3073975" y="0"/>
                </a:lnTo>
                <a:lnTo>
                  <a:pt x="4783127" y="6858000"/>
                </a:lnTo>
                <a:lnTo>
                  <a:pt x="0" y="6858000"/>
                </a:lnTo>
                <a:close/>
              </a:path>
            </a:pathLst>
          </a:custGeom>
          <a:solidFill>
            <a:schemeClr val="accent1">
              <a:alpha val="50000"/>
            </a:schemeClr>
          </a:solidFill>
        </p:spPr>
        <p:txBody>
          <a:bodyPr wrap="square" anchor="ctr">
            <a:noAutofit/>
          </a:bodyPr>
          <a:lstStyle>
            <a:lvl1pPr algn="l" defTabSz="914400" rtl="0" eaLnBrk="1" latinLnBrk="0" hangingPunct="1">
              <a:lnSpc>
                <a:spcPct val="90000"/>
              </a:lnSpc>
              <a:spcBef>
                <a:spcPct val="0"/>
              </a:spcBef>
              <a:buNone/>
              <a:defRPr sz="1600" b="1" kern="1200">
                <a:solidFill>
                  <a:srgbClr val="1B445F"/>
                </a:solidFill>
                <a:latin typeface="AvantGarGotItcT"/>
                <a:ea typeface="+mj-ea"/>
                <a:cs typeface="+mj-cs"/>
              </a:defRPr>
            </a:lvl1pPr>
          </a:lstStyle>
          <a:p>
            <a:pPr marL="180000">
              <a:buClrTx/>
              <a:buFontTx/>
            </a:pPr>
            <a:endParaRPr lang="fr-FR" sz="2800">
              <a:solidFill>
                <a:schemeClr val="bg1"/>
              </a:solidFill>
              <a:latin typeface="Calibri" panose="020F0502020204030204" pitchFamily="34" charset="0"/>
              <a:cs typeface="Calibri" panose="020F0502020204030204" pitchFamily="34" charset="0"/>
            </a:endParaRPr>
          </a:p>
        </p:txBody>
      </p:sp>
      <p:sp>
        <p:nvSpPr>
          <p:cNvPr id="2" name="Title 1">
            <a:extLst>
              <a:ext uri="{FF2B5EF4-FFF2-40B4-BE49-F238E27FC236}">
                <a16:creationId xmlns:a16="http://schemas.microsoft.com/office/drawing/2014/main" id="{E244F3AB-9012-427B-9D35-8B50D1E5D44C}"/>
              </a:ext>
            </a:extLst>
          </p:cNvPr>
          <p:cNvSpPr>
            <a:spLocks noGrp="1"/>
          </p:cNvSpPr>
          <p:nvPr>
            <p:ph type="title" hasCustomPrompt="1"/>
          </p:nvPr>
        </p:nvSpPr>
        <p:spPr>
          <a:xfrm>
            <a:off x="3576000" y="136523"/>
            <a:ext cx="5040000" cy="756000"/>
          </a:xfrm>
        </p:spPr>
        <p:txBody>
          <a:bodyPr vert="horz">
            <a:normAutofit/>
          </a:bodyPr>
          <a:lstStyle>
            <a:lvl1pPr algn="ctr">
              <a:defRPr sz="3200" spc="300">
                <a:solidFill>
                  <a:schemeClr val="accent1"/>
                </a:solidFill>
              </a:defRPr>
            </a:lvl1pPr>
          </a:lstStyle>
          <a:p>
            <a:r>
              <a:rPr lang="en-US"/>
              <a:t>TITLE</a:t>
            </a:r>
            <a:endParaRPr lang="fr-FR"/>
          </a:p>
        </p:txBody>
      </p:sp>
      <p:sp>
        <p:nvSpPr>
          <p:cNvPr id="4" name="Footer Placeholder 3">
            <a:extLst>
              <a:ext uri="{FF2B5EF4-FFF2-40B4-BE49-F238E27FC236}">
                <a16:creationId xmlns:a16="http://schemas.microsoft.com/office/drawing/2014/main" id="{5FBB68BC-783F-4B21-9971-9A3756E097B0}"/>
              </a:ext>
            </a:extLst>
          </p:cNvPr>
          <p:cNvSpPr>
            <a:spLocks noGrp="1"/>
          </p:cNvSpPr>
          <p:nvPr>
            <p:ph type="ftr" sz="quarter" idx="11"/>
          </p:nvPr>
        </p:nvSpPr>
        <p:spPr>
          <a:xfrm>
            <a:off x="5015010" y="6404967"/>
            <a:ext cx="3141758" cy="257369"/>
          </a:xfrm>
        </p:spPr>
        <p:txBody>
          <a:bodyPr>
            <a:spAutoFit/>
          </a:bodyPr>
          <a:lstStyle>
            <a:lvl1pPr algn="l">
              <a:defRPr/>
            </a:lvl1pPr>
          </a:lstStyle>
          <a:p>
            <a:r>
              <a:rPr lang="fr-FR"/>
              <a:t>Comité Opérationnel de Pôle – Risques Structurels</a:t>
            </a:r>
          </a:p>
        </p:txBody>
      </p:sp>
      <p:pic>
        <p:nvPicPr>
          <p:cNvPr id="6" name="Picture 4">
            <a:extLst>
              <a:ext uri="{FF2B5EF4-FFF2-40B4-BE49-F238E27FC236}">
                <a16:creationId xmlns:a16="http://schemas.microsoft.com/office/drawing/2014/main" id="{64BD830C-5676-4667-A9C0-6FF740BA27F1}"/>
              </a:ext>
            </a:extLst>
          </p:cNvPr>
          <p:cNvPicPr>
            <a:picLocks noChangeAspect="1"/>
          </p:cNvPicPr>
          <p:nvPr/>
        </p:nvPicPr>
        <p:blipFill>
          <a:blip r:embed="rId7"/>
          <a:stretch>
            <a:fillRect/>
          </a:stretch>
        </p:blipFill>
        <p:spPr>
          <a:xfrm>
            <a:off x="10244417" y="6345828"/>
            <a:ext cx="1714498" cy="375648"/>
          </a:xfrm>
          <a:prstGeom prst="rect">
            <a:avLst/>
          </a:prstGeom>
        </p:spPr>
      </p:pic>
      <p:sp>
        <p:nvSpPr>
          <p:cNvPr id="14" name="Espace réservé du texte 23">
            <a:extLst>
              <a:ext uri="{FF2B5EF4-FFF2-40B4-BE49-F238E27FC236}">
                <a16:creationId xmlns:a16="http://schemas.microsoft.com/office/drawing/2014/main" id="{51DBB9F3-6837-49A6-BD02-5060DAD13EF2}"/>
              </a:ext>
            </a:extLst>
          </p:cNvPr>
          <p:cNvSpPr>
            <a:spLocks noGrp="1"/>
          </p:cNvSpPr>
          <p:nvPr>
            <p:ph type="body" sz="quarter" idx="12" hasCustomPrompt="1"/>
          </p:nvPr>
        </p:nvSpPr>
        <p:spPr>
          <a:xfrm>
            <a:off x="4263140" y="1408962"/>
            <a:ext cx="5040000" cy="549522"/>
          </a:xfrm>
          <a:prstGeom prst="rect">
            <a:avLst/>
          </a:prstGeom>
        </p:spPr>
        <p:txBody>
          <a:bodyPr lIns="0" tIns="0" rIns="0" bIns="0" anchor="ctr">
            <a:normAutofit/>
          </a:bodyPr>
          <a:lstStyle>
            <a:lvl1pPr marL="0" indent="0" algn="l">
              <a:buNone/>
              <a:defRPr sz="3000" b="1" i="0" spc="0">
                <a:solidFill>
                  <a:schemeClr val="accent1"/>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Changer titre du chapitre</a:t>
            </a:r>
          </a:p>
        </p:txBody>
      </p:sp>
      <p:sp>
        <p:nvSpPr>
          <p:cNvPr id="16" name="Espace réservé du texte 23">
            <a:extLst>
              <a:ext uri="{FF2B5EF4-FFF2-40B4-BE49-F238E27FC236}">
                <a16:creationId xmlns:a16="http://schemas.microsoft.com/office/drawing/2014/main" id="{C8491ED4-1B4C-4AF1-81A2-9262318AB389}"/>
              </a:ext>
            </a:extLst>
          </p:cNvPr>
          <p:cNvSpPr>
            <a:spLocks noGrp="1"/>
          </p:cNvSpPr>
          <p:nvPr>
            <p:ph type="body" sz="quarter" idx="13" hasCustomPrompt="1"/>
          </p:nvPr>
        </p:nvSpPr>
        <p:spPr>
          <a:xfrm>
            <a:off x="10780387" y="1408962"/>
            <a:ext cx="916298" cy="549522"/>
          </a:xfrm>
          <a:prstGeom prst="rect">
            <a:avLst/>
          </a:prstGeom>
        </p:spPr>
        <p:txBody>
          <a:bodyPr lIns="0" tIns="0" rIns="0" bIns="0" anchor="ctr"/>
          <a:lstStyle>
            <a:lvl1pPr marL="0" indent="0" algn="r">
              <a:buNone/>
              <a:defRPr sz="1600" b="0" i="0" spc="0">
                <a:solidFill>
                  <a:schemeClr val="accent1"/>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page 3</a:t>
            </a:r>
          </a:p>
        </p:txBody>
      </p:sp>
      <p:sp>
        <p:nvSpPr>
          <p:cNvPr id="17" name="Espace réservé du texte 23">
            <a:extLst>
              <a:ext uri="{FF2B5EF4-FFF2-40B4-BE49-F238E27FC236}">
                <a16:creationId xmlns:a16="http://schemas.microsoft.com/office/drawing/2014/main" id="{27463312-A105-4B61-92FA-796194B3FB9F}"/>
              </a:ext>
            </a:extLst>
          </p:cNvPr>
          <p:cNvSpPr>
            <a:spLocks noGrp="1"/>
          </p:cNvSpPr>
          <p:nvPr>
            <p:ph type="body" sz="quarter" idx="14" hasCustomPrompt="1"/>
          </p:nvPr>
        </p:nvSpPr>
        <p:spPr>
          <a:xfrm>
            <a:off x="4511775" y="2388616"/>
            <a:ext cx="5040000" cy="549522"/>
          </a:xfrm>
          <a:prstGeom prst="rect">
            <a:avLst/>
          </a:prstGeom>
        </p:spPr>
        <p:txBody>
          <a:bodyPr lIns="0" tIns="0" rIns="0" bIns="0" anchor="ctr">
            <a:normAutofit/>
          </a:bodyPr>
          <a:lstStyle>
            <a:lvl1pPr marL="0" indent="0" algn="l">
              <a:buNone/>
              <a:defRPr sz="3000" b="1" i="0" spc="0">
                <a:solidFill>
                  <a:schemeClr val="accent1"/>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Changer titre du chapitre</a:t>
            </a:r>
          </a:p>
        </p:txBody>
      </p:sp>
      <p:sp>
        <p:nvSpPr>
          <p:cNvPr id="18" name="Espace réservé du texte 23">
            <a:extLst>
              <a:ext uri="{FF2B5EF4-FFF2-40B4-BE49-F238E27FC236}">
                <a16:creationId xmlns:a16="http://schemas.microsoft.com/office/drawing/2014/main" id="{E0655AD6-63E4-45DD-8AF5-5D3C7D6DDA68}"/>
              </a:ext>
            </a:extLst>
          </p:cNvPr>
          <p:cNvSpPr>
            <a:spLocks noGrp="1"/>
          </p:cNvSpPr>
          <p:nvPr>
            <p:ph type="body" sz="quarter" idx="15" hasCustomPrompt="1"/>
          </p:nvPr>
        </p:nvSpPr>
        <p:spPr>
          <a:xfrm>
            <a:off x="4760410" y="3368270"/>
            <a:ext cx="5040000" cy="549522"/>
          </a:xfrm>
          <a:prstGeom prst="rect">
            <a:avLst/>
          </a:prstGeom>
        </p:spPr>
        <p:txBody>
          <a:bodyPr lIns="0" tIns="0" rIns="0" bIns="0" anchor="ctr">
            <a:normAutofit/>
          </a:bodyPr>
          <a:lstStyle>
            <a:lvl1pPr marL="0" indent="0" algn="l">
              <a:buNone/>
              <a:defRPr sz="3000" b="1" i="0" spc="0">
                <a:solidFill>
                  <a:schemeClr val="accent1"/>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Changer titre du chapitre</a:t>
            </a:r>
          </a:p>
        </p:txBody>
      </p:sp>
      <p:sp>
        <p:nvSpPr>
          <p:cNvPr id="19" name="Espace réservé du texte 23">
            <a:extLst>
              <a:ext uri="{FF2B5EF4-FFF2-40B4-BE49-F238E27FC236}">
                <a16:creationId xmlns:a16="http://schemas.microsoft.com/office/drawing/2014/main" id="{79239B2A-12D2-496B-A646-5EC01336981A}"/>
              </a:ext>
            </a:extLst>
          </p:cNvPr>
          <p:cNvSpPr>
            <a:spLocks noGrp="1"/>
          </p:cNvSpPr>
          <p:nvPr>
            <p:ph type="body" sz="quarter" idx="16" hasCustomPrompt="1"/>
          </p:nvPr>
        </p:nvSpPr>
        <p:spPr>
          <a:xfrm>
            <a:off x="5009045" y="4347924"/>
            <a:ext cx="5040000" cy="549522"/>
          </a:xfrm>
          <a:prstGeom prst="rect">
            <a:avLst/>
          </a:prstGeom>
        </p:spPr>
        <p:txBody>
          <a:bodyPr lIns="0" tIns="0" rIns="0" bIns="0" anchor="ctr">
            <a:normAutofit/>
          </a:bodyPr>
          <a:lstStyle>
            <a:lvl1pPr marL="0" indent="0" algn="l">
              <a:buNone/>
              <a:defRPr sz="3000" b="1" i="0" spc="0">
                <a:solidFill>
                  <a:schemeClr val="accent1"/>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Changer titre du chapitre</a:t>
            </a:r>
          </a:p>
        </p:txBody>
      </p:sp>
      <p:sp>
        <p:nvSpPr>
          <p:cNvPr id="20" name="Espace réservé du texte 23">
            <a:extLst>
              <a:ext uri="{FF2B5EF4-FFF2-40B4-BE49-F238E27FC236}">
                <a16:creationId xmlns:a16="http://schemas.microsoft.com/office/drawing/2014/main" id="{63FC4048-9324-4E55-B374-38075620C781}"/>
              </a:ext>
            </a:extLst>
          </p:cNvPr>
          <p:cNvSpPr>
            <a:spLocks noGrp="1"/>
          </p:cNvSpPr>
          <p:nvPr>
            <p:ph type="body" sz="quarter" idx="18" hasCustomPrompt="1"/>
          </p:nvPr>
        </p:nvSpPr>
        <p:spPr>
          <a:xfrm>
            <a:off x="10780387" y="2388616"/>
            <a:ext cx="916298" cy="549522"/>
          </a:xfrm>
          <a:prstGeom prst="rect">
            <a:avLst/>
          </a:prstGeom>
        </p:spPr>
        <p:txBody>
          <a:bodyPr lIns="0" tIns="0" rIns="0" bIns="0" anchor="ctr"/>
          <a:lstStyle>
            <a:lvl1pPr marL="0" indent="0" algn="r">
              <a:buNone/>
              <a:defRPr sz="1600" b="0" i="0" spc="0">
                <a:solidFill>
                  <a:schemeClr val="accent1"/>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page 6</a:t>
            </a:r>
          </a:p>
        </p:txBody>
      </p:sp>
      <p:sp>
        <p:nvSpPr>
          <p:cNvPr id="21" name="Espace réservé du texte 23">
            <a:extLst>
              <a:ext uri="{FF2B5EF4-FFF2-40B4-BE49-F238E27FC236}">
                <a16:creationId xmlns:a16="http://schemas.microsoft.com/office/drawing/2014/main" id="{31BC7F3A-8FCA-4160-A75F-34B560FAA3D8}"/>
              </a:ext>
            </a:extLst>
          </p:cNvPr>
          <p:cNvSpPr>
            <a:spLocks noGrp="1"/>
          </p:cNvSpPr>
          <p:nvPr>
            <p:ph type="body" sz="quarter" idx="19" hasCustomPrompt="1"/>
          </p:nvPr>
        </p:nvSpPr>
        <p:spPr>
          <a:xfrm>
            <a:off x="10780387" y="3368270"/>
            <a:ext cx="916298" cy="549522"/>
          </a:xfrm>
          <a:prstGeom prst="rect">
            <a:avLst/>
          </a:prstGeom>
        </p:spPr>
        <p:txBody>
          <a:bodyPr lIns="0" tIns="0" rIns="0" bIns="0" anchor="ctr"/>
          <a:lstStyle>
            <a:lvl1pPr marL="0" indent="0" algn="r">
              <a:buNone/>
              <a:defRPr sz="1600" b="0" i="0" spc="0">
                <a:solidFill>
                  <a:schemeClr val="accent1"/>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page 9</a:t>
            </a:r>
          </a:p>
        </p:txBody>
      </p:sp>
      <p:sp>
        <p:nvSpPr>
          <p:cNvPr id="22" name="Espace réservé du texte 23">
            <a:extLst>
              <a:ext uri="{FF2B5EF4-FFF2-40B4-BE49-F238E27FC236}">
                <a16:creationId xmlns:a16="http://schemas.microsoft.com/office/drawing/2014/main" id="{4C3EB7D9-B91F-4FB6-A604-46B3BCDCE4A8}"/>
              </a:ext>
            </a:extLst>
          </p:cNvPr>
          <p:cNvSpPr>
            <a:spLocks noGrp="1"/>
          </p:cNvSpPr>
          <p:nvPr>
            <p:ph type="body" sz="quarter" idx="20" hasCustomPrompt="1"/>
          </p:nvPr>
        </p:nvSpPr>
        <p:spPr>
          <a:xfrm>
            <a:off x="10780387" y="4347924"/>
            <a:ext cx="916298" cy="549522"/>
          </a:xfrm>
          <a:prstGeom prst="rect">
            <a:avLst/>
          </a:prstGeom>
        </p:spPr>
        <p:txBody>
          <a:bodyPr lIns="0" tIns="0" rIns="0" bIns="0" anchor="ctr"/>
          <a:lstStyle>
            <a:lvl1pPr marL="0" indent="0" algn="r">
              <a:buNone/>
              <a:defRPr sz="1600" b="0" i="0" spc="0">
                <a:solidFill>
                  <a:schemeClr val="accent1"/>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page 12</a:t>
            </a:r>
          </a:p>
        </p:txBody>
      </p:sp>
      <p:sp>
        <p:nvSpPr>
          <p:cNvPr id="24" name="Espace réservé du texte 23">
            <a:extLst>
              <a:ext uri="{FF2B5EF4-FFF2-40B4-BE49-F238E27FC236}">
                <a16:creationId xmlns:a16="http://schemas.microsoft.com/office/drawing/2014/main" id="{B4E01DC4-9082-43E1-8408-DDD3B51542DD}"/>
              </a:ext>
            </a:extLst>
          </p:cNvPr>
          <p:cNvSpPr>
            <a:spLocks noGrp="1"/>
          </p:cNvSpPr>
          <p:nvPr>
            <p:ph type="body" sz="quarter" idx="21" hasCustomPrompt="1"/>
          </p:nvPr>
        </p:nvSpPr>
        <p:spPr>
          <a:xfrm>
            <a:off x="5257679" y="5327580"/>
            <a:ext cx="5040000" cy="549522"/>
          </a:xfrm>
          <a:prstGeom prst="rect">
            <a:avLst/>
          </a:prstGeom>
        </p:spPr>
        <p:txBody>
          <a:bodyPr lIns="0" tIns="0" rIns="0" bIns="0" anchor="ctr">
            <a:normAutofit/>
          </a:bodyPr>
          <a:lstStyle>
            <a:lvl1pPr marL="0" indent="0" algn="l">
              <a:buNone/>
              <a:defRPr sz="3000" b="1" i="0" spc="0">
                <a:solidFill>
                  <a:schemeClr val="accent1"/>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Changer titre du chapitre</a:t>
            </a:r>
          </a:p>
        </p:txBody>
      </p:sp>
      <p:sp>
        <p:nvSpPr>
          <p:cNvPr id="25" name="Espace réservé du texte 23">
            <a:extLst>
              <a:ext uri="{FF2B5EF4-FFF2-40B4-BE49-F238E27FC236}">
                <a16:creationId xmlns:a16="http://schemas.microsoft.com/office/drawing/2014/main" id="{F0481CAD-C04F-4EBB-87CE-0D099B1CCF98}"/>
              </a:ext>
            </a:extLst>
          </p:cNvPr>
          <p:cNvSpPr>
            <a:spLocks noGrp="1"/>
          </p:cNvSpPr>
          <p:nvPr>
            <p:ph type="body" sz="quarter" idx="22" hasCustomPrompt="1"/>
          </p:nvPr>
        </p:nvSpPr>
        <p:spPr>
          <a:xfrm>
            <a:off x="10780387" y="5327580"/>
            <a:ext cx="916298" cy="549522"/>
          </a:xfrm>
          <a:prstGeom prst="rect">
            <a:avLst/>
          </a:prstGeom>
        </p:spPr>
        <p:txBody>
          <a:bodyPr lIns="0" tIns="0" rIns="0" bIns="0" anchor="ctr"/>
          <a:lstStyle>
            <a:lvl1pPr marL="0" indent="0" algn="r">
              <a:buNone/>
              <a:defRPr sz="1600" b="0" i="0" spc="0">
                <a:solidFill>
                  <a:schemeClr val="accent1"/>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page 12</a:t>
            </a:r>
          </a:p>
        </p:txBody>
      </p:sp>
      <p:sp>
        <p:nvSpPr>
          <p:cNvPr id="30" name="Text Placeholder 29">
            <a:extLst>
              <a:ext uri="{FF2B5EF4-FFF2-40B4-BE49-F238E27FC236}">
                <a16:creationId xmlns:a16="http://schemas.microsoft.com/office/drawing/2014/main" id="{1D26791D-5982-431D-982C-E31101384C8B}"/>
              </a:ext>
            </a:extLst>
          </p:cNvPr>
          <p:cNvSpPr>
            <a:spLocks noGrp="1"/>
          </p:cNvSpPr>
          <p:nvPr>
            <p:ph type="body" sz="quarter" idx="23" hasCustomPrompt="1"/>
          </p:nvPr>
        </p:nvSpPr>
        <p:spPr>
          <a:xfrm flipH="1">
            <a:off x="3039140" y="1287723"/>
            <a:ext cx="864000" cy="792000"/>
          </a:xfrm>
          <a:prstGeom prst="parallelogram">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lgn="ctr">
              <a:buNone/>
              <a:defRPr lang="fr-FR" sz="3600" b="1" dirty="0">
                <a:solidFill>
                  <a:schemeClr val="bg1"/>
                </a:solidFill>
                <a:latin typeface="Calibri" panose="020F0502020204030204" pitchFamily="34" charset="0"/>
                <a:ea typeface="Roboto" panose="02000000000000000000" pitchFamily="2" charset="0"/>
                <a:cs typeface="Calibri" panose="020F0502020204030204" pitchFamily="34" charset="0"/>
              </a:defRPr>
            </a:lvl1pPr>
          </a:lstStyle>
          <a:p>
            <a:pPr marL="0" lvl="0" algn="ctr"/>
            <a:r>
              <a:rPr lang="fr-FR"/>
              <a:t>1</a:t>
            </a:r>
          </a:p>
        </p:txBody>
      </p:sp>
      <p:sp>
        <p:nvSpPr>
          <p:cNvPr id="31" name="Text Placeholder 29">
            <a:extLst>
              <a:ext uri="{FF2B5EF4-FFF2-40B4-BE49-F238E27FC236}">
                <a16:creationId xmlns:a16="http://schemas.microsoft.com/office/drawing/2014/main" id="{284E73E5-4B16-4E3B-B108-64A837DCBC02}"/>
              </a:ext>
            </a:extLst>
          </p:cNvPr>
          <p:cNvSpPr>
            <a:spLocks noGrp="1"/>
          </p:cNvSpPr>
          <p:nvPr>
            <p:ph type="body" sz="quarter" idx="24" hasCustomPrompt="1"/>
          </p:nvPr>
        </p:nvSpPr>
        <p:spPr>
          <a:xfrm flipH="1">
            <a:off x="3283615" y="2267377"/>
            <a:ext cx="864000" cy="792000"/>
          </a:xfrm>
          <a:prstGeom prst="parallelogram">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lgn="ctr">
              <a:buNone/>
              <a:defRPr lang="fr-FR" sz="3600" b="1" dirty="0">
                <a:solidFill>
                  <a:schemeClr val="bg1"/>
                </a:solidFill>
                <a:latin typeface="Calibri" panose="020F0502020204030204" pitchFamily="34" charset="0"/>
                <a:ea typeface="Roboto" panose="02000000000000000000" pitchFamily="2" charset="0"/>
                <a:cs typeface="Calibri" panose="020F0502020204030204" pitchFamily="34" charset="0"/>
              </a:defRPr>
            </a:lvl1pPr>
          </a:lstStyle>
          <a:p>
            <a:pPr marL="0" lvl="0" algn="ctr"/>
            <a:r>
              <a:rPr lang="fr-FR"/>
              <a:t>2</a:t>
            </a:r>
          </a:p>
        </p:txBody>
      </p:sp>
      <p:sp>
        <p:nvSpPr>
          <p:cNvPr id="32" name="Text Placeholder 29">
            <a:extLst>
              <a:ext uri="{FF2B5EF4-FFF2-40B4-BE49-F238E27FC236}">
                <a16:creationId xmlns:a16="http://schemas.microsoft.com/office/drawing/2014/main" id="{01CDBA04-D4B2-4E29-A0E8-001CFE64036A}"/>
              </a:ext>
            </a:extLst>
          </p:cNvPr>
          <p:cNvSpPr>
            <a:spLocks noGrp="1"/>
          </p:cNvSpPr>
          <p:nvPr>
            <p:ph type="body" sz="quarter" idx="25" hasCustomPrompt="1"/>
          </p:nvPr>
        </p:nvSpPr>
        <p:spPr>
          <a:xfrm flipH="1">
            <a:off x="3528090" y="3247031"/>
            <a:ext cx="864000" cy="792000"/>
          </a:xfrm>
          <a:prstGeom prst="parallelogram">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lgn="ctr">
              <a:buNone/>
              <a:defRPr lang="fr-FR" sz="3600" b="1" dirty="0">
                <a:solidFill>
                  <a:schemeClr val="bg1"/>
                </a:solidFill>
                <a:latin typeface="Calibri" panose="020F0502020204030204" pitchFamily="34" charset="0"/>
                <a:ea typeface="Roboto" panose="02000000000000000000" pitchFamily="2" charset="0"/>
                <a:cs typeface="Calibri" panose="020F0502020204030204" pitchFamily="34" charset="0"/>
              </a:defRPr>
            </a:lvl1pPr>
          </a:lstStyle>
          <a:p>
            <a:pPr marL="0" lvl="0" algn="ctr"/>
            <a:r>
              <a:rPr lang="fr-FR"/>
              <a:t>3</a:t>
            </a:r>
          </a:p>
        </p:txBody>
      </p:sp>
      <p:sp>
        <p:nvSpPr>
          <p:cNvPr id="33" name="Text Placeholder 29">
            <a:extLst>
              <a:ext uri="{FF2B5EF4-FFF2-40B4-BE49-F238E27FC236}">
                <a16:creationId xmlns:a16="http://schemas.microsoft.com/office/drawing/2014/main" id="{A59553E1-DF23-4B6F-B5FA-A596ECD94D7F}"/>
              </a:ext>
            </a:extLst>
          </p:cNvPr>
          <p:cNvSpPr>
            <a:spLocks noGrp="1"/>
          </p:cNvSpPr>
          <p:nvPr>
            <p:ph type="body" sz="quarter" idx="26" hasCustomPrompt="1"/>
          </p:nvPr>
        </p:nvSpPr>
        <p:spPr>
          <a:xfrm flipH="1">
            <a:off x="3772565" y="4226685"/>
            <a:ext cx="864000" cy="792000"/>
          </a:xfrm>
          <a:prstGeom prst="parallelogram">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lgn="ctr">
              <a:buNone/>
              <a:defRPr lang="fr-FR" sz="3600" b="1" dirty="0">
                <a:solidFill>
                  <a:schemeClr val="bg1"/>
                </a:solidFill>
                <a:latin typeface="Calibri" panose="020F0502020204030204" pitchFamily="34" charset="0"/>
                <a:ea typeface="Roboto" panose="02000000000000000000" pitchFamily="2" charset="0"/>
                <a:cs typeface="Calibri" panose="020F0502020204030204" pitchFamily="34" charset="0"/>
              </a:defRPr>
            </a:lvl1pPr>
          </a:lstStyle>
          <a:p>
            <a:pPr marL="0" lvl="0" algn="ctr"/>
            <a:r>
              <a:rPr lang="fr-FR"/>
              <a:t>4</a:t>
            </a:r>
          </a:p>
        </p:txBody>
      </p:sp>
      <p:sp>
        <p:nvSpPr>
          <p:cNvPr id="34" name="Text Placeholder 29">
            <a:extLst>
              <a:ext uri="{FF2B5EF4-FFF2-40B4-BE49-F238E27FC236}">
                <a16:creationId xmlns:a16="http://schemas.microsoft.com/office/drawing/2014/main" id="{942DFDE0-1411-43D2-984C-671B28FD828C}"/>
              </a:ext>
            </a:extLst>
          </p:cNvPr>
          <p:cNvSpPr>
            <a:spLocks noGrp="1"/>
          </p:cNvSpPr>
          <p:nvPr>
            <p:ph type="body" sz="quarter" idx="27" hasCustomPrompt="1"/>
          </p:nvPr>
        </p:nvSpPr>
        <p:spPr>
          <a:xfrm flipH="1">
            <a:off x="4017040" y="5206341"/>
            <a:ext cx="864000" cy="792000"/>
          </a:xfrm>
          <a:prstGeom prst="parallelogram">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lgn="ctr">
              <a:buNone/>
              <a:defRPr lang="fr-FR" sz="3600" b="1" dirty="0">
                <a:solidFill>
                  <a:schemeClr val="bg1"/>
                </a:solidFill>
                <a:latin typeface="Calibri" panose="020F0502020204030204" pitchFamily="34" charset="0"/>
                <a:ea typeface="Roboto" panose="02000000000000000000" pitchFamily="2" charset="0"/>
                <a:cs typeface="Calibri" panose="020F0502020204030204" pitchFamily="34" charset="0"/>
              </a:defRPr>
            </a:lvl1pPr>
          </a:lstStyle>
          <a:p>
            <a:pPr marL="0" lvl="0" algn="ctr"/>
            <a:r>
              <a:rPr lang="fr-FR"/>
              <a:t>5</a:t>
            </a:r>
          </a:p>
        </p:txBody>
      </p:sp>
    </p:spTree>
    <p:extLst>
      <p:ext uri="{BB962C8B-B14F-4D97-AF65-F5344CB8AC3E}">
        <p14:creationId xmlns:p14="http://schemas.microsoft.com/office/powerpoint/2010/main" val="27768547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p:spTree>
      <p:nvGrpSpPr>
        <p:cNvPr id="1" name=""/>
        <p:cNvGrpSpPr/>
        <p:nvPr/>
      </p:nvGrpSpPr>
      <p:grpSpPr>
        <a:xfrm>
          <a:off x="0" y="0"/>
          <a:ext cx="0" cy="0"/>
          <a:chOff x="0" y="0"/>
          <a:chExt cx="0" cy="0"/>
        </a:xfrm>
      </p:grpSpPr>
      <p:graphicFrame>
        <p:nvGraphicFramePr>
          <p:cNvPr id="24" name="Object 23" hidden="1">
            <a:extLst>
              <a:ext uri="{FF2B5EF4-FFF2-40B4-BE49-F238E27FC236}">
                <a16:creationId xmlns:a16="http://schemas.microsoft.com/office/drawing/2014/main" id="{A5C740FC-591A-42AF-96EB-73317E41220B}"/>
              </a:ext>
            </a:extLst>
          </p:cNvPr>
          <p:cNvGraphicFramePr>
            <a:graphicFrameLocks noChangeAspect="1"/>
          </p:cNvGraphicFramePr>
          <p:nvPr>
            <p:custDataLst>
              <p:tags r:id="rId1"/>
            </p:custDataLst>
            <p:extLst>
              <p:ext uri="{D42A27DB-BD31-4B8C-83A1-F6EECF244321}">
                <p14:modId xmlns:p14="http://schemas.microsoft.com/office/powerpoint/2010/main" val="31593694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24" name="Object 23" hidden="1">
                        <a:extLst>
                          <a:ext uri="{FF2B5EF4-FFF2-40B4-BE49-F238E27FC236}">
                            <a16:creationId xmlns:a16="http://schemas.microsoft.com/office/drawing/2014/main" id="{A5C740FC-591A-42AF-96EB-73317E41220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58" name="Picture 57">
            <a:extLst>
              <a:ext uri="{FF2B5EF4-FFF2-40B4-BE49-F238E27FC236}">
                <a16:creationId xmlns:a16="http://schemas.microsoft.com/office/drawing/2014/main" id="{39085BE3-AB0C-4120-81CD-4574DB1CDB48}"/>
              </a:ext>
            </a:extLst>
          </p:cNvPr>
          <p:cNvPicPr>
            <a:picLocks noChangeAspect="1"/>
          </p:cNvPicPr>
          <p:nvPr/>
        </p:nvPicPr>
        <p:blipFill rotWithShape="1">
          <a:blip r:embed="rId5">
            <a:extLst>
              <a:ext uri="{BEBA8EAE-BF5A-486C-A8C5-ECC9F3942E4B}">
                <a14:imgProps xmlns:a14="http://schemas.microsoft.com/office/drawing/2010/main">
                  <a14:imgLayer r:embed="rId6">
                    <a14:imgEffect>
                      <a14:artisticBlur radius="3"/>
                    </a14:imgEffect>
                  </a14:imgLayer>
                </a14:imgProps>
              </a:ext>
            </a:extLst>
          </a:blip>
          <a:srcRect b="79406"/>
          <a:stretch/>
        </p:blipFill>
        <p:spPr>
          <a:xfrm>
            <a:off x="0" y="0"/>
            <a:ext cx="12192000" cy="3600000"/>
          </a:xfrm>
          <a:custGeom>
            <a:avLst/>
            <a:gdLst>
              <a:gd name="connsiteX0" fmla="*/ 0 w 12192000"/>
              <a:gd name="connsiteY0" fmla="*/ 0 h 3600000"/>
              <a:gd name="connsiteX1" fmla="*/ 12192000 w 12192000"/>
              <a:gd name="connsiteY1" fmla="*/ 0 h 3600000"/>
              <a:gd name="connsiteX2" fmla="*/ 12192000 w 12192000"/>
              <a:gd name="connsiteY2" fmla="*/ 3600000 h 3600000"/>
              <a:gd name="connsiteX3" fmla="*/ 0 w 12192000"/>
              <a:gd name="connsiteY3" fmla="*/ 3600000 h 3600000"/>
            </a:gdLst>
            <a:ahLst/>
            <a:cxnLst>
              <a:cxn ang="0">
                <a:pos x="connsiteX0" y="connsiteY0"/>
              </a:cxn>
              <a:cxn ang="0">
                <a:pos x="connsiteX1" y="connsiteY1"/>
              </a:cxn>
              <a:cxn ang="0">
                <a:pos x="connsiteX2" y="connsiteY2"/>
              </a:cxn>
              <a:cxn ang="0">
                <a:pos x="connsiteX3" y="connsiteY3"/>
              </a:cxn>
            </a:cxnLst>
            <a:rect l="l" t="t" r="r" b="b"/>
            <a:pathLst>
              <a:path w="12192000" h="3600000">
                <a:moveTo>
                  <a:pt x="0" y="0"/>
                </a:moveTo>
                <a:lnTo>
                  <a:pt x="12192000" y="0"/>
                </a:lnTo>
                <a:lnTo>
                  <a:pt x="12192000" y="3600000"/>
                </a:lnTo>
                <a:lnTo>
                  <a:pt x="0" y="3600000"/>
                </a:lnTo>
                <a:close/>
              </a:path>
            </a:pathLst>
          </a:custGeom>
        </p:spPr>
      </p:pic>
      <p:sp>
        <p:nvSpPr>
          <p:cNvPr id="2" name="Title 1">
            <a:extLst>
              <a:ext uri="{FF2B5EF4-FFF2-40B4-BE49-F238E27FC236}">
                <a16:creationId xmlns:a16="http://schemas.microsoft.com/office/drawing/2014/main" id="{13AAB309-B0B4-4F99-8099-327E26A45C5B}"/>
              </a:ext>
            </a:extLst>
          </p:cNvPr>
          <p:cNvSpPr>
            <a:spLocks noGrp="1"/>
          </p:cNvSpPr>
          <p:nvPr>
            <p:ph type="title"/>
          </p:nvPr>
        </p:nvSpPr>
        <p:spPr>
          <a:xfrm>
            <a:off x="2530150" y="3851272"/>
            <a:ext cx="8823650" cy="577457"/>
          </a:xfrm>
        </p:spPr>
        <p:txBody>
          <a:bodyPr vert="horz" wrap="square" anchor="t" anchorCtr="0">
            <a:spAutoFit/>
          </a:bodyPr>
          <a:lstStyle>
            <a:lvl1pPr>
              <a:defRPr sz="4000">
                <a:solidFill>
                  <a:schemeClr val="accent1"/>
                </a:solidFill>
              </a:defRPr>
            </a:lvl1pPr>
          </a:lstStyle>
          <a:p>
            <a:r>
              <a:rPr lang="en-US"/>
              <a:t>Click to edit Master title style</a:t>
            </a:r>
            <a:endParaRPr lang="fr-FR"/>
          </a:p>
        </p:txBody>
      </p:sp>
      <p:pic>
        <p:nvPicPr>
          <p:cNvPr id="27" name="Picture 4">
            <a:extLst>
              <a:ext uri="{FF2B5EF4-FFF2-40B4-BE49-F238E27FC236}">
                <a16:creationId xmlns:a16="http://schemas.microsoft.com/office/drawing/2014/main" id="{2D8559BC-B01F-442F-87FE-F1C50919955E}"/>
              </a:ext>
            </a:extLst>
          </p:cNvPr>
          <p:cNvPicPr>
            <a:picLocks noChangeAspect="1"/>
          </p:cNvPicPr>
          <p:nvPr/>
        </p:nvPicPr>
        <p:blipFill>
          <a:blip r:embed="rId7"/>
          <a:stretch>
            <a:fillRect/>
          </a:stretch>
        </p:blipFill>
        <p:spPr>
          <a:xfrm>
            <a:off x="10241414" y="6302004"/>
            <a:ext cx="1714498" cy="375648"/>
          </a:xfrm>
          <a:prstGeom prst="rect">
            <a:avLst/>
          </a:prstGeom>
        </p:spPr>
      </p:pic>
      <p:sp>
        <p:nvSpPr>
          <p:cNvPr id="28" name="Footer Placeholder 3">
            <a:extLst>
              <a:ext uri="{FF2B5EF4-FFF2-40B4-BE49-F238E27FC236}">
                <a16:creationId xmlns:a16="http://schemas.microsoft.com/office/drawing/2014/main" id="{13C547D5-1E26-4B6F-9032-BC0A4253FFC5}"/>
              </a:ext>
            </a:extLst>
          </p:cNvPr>
          <p:cNvSpPr>
            <a:spLocks noGrp="1"/>
          </p:cNvSpPr>
          <p:nvPr>
            <p:ph type="ftr" sz="quarter" idx="11"/>
          </p:nvPr>
        </p:nvSpPr>
        <p:spPr>
          <a:xfrm>
            <a:off x="4399715" y="6489828"/>
            <a:ext cx="3141758" cy="257369"/>
          </a:xfrm>
        </p:spPr>
        <p:txBody>
          <a:bodyPr/>
          <a:lstStyle>
            <a:lvl1pPr algn="l">
              <a:defRPr/>
            </a:lvl1pPr>
          </a:lstStyle>
          <a:p>
            <a:r>
              <a:rPr lang="fr-FR"/>
              <a:t>Comité Opérationnel de Pôle – Risques Structurels</a:t>
            </a:r>
          </a:p>
        </p:txBody>
      </p:sp>
      <p:sp>
        <p:nvSpPr>
          <p:cNvPr id="3" name="Text Placeholder 2">
            <a:extLst>
              <a:ext uri="{FF2B5EF4-FFF2-40B4-BE49-F238E27FC236}">
                <a16:creationId xmlns:a16="http://schemas.microsoft.com/office/drawing/2014/main" id="{51832195-8563-4853-9C97-4127A8F8E581}"/>
              </a:ext>
            </a:extLst>
          </p:cNvPr>
          <p:cNvSpPr>
            <a:spLocks noGrp="1"/>
          </p:cNvSpPr>
          <p:nvPr>
            <p:ph type="body" idx="1"/>
          </p:nvPr>
        </p:nvSpPr>
        <p:spPr>
          <a:xfrm>
            <a:off x="2530150" y="4443577"/>
            <a:ext cx="8823650" cy="514738"/>
          </a:xfrm>
        </p:spPr>
        <p:txBody>
          <a:bodyPr vert="horz" wrap="square" lIns="180000" tIns="72000" rIns="180000" bIns="72000" rtlCol="0" anchor="t" anchorCtr="0">
            <a:spAutoFit/>
          </a:bodyPr>
          <a:lstStyle>
            <a:lvl1pPr>
              <a:lnSpc>
                <a:spcPct val="100000"/>
              </a:lnSpc>
              <a:spcBef>
                <a:spcPts val="0"/>
              </a:spcBef>
              <a:defRPr lang="en-US" sz="2400" b="0" dirty="0" smtClean="0">
                <a:solidFill>
                  <a:schemeClr val="accent1"/>
                </a:solidFill>
                <a:effectLst/>
              </a:defRPr>
            </a:lvl1pPr>
          </a:lstStyle>
          <a:p>
            <a:pPr marL="228600" lvl="0" indent="-228600"/>
            <a:r>
              <a:rPr lang="en-US"/>
              <a:t>Click to edit Master text styles</a:t>
            </a:r>
          </a:p>
        </p:txBody>
      </p:sp>
      <p:sp>
        <p:nvSpPr>
          <p:cNvPr id="59" name="TextBox 58">
            <a:extLst>
              <a:ext uri="{FF2B5EF4-FFF2-40B4-BE49-F238E27FC236}">
                <a16:creationId xmlns:a16="http://schemas.microsoft.com/office/drawing/2014/main" id="{555D9C92-06DD-4E6D-9B3D-F7F799BC1F7C}"/>
              </a:ext>
            </a:extLst>
          </p:cNvPr>
          <p:cNvSpPr txBox="1">
            <a:spLocks/>
          </p:cNvSpPr>
          <p:nvPr/>
        </p:nvSpPr>
        <p:spPr>
          <a:xfrm>
            <a:off x="0" y="0"/>
            <a:ext cx="12192000" cy="3600000"/>
          </a:xfrm>
          <a:prstGeom prst="rect">
            <a:avLst/>
          </a:prstGeom>
          <a:gradFill>
            <a:gsLst>
              <a:gs pos="100000">
                <a:schemeClr val="accent1">
                  <a:alpha val="50000"/>
                </a:schemeClr>
              </a:gs>
              <a:gs pos="0">
                <a:schemeClr val="accent1">
                  <a:alpha val="80000"/>
                </a:schemeClr>
              </a:gs>
            </a:gsLst>
            <a:lin ang="5400000" scaled="1"/>
          </a:gradFill>
        </p:spPr>
        <p:txBody>
          <a:bodyPr wrap="square" anchor="ctr">
            <a:noAutofit/>
          </a:bodyPr>
          <a:lstStyle>
            <a:lvl1pPr algn="l" defTabSz="914400" rtl="0" eaLnBrk="1" latinLnBrk="0" hangingPunct="1">
              <a:lnSpc>
                <a:spcPct val="90000"/>
              </a:lnSpc>
              <a:spcBef>
                <a:spcPct val="0"/>
              </a:spcBef>
              <a:buNone/>
              <a:defRPr sz="1600" b="1" kern="1200">
                <a:solidFill>
                  <a:srgbClr val="1B445F"/>
                </a:solidFill>
                <a:latin typeface="AvantGarGotItcT"/>
                <a:ea typeface="+mj-ea"/>
                <a:cs typeface="+mj-cs"/>
              </a:defRPr>
            </a:lvl1pPr>
          </a:lstStyle>
          <a:p>
            <a:pPr marL="180000">
              <a:buClrTx/>
              <a:buFontTx/>
            </a:pPr>
            <a:endParaRPr lang="fr-FR" sz="2800">
              <a:solidFill>
                <a:schemeClr val="bg1"/>
              </a:solidFill>
              <a:latin typeface="Calibri" panose="020F0502020204030204" pitchFamily="34" charset="0"/>
              <a:cs typeface="Calibri" panose="020F0502020204030204" pitchFamily="34" charset="0"/>
            </a:endParaRPr>
          </a:p>
        </p:txBody>
      </p:sp>
      <p:sp>
        <p:nvSpPr>
          <p:cNvPr id="46" name="Text Placeholder 29">
            <a:extLst>
              <a:ext uri="{FF2B5EF4-FFF2-40B4-BE49-F238E27FC236}">
                <a16:creationId xmlns:a16="http://schemas.microsoft.com/office/drawing/2014/main" id="{2F5B23EC-9797-4DE8-85DD-7DE5A0EFB3DD}"/>
              </a:ext>
            </a:extLst>
          </p:cNvPr>
          <p:cNvSpPr>
            <a:spLocks noGrp="1"/>
          </p:cNvSpPr>
          <p:nvPr>
            <p:ph type="body" sz="quarter" idx="23" hasCustomPrompt="1"/>
          </p:nvPr>
        </p:nvSpPr>
        <p:spPr>
          <a:xfrm flipH="1">
            <a:off x="838200" y="3240501"/>
            <a:ext cx="1440000" cy="1439500"/>
          </a:xfrm>
          <a:prstGeom prst="parallelogram">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lvl1pPr marL="0" indent="0" algn="ctr">
              <a:buNone/>
              <a:defRPr lang="fr-FR" sz="6600" b="1" dirty="0">
                <a:solidFill>
                  <a:schemeClr val="bg1"/>
                </a:solidFill>
                <a:latin typeface="Calibri" panose="020F0502020204030204" pitchFamily="34" charset="0"/>
                <a:ea typeface="Roboto" panose="02000000000000000000" pitchFamily="2" charset="0"/>
                <a:cs typeface="Calibri" panose="020F0502020204030204" pitchFamily="34" charset="0"/>
              </a:defRPr>
            </a:lvl1pPr>
          </a:lstStyle>
          <a:p>
            <a:pPr marL="0" lvl="0" algn="ctr"/>
            <a:r>
              <a:rPr lang="fr-FR"/>
              <a:t>1</a:t>
            </a:r>
          </a:p>
        </p:txBody>
      </p:sp>
    </p:spTree>
    <p:extLst>
      <p:ext uri="{BB962C8B-B14F-4D97-AF65-F5344CB8AC3E}">
        <p14:creationId xmlns:p14="http://schemas.microsoft.com/office/powerpoint/2010/main" val="28079707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Custom Layout">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ECF4E1B1-0B0C-4E87-AD53-B42D37680A3E}"/>
              </a:ext>
            </a:extLst>
          </p:cNvPr>
          <p:cNvGraphicFramePr>
            <a:graphicFrameLocks noChangeAspect="1"/>
          </p:cNvGraphicFramePr>
          <p:nvPr>
            <p:custDataLst>
              <p:tags r:id="rId1"/>
            </p:custDataLst>
            <p:extLst>
              <p:ext uri="{D42A27DB-BD31-4B8C-83A1-F6EECF244321}">
                <p14:modId xmlns:p14="http://schemas.microsoft.com/office/powerpoint/2010/main" val="41278794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8" name="Object 7" hidden="1">
                        <a:extLst>
                          <a:ext uri="{FF2B5EF4-FFF2-40B4-BE49-F238E27FC236}">
                            <a16:creationId xmlns:a16="http://schemas.microsoft.com/office/drawing/2014/main" id="{ECF4E1B1-0B0C-4E87-AD53-B42D37680A3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7" name="Picture 4">
            <a:extLst>
              <a:ext uri="{FF2B5EF4-FFF2-40B4-BE49-F238E27FC236}">
                <a16:creationId xmlns:a16="http://schemas.microsoft.com/office/drawing/2014/main" id="{2DC837C7-5276-4EBA-9FCC-89BA04AE053F}"/>
              </a:ext>
            </a:extLst>
          </p:cNvPr>
          <p:cNvPicPr>
            <a:picLocks noChangeAspect="1"/>
          </p:cNvPicPr>
          <p:nvPr/>
        </p:nvPicPr>
        <p:blipFill>
          <a:blip r:embed="rId5"/>
          <a:stretch>
            <a:fillRect/>
          </a:stretch>
        </p:blipFill>
        <p:spPr>
          <a:xfrm>
            <a:off x="10244417" y="6345828"/>
            <a:ext cx="1714498" cy="375648"/>
          </a:xfrm>
          <a:prstGeom prst="rect">
            <a:avLst/>
          </a:prstGeom>
        </p:spPr>
      </p:pic>
      <p:pic>
        <p:nvPicPr>
          <p:cNvPr id="9" name="Picture 9">
            <a:extLst>
              <a:ext uri="{FF2B5EF4-FFF2-40B4-BE49-F238E27FC236}">
                <a16:creationId xmlns:a16="http://schemas.microsoft.com/office/drawing/2014/main" id="{EC700A4E-AA7C-4ECB-AF54-2CCE9FE709C4}"/>
              </a:ext>
            </a:extLst>
          </p:cNvPr>
          <p:cNvPicPr>
            <a:picLocks noChangeAspect="1"/>
          </p:cNvPicPr>
          <p:nvPr/>
        </p:nvPicPr>
        <p:blipFill rotWithShape="1">
          <a:blip r:embed="rId6" cstate="hqprint">
            <a:extLst>
              <a:ext uri="{BEBA8EAE-BF5A-486C-A8C5-ECC9F3942E4B}">
                <a14:imgProps xmlns:a14="http://schemas.microsoft.com/office/drawing/2010/main">
                  <a14:imgLayer r:embed="rId7">
                    <a14:imgEffect>
                      <a14:artisticBlur radius="3"/>
                    </a14:imgEffect>
                  </a14:imgLayer>
                </a14:imgProps>
              </a:ext>
              <a:ext uri="{28A0092B-C50C-407E-A947-70E740481C1C}">
                <a14:useLocalDpi xmlns:a14="http://schemas.microsoft.com/office/drawing/2010/main"/>
              </a:ext>
            </a:extLst>
          </a:blip>
          <a:srcRect l="30350"/>
          <a:stretch/>
        </p:blipFill>
        <p:spPr>
          <a:xfrm>
            <a:off x="0" y="0"/>
            <a:ext cx="5005423" cy="6858000"/>
          </a:xfrm>
          <a:prstGeom prst="rect">
            <a:avLst/>
          </a:prstGeom>
          <a:effectLst/>
        </p:spPr>
      </p:pic>
      <p:sp>
        <p:nvSpPr>
          <p:cNvPr id="10" name="Title 12">
            <a:extLst>
              <a:ext uri="{FF2B5EF4-FFF2-40B4-BE49-F238E27FC236}">
                <a16:creationId xmlns:a16="http://schemas.microsoft.com/office/drawing/2014/main" id="{AC060B17-8480-4808-AAA0-2690993223F1}"/>
              </a:ext>
            </a:extLst>
          </p:cNvPr>
          <p:cNvSpPr txBox="1">
            <a:spLocks/>
          </p:cNvSpPr>
          <p:nvPr/>
        </p:nvSpPr>
        <p:spPr>
          <a:xfrm flipH="1">
            <a:off x="0" y="-20305"/>
            <a:ext cx="5005423" cy="6878305"/>
          </a:xfrm>
          <a:prstGeom prst="rect">
            <a:avLst/>
          </a:prstGeom>
          <a:solidFill>
            <a:schemeClr val="accent1">
              <a:alpha val="50000"/>
            </a:schemeClr>
          </a:solidFill>
        </p:spPr>
        <p:txBody>
          <a:bodyPr anchor="ctr"/>
          <a:lstStyle>
            <a:lvl1pPr algn="l" defTabSz="914400" rtl="0" eaLnBrk="1" latinLnBrk="0" hangingPunct="1">
              <a:lnSpc>
                <a:spcPct val="90000"/>
              </a:lnSpc>
              <a:spcBef>
                <a:spcPct val="0"/>
              </a:spcBef>
              <a:buNone/>
              <a:defRPr sz="1600" b="1" kern="1200">
                <a:solidFill>
                  <a:srgbClr val="1B445F"/>
                </a:solidFill>
                <a:latin typeface="AvantGarGotItcT"/>
                <a:ea typeface="+mj-ea"/>
                <a:cs typeface="+mj-cs"/>
              </a:defRPr>
            </a:lvl1pPr>
          </a:lstStyle>
          <a:p>
            <a:pPr marL="180000">
              <a:buClrTx/>
              <a:buFontTx/>
            </a:pPr>
            <a:endParaRPr lang="fr-FR" sz="2800">
              <a:solidFill>
                <a:schemeClr val="bg1"/>
              </a:solidFill>
              <a:latin typeface="Calibri" panose="020F0502020204030204" pitchFamily="34" charset="0"/>
              <a:cs typeface="Calibri" panose="020F0502020204030204" pitchFamily="34" charset="0"/>
            </a:endParaRPr>
          </a:p>
        </p:txBody>
      </p:sp>
      <p:sp>
        <p:nvSpPr>
          <p:cNvPr id="2" name="Rectangle 1">
            <a:extLst>
              <a:ext uri="{FF2B5EF4-FFF2-40B4-BE49-F238E27FC236}">
                <a16:creationId xmlns:a16="http://schemas.microsoft.com/office/drawing/2014/main" id="{F73D2C89-E805-64E9-C21A-5A0C0CE12C9A}"/>
              </a:ext>
            </a:extLst>
          </p:cNvPr>
          <p:cNvSpPr/>
          <p:nvPr userDrawn="1"/>
        </p:nvSpPr>
        <p:spPr>
          <a:xfrm>
            <a:off x="0" y="0"/>
            <a:ext cx="5005423" cy="6858000"/>
          </a:xfrm>
          <a:prstGeom prst="rect">
            <a:avLst/>
          </a:prstGeom>
          <a:solidFill>
            <a:schemeClr val="accent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p>
        </p:txBody>
      </p:sp>
    </p:spTree>
    <p:extLst>
      <p:ext uri="{BB962C8B-B14F-4D97-AF65-F5344CB8AC3E}">
        <p14:creationId xmlns:p14="http://schemas.microsoft.com/office/powerpoint/2010/main" val="39851897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012FA-6B88-4E5F-A3CE-5035569824AF}"/>
              </a:ext>
            </a:extLst>
          </p:cNvPr>
          <p:cNvSpPr>
            <a:spLocks noGrp="1"/>
          </p:cNvSpPr>
          <p:nvPr>
            <p:ph type="title"/>
          </p:nvPr>
        </p:nvSpPr>
        <p:spPr/>
        <p:txBody>
          <a:bodyPr/>
          <a:lstStyle/>
          <a:p>
            <a:r>
              <a:rPr lang="en-US"/>
              <a:t>Click to edit Master title style</a:t>
            </a:r>
            <a:endParaRPr lang="fr-FR"/>
          </a:p>
        </p:txBody>
      </p:sp>
      <p:sp>
        <p:nvSpPr>
          <p:cNvPr id="3" name="Content Placeholder 2">
            <a:extLst>
              <a:ext uri="{FF2B5EF4-FFF2-40B4-BE49-F238E27FC236}">
                <a16:creationId xmlns:a16="http://schemas.microsoft.com/office/drawing/2014/main" id="{267BD94E-7667-4328-A03E-A2F524F14B9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D20867E2-B372-4AF4-B237-A5706A7E3039}"/>
              </a:ext>
            </a:extLst>
          </p:cNvPr>
          <p:cNvSpPr>
            <a:spLocks noGrp="1"/>
          </p:cNvSpPr>
          <p:nvPr>
            <p:ph type="dt" sz="half" idx="10"/>
          </p:nvPr>
        </p:nvSpPr>
        <p:spPr/>
        <p:txBody>
          <a:bodyPr/>
          <a:lstStyle/>
          <a:p>
            <a:r>
              <a:rPr lang="fr-FR"/>
              <a:t>| Juin 2024</a:t>
            </a:r>
          </a:p>
        </p:txBody>
      </p:sp>
      <p:sp>
        <p:nvSpPr>
          <p:cNvPr id="5" name="Footer Placeholder 4">
            <a:extLst>
              <a:ext uri="{FF2B5EF4-FFF2-40B4-BE49-F238E27FC236}">
                <a16:creationId xmlns:a16="http://schemas.microsoft.com/office/drawing/2014/main" id="{FF639517-8D0F-4BBE-B7C2-A71CC9FD1C13}"/>
              </a:ext>
            </a:extLst>
          </p:cNvPr>
          <p:cNvSpPr>
            <a:spLocks noGrp="1"/>
          </p:cNvSpPr>
          <p:nvPr>
            <p:ph type="ftr" sz="quarter" idx="11"/>
          </p:nvPr>
        </p:nvSpPr>
        <p:spPr/>
        <p:txBody>
          <a:bodyPr/>
          <a:lstStyle/>
          <a:p>
            <a:r>
              <a:rPr lang="fr-FR"/>
              <a:t>Comité Opérationnel de Pôle – Risques Structurels</a:t>
            </a:r>
          </a:p>
        </p:txBody>
      </p:sp>
      <p:sp>
        <p:nvSpPr>
          <p:cNvPr id="6" name="Slide Number Placeholder 5">
            <a:extLst>
              <a:ext uri="{FF2B5EF4-FFF2-40B4-BE49-F238E27FC236}">
                <a16:creationId xmlns:a16="http://schemas.microsoft.com/office/drawing/2014/main" id="{E5643529-D5E0-45FD-BB17-381173FF5288}"/>
              </a:ext>
            </a:extLst>
          </p:cNvPr>
          <p:cNvSpPr>
            <a:spLocks noGrp="1"/>
          </p:cNvSpPr>
          <p:nvPr>
            <p:ph type="sldNum" sz="quarter" idx="12"/>
          </p:nvPr>
        </p:nvSpPr>
        <p:spPr/>
        <p:txBody>
          <a:bodyPr/>
          <a:lstStyle/>
          <a:p>
            <a:fld id="{0DDAA181-6920-4685-A3F3-87DE4F7F90F5}" type="slidenum">
              <a:rPr lang="fr-FR" smtClean="0"/>
              <a:t>‹#›</a:t>
            </a:fld>
            <a:endParaRPr lang="fr-FR"/>
          </a:p>
        </p:txBody>
      </p:sp>
    </p:spTree>
    <p:extLst>
      <p:ext uri="{BB962C8B-B14F-4D97-AF65-F5344CB8AC3E}">
        <p14:creationId xmlns:p14="http://schemas.microsoft.com/office/powerpoint/2010/main" val="17795304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D033F4C0-131C-4594-BAE7-E29DD00FEADF}"/>
              </a:ext>
            </a:extLst>
          </p:cNvPr>
          <p:cNvGraphicFramePr>
            <a:graphicFrameLocks noChangeAspect="1"/>
          </p:cNvGraphicFramePr>
          <p:nvPr>
            <p:custDataLst>
              <p:tags r:id="rId1"/>
            </p:custDataLst>
            <p:extLst>
              <p:ext uri="{D42A27DB-BD31-4B8C-83A1-F6EECF244321}">
                <p14:modId xmlns:p14="http://schemas.microsoft.com/office/powerpoint/2010/main" val="31626084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7" name="Object 6" hidden="1">
                        <a:extLst>
                          <a:ext uri="{FF2B5EF4-FFF2-40B4-BE49-F238E27FC236}">
                            <a16:creationId xmlns:a16="http://schemas.microsoft.com/office/drawing/2014/main" id="{D033F4C0-131C-4594-BAE7-E29DD00FEAD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B5F848A-202F-48FA-872C-32EA304F644E}"/>
              </a:ext>
            </a:extLst>
          </p:cNvPr>
          <p:cNvSpPr>
            <a:spLocks noGrp="1"/>
          </p:cNvSpPr>
          <p:nvPr>
            <p:ph type="title"/>
          </p:nvPr>
        </p:nvSpPr>
        <p:spPr/>
        <p:txBody>
          <a:bodyPr vert="horz">
            <a:noAutofit/>
          </a:bodyPr>
          <a:lstStyle/>
          <a:p>
            <a:r>
              <a:rPr lang="en-US"/>
              <a:t>Click to edit Master title style</a:t>
            </a:r>
            <a:endParaRPr lang="fr-FR"/>
          </a:p>
        </p:txBody>
      </p:sp>
      <p:sp>
        <p:nvSpPr>
          <p:cNvPr id="3" name="Date Placeholder 2">
            <a:extLst>
              <a:ext uri="{FF2B5EF4-FFF2-40B4-BE49-F238E27FC236}">
                <a16:creationId xmlns:a16="http://schemas.microsoft.com/office/drawing/2014/main" id="{7B6A7312-E1B1-429D-8E36-3708B0B74628}"/>
              </a:ext>
            </a:extLst>
          </p:cNvPr>
          <p:cNvSpPr>
            <a:spLocks noGrp="1"/>
          </p:cNvSpPr>
          <p:nvPr>
            <p:ph type="dt" sz="half" idx="10"/>
          </p:nvPr>
        </p:nvSpPr>
        <p:spPr/>
        <p:txBody>
          <a:bodyPr/>
          <a:lstStyle/>
          <a:p>
            <a:r>
              <a:rPr lang="fr-FR"/>
              <a:t>| Juin 2024</a:t>
            </a:r>
          </a:p>
        </p:txBody>
      </p:sp>
      <p:sp>
        <p:nvSpPr>
          <p:cNvPr id="4" name="Footer Placeholder 3">
            <a:extLst>
              <a:ext uri="{FF2B5EF4-FFF2-40B4-BE49-F238E27FC236}">
                <a16:creationId xmlns:a16="http://schemas.microsoft.com/office/drawing/2014/main" id="{1B695EFA-8F82-4490-9F31-00CE6969928A}"/>
              </a:ext>
            </a:extLst>
          </p:cNvPr>
          <p:cNvSpPr>
            <a:spLocks noGrp="1"/>
          </p:cNvSpPr>
          <p:nvPr>
            <p:ph type="ftr" sz="quarter" idx="11"/>
          </p:nvPr>
        </p:nvSpPr>
        <p:spPr/>
        <p:txBody>
          <a:bodyPr/>
          <a:lstStyle/>
          <a:p>
            <a:r>
              <a:rPr lang="fr-FR"/>
              <a:t>Comité Opérationnel de Pôle – Risques Structurels</a:t>
            </a:r>
          </a:p>
        </p:txBody>
      </p:sp>
      <p:sp>
        <p:nvSpPr>
          <p:cNvPr id="5" name="Slide Number Placeholder 4">
            <a:extLst>
              <a:ext uri="{FF2B5EF4-FFF2-40B4-BE49-F238E27FC236}">
                <a16:creationId xmlns:a16="http://schemas.microsoft.com/office/drawing/2014/main" id="{1DA2312A-D388-4371-872D-0C606715B7F2}"/>
              </a:ext>
            </a:extLst>
          </p:cNvPr>
          <p:cNvSpPr>
            <a:spLocks noGrp="1"/>
          </p:cNvSpPr>
          <p:nvPr>
            <p:ph type="sldNum" sz="quarter" idx="12"/>
          </p:nvPr>
        </p:nvSpPr>
        <p:spPr/>
        <p:txBody>
          <a:bodyPr/>
          <a:lstStyle/>
          <a:p>
            <a:fld id="{0DDAA181-6920-4685-A3F3-87DE4F7F90F5}" type="slidenum">
              <a:rPr lang="fr-FR" smtClean="0"/>
              <a:t>‹#›</a:t>
            </a:fld>
            <a:endParaRPr lang="fr-FR"/>
          </a:p>
        </p:txBody>
      </p:sp>
    </p:spTree>
    <p:extLst>
      <p:ext uri="{BB962C8B-B14F-4D97-AF65-F5344CB8AC3E}">
        <p14:creationId xmlns:p14="http://schemas.microsoft.com/office/powerpoint/2010/main" val="14140800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0E918-2130-476B-994D-23D641AA4199}"/>
              </a:ext>
            </a:extLst>
          </p:cNvPr>
          <p:cNvSpPr>
            <a:spLocks noGrp="1"/>
          </p:cNvSpPr>
          <p:nvPr>
            <p:ph type="title"/>
          </p:nvPr>
        </p:nvSpPr>
        <p:spPr/>
        <p:txBody>
          <a:bodyPr/>
          <a:lstStyle/>
          <a:p>
            <a:r>
              <a:rPr lang="en-US"/>
              <a:t>Click to edit Master title style</a:t>
            </a:r>
            <a:endParaRPr lang="fr-FR"/>
          </a:p>
        </p:txBody>
      </p:sp>
      <p:sp>
        <p:nvSpPr>
          <p:cNvPr id="3" name="Content Placeholder 2">
            <a:extLst>
              <a:ext uri="{FF2B5EF4-FFF2-40B4-BE49-F238E27FC236}">
                <a16:creationId xmlns:a16="http://schemas.microsoft.com/office/drawing/2014/main" id="{E87193CE-7E1E-4BA0-AC1E-3CDAB917193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Content Placeholder 3">
            <a:extLst>
              <a:ext uri="{FF2B5EF4-FFF2-40B4-BE49-F238E27FC236}">
                <a16:creationId xmlns:a16="http://schemas.microsoft.com/office/drawing/2014/main" id="{F1FBC8DE-8B98-4299-94CF-BD70F3963FA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Date Placeholder 4">
            <a:extLst>
              <a:ext uri="{FF2B5EF4-FFF2-40B4-BE49-F238E27FC236}">
                <a16:creationId xmlns:a16="http://schemas.microsoft.com/office/drawing/2014/main" id="{1530CB46-1952-4C7A-8565-050F42C522DE}"/>
              </a:ext>
            </a:extLst>
          </p:cNvPr>
          <p:cNvSpPr>
            <a:spLocks noGrp="1"/>
          </p:cNvSpPr>
          <p:nvPr>
            <p:ph type="dt" sz="half" idx="10"/>
          </p:nvPr>
        </p:nvSpPr>
        <p:spPr/>
        <p:txBody>
          <a:bodyPr/>
          <a:lstStyle/>
          <a:p>
            <a:r>
              <a:rPr lang="fr-FR"/>
              <a:t>| Juin 2024</a:t>
            </a:r>
          </a:p>
        </p:txBody>
      </p:sp>
      <p:sp>
        <p:nvSpPr>
          <p:cNvPr id="6" name="Footer Placeholder 5">
            <a:extLst>
              <a:ext uri="{FF2B5EF4-FFF2-40B4-BE49-F238E27FC236}">
                <a16:creationId xmlns:a16="http://schemas.microsoft.com/office/drawing/2014/main" id="{1A49BAF3-3F5A-4987-8A2A-22FD81D6F12B}"/>
              </a:ext>
            </a:extLst>
          </p:cNvPr>
          <p:cNvSpPr>
            <a:spLocks noGrp="1"/>
          </p:cNvSpPr>
          <p:nvPr>
            <p:ph type="ftr" sz="quarter" idx="11"/>
          </p:nvPr>
        </p:nvSpPr>
        <p:spPr/>
        <p:txBody>
          <a:bodyPr/>
          <a:lstStyle/>
          <a:p>
            <a:r>
              <a:rPr lang="fr-FR"/>
              <a:t>Comité Opérationnel de Pôle – Risques Structurels</a:t>
            </a:r>
          </a:p>
        </p:txBody>
      </p:sp>
      <p:sp>
        <p:nvSpPr>
          <p:cNvPr id="7" name="Slide Number Placeholder 6">
            <a:extLst>
              <a:ext uri="{FF2B5EF4-FFF2-40B4-BE49-F238E27FC236}">
                <a16:creationId xmlns:a16="http://schemas.microsoft.com/office/drawing/2014/main" id="{12E1FF25-0D36-49E1-9D3A-801D6D541540}"/>
              </a:ext>
            </a:extLst>
          </p:cNvPr>
          <p:cNvSpPr>
            <a:spLocks noGrp="1"/>
          </p:cNvSpPr>
          <p:nvPr>
            <p:ph type="sldNum" sz="quarter" idx="12"/>
          </p:nvPr>
        </p:nvSpPr>
        <p:spPr/>
        <p:txBody>
          <a:bodyPr/>
          <a:lstStyle/>
          <a:p>
            <a:fld id="{0DDAA181-6920-4685-A3F3-87DE4F7F90F5}" type="slidenum">
              <a:rPr lang="fr-FR" smtClean="0"/>
              <a:t>‹#›</a:t>
            </a:fld>
            <a:endParaRPr lang="fr-FR"/>
          </a:p>
        </p:txBody>
      </p:sp>
    </p:spTree>
    <p:extLst>
      <p:ext uri="{BB962C8B-B14F-4D97-AF65-F5344CB8AC3E}">
        <p14:creationId xmlns:p14="http://schemas.microsoft.com/office/powerpoint/2010/main" val="14069670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9BF84-04B0-4FCB-BB69-E49C48DE6FA4}"/>
              </a:ext>
            </a:extLst>
          </p:cNvPr>
          <p:cNvSpPr>
            <a:spLocks noGrp="1"/>
          </p:cNvSpPr>
          <p:nvPr>
            <p:ph type="title"/>
          </p:nvPr>
        </p:nvSpPr>
        <p:spPr>
          <a:xfrm>
            <a:off x="839788" y="365125"/>
            <a:ext cx="10515600" cy="1325563"/>
          </a:xfrm>
        </p:spPr>
        <p:txBody>
          <a:bodyPr/>
          <a:lstStyle/>
          <a:p>
            <a:r>
              <a:rPr lang="en-US"/>
              <a:t>Click to edit Master title style</a:t>
            </a:r>
            <a:endParaRPr lang="fr-FR"/>
          </a:p>
        </p:txBody>
      </p:sp>
      <p:sp>
        <p:nvSpPr>
          <p:cNvPr id="3" name="Text Placeholder 2">
            <a:extLst>
              <a:ext uri="{FF2B5EF4-FFF2-40B4-BE49-F238E27FC236}">
                <a16:creationId xmlns:a16="http://schemas.microsoft.com/office/drawing/2014/main" id="{EEFDEFFD-3E1D-45BE-B7D8-2DEB79E4464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5FF16E1-66C9-416D-87BE-99CE9AEEE6A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Text Placeholder 4">
            <a:extLst>
              <a:ext uri="{FF2B5EF4-FFF2-40B4-BE49-F238E27FC236}">
                <a16:creationId xmlns:a16="http://schemas.microsoft.com/office/drawing/2014/main" id="{FBD60C56-8673-425E-9319-8AE28DB8138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D73B401-EE21-4081-BB24-2E18FBED057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7" name="Date Placeholder 6">
            <a:extLst>
              <a:ext uri="{FF2B5EF4-FFF2-40B4-BE49-F238E27FC236}">
                <a16:creationId xmlns:a16="http://schemas.microsoft.com/office/drawing/2014/main" id="{FB28E540-CEAB-4B1B-AC0A-E60636C767A0}"/>
              </a:ext>
            </a:extLst>
          </p:cNvPr>
          <p:cNvSpPr>
            <a:spLocks noGrp="1"/>
          </p:cNvSpPr>
          <p:nvPr>
            <p:ph type="dt" sz="half" idx="10"/>
          </p:nvPr>
        </p:nvSpPr>
        <p:spPr/>
        <p:txBody>
          <a:bodyPr/>
          <a:lstStyle/>
          <a:p>
            <a:r>
              <a:rPr lang="fr-FR"/>
              <a:t>| Juin 2024</a:t>
            </a:r>
          </a:p>
        </p:txBody>
      </p:sp>
      <p:sp>
        <p:nvSpPr>
          <p:cNvPr id="8" name="Footer Placeholder 7">
            <a:extLst>
              <a:ext uri="{FF2B5EF4-FFF2-40B4-BE49-F238E27FC236}">
                <a16:creationId xmlns:a16="http://schemas.microsoft.com/office/drawing/2014/main" id="{A4A131FA-1E73-40EE-A682-10A16BB52E53}"/>
              </a:ext>
            </a:extLst>
          </p:cNvPr>
          <p:cNvSpPr>
            <a:spLocks noGrp="1"/>
          </p:cNvSpPr>
          <p:nvPr>
            <p:ph type="ftr" sz="quarter" idx="11"/>
          </p:nvPr>
        </p:nvSpPr>
        <p:spPr/>
        <p:txBody>
          <a:bodyPr/>
          <a:lstStyle/>
          <a:p>
            <a:r>
              <a:rPr lang="fr-FR"/>
              <a:t>Comité Opérationnel de Pôle – Risques Structurels</a:t>
            </a:r>
          </a:p>
        </p:txBody>
      </p:sp>
      <p:sp>
        <p:nvSpPr>
          <p:cNvPr id="9" name="Slide Number Placeholder 8">
            <a:extLst>
              <a:ext uri="{FF2B5EF4-FFF2-40B4-BE49-F238E27FC236}">
                <a16:creationId xmlns:a16="http://schemas.microsoft.com/office/drawing/2014/main" id="{6FE6F838-42DD-4359-A287-9817421512C6}"/>
              </a:ext>
            </a:extLst>
          </p:cNvPr>
          <p:cNvSpPr>
            <a:spLocks noGrp="1"/>
          </p:cNvSpPr>
          <p:nvPr>
            <p:ph type="sldNum" sz="quarter" idx="12"/>
          </p:nvPr>
        </p:nvSpPr>
        <p:spPr/>
        <p:txBody>
          <a:bodyPr/>
          <a:lstStyle/>
          <a:p>
            <a:fld id="{0DDAA181-6920-4685-A3F3-87DE4F7F90F5}" type="slidenum">
              <a:rPr lang="fr-FR" smtClean="0"/>
              <a:t>‹#›</a:t>
            </a:fld>
            <a:endParaRPr lang="fr-FR"/>
          </a:p>
        </p:txBody>
      </p:sp>
    </p:spTree>
    <p:extLst>
      <p:ext uri="{BB962C8B-B14F-4D97-AF65-F5344CB8AC3E}">
        <p14:creationId xmlns:p14="http://schemas.microsoft.com/office/powerpoint/2010/main" val="30627657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EDE6890-20F5-4BC4-991B-EDF368681F86}"/>
              </a:ext>
            </a:extLst>
          </p:cNvPr>
          <p:cNvSpPr>
            <a:spLocks noGrp="1"/>
          </p:cNvSpPr>
          <p:nvPr>
            <p:ph type="dt" sz="half" idx="10"/>
          </p:nvPr>
        </p:nvSpPr>
        <p:spPr/>
        <p:txBody>
          <a:bodyPr/>
          <a:lstStyle/>
          <a:p>
            <a:r>
              <a:rPr lang="fr-FR"/>
              <a:t>| Juin 2024</a:t>
            </a:r>
          </a:p>
        </p:txBody>
      </p:sp>
      <p:sp>
        <p:nvSpPr>
          <p:cNvPr id="3" name="Footer Placeholder 2">
            <a:extLst>
              <a:ext uri="{FF2B5EF4-FFF2-40B4-BE49-F238E27FC236}">
                <a16:creationId xmlns:a16="http://schemas.microsoft.com/office/drawing/2014/main" id="{9D79D08E-99C1-46AD-978E-FC11704B9D4A}"/>
              </a:ext>
            </a:extLst>
          </p:cNvPr>
          <p:cNvSpPr>
            <a:spLocks noGrp="1"/>
          </p:cNvSpPr>
          <p:nvPr>
            <p:ph type="ftr" sz="quarter" idx="11"/>
          </p:nvPr>
        </p:nvSpPr>
        <p:spPr/>
        <p:txBody>
          <a:bodyPr/>
          <a:lstStyle/>
          <a:p>
            <a:r>
              <a:rPr lang="fr-FR"/>
              <a:t>Comité Opérationnel de Pôle – Risques Structurels</a:t>
            </a:r>
          </a:p>
        </p:txBody>
      </p:sp>
      <p:sp>
        <p:nvSpPr>
          <p:cNvPr id="4" name="Slide Number Placeholder 3">
            <a:extLst>
              <a:ext uri="{FF2B5EF4-FFF2-40B4-BE49-F238E27FC236}">
                <a16:creationId xmlns:a16="http://schemas.microsoft.com/office/drawing/2014/main" id="{30F05DE5-351C-4B86-8BA5-B174A7297964}"/>
              </a:ext>
            </a:extLst>
          </p:cNvPr>
          <p:cNvSpPr>
            <a:spLocks noGrp="1"/>
          </p:cNvSpPr>
          <p:nvPr>
            <p:ph type="sldNum" sz="quarter" idx="12"/>
          </p:nvPr>
        </p:nvSpPr>
        <p:spPr/>
        <p:txBody>
          <a:bodyPr/>
          <a:lstStyle/>
          <a:p>
            <a:fld id="{0DDAA181-6920-4685-A3F3-87DE4F7F90F5}" type="slidenum">
              <a:rPr lang="fr-FR" smtClean="0"/>
              <a:t>‹#›</a:t>
            </a:fld>
            <a:endParaRPr lang="fr-FR"/>
          </a:p>
        </p:txBody>
      </p:sp>
      <p:pic>
        <p:nvPicPr>
          <p:cNvPr id="5" name="Picture 4">
            <a:extLst>
              <a:ext uri="{FF2B5EF4-FFF2-40B4-BE49-F238E27FC236}">
                <a16:creationId xmlns:a16="http://schemas.microsoft.com/office/drawing/2014/main" id="{1C467F22-0D53-4776-8703-D73F64DB7BA2}"/>
              </a:ext>
            </a:extLst>
          </p:cNvPr>
          <p:cNvPicPr>
            <a:picLocks noChangeAspect="1"/>
          </p:cNvPicPr>
          <p:nvPr/>
        </p:nvPicPr>
        <p:blipFill>
          <a:blip r:embed="rId2"/>
          <a:stretch>
            <a:fillRect/>
          </a:stretch>
        </p:blipFill>
        <p:spPr>
          <a:xfrm>
            <a:off x="10244417" y="6345828"/>
            <a:ext cx="1714498" cy="375648"/>
          </a:xfrm>
          <a:prstGeom prst="rect">
            <a:avLst/>
          </a:prstGeom>
        </p:spPr>
      </p:pic>
    </p:spTree>
    <p:extLst>
      <p:ext uri="{BB962C8B-B14F-4D97-AF65-F5344CB8AC3E}">
        <p14:creationId xmlns:p14="http://schemas.microsoft.com/office/powerpoint/2010/main" val="42400113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Image seule">
    <p:bg>
      <p:bgRef idx="1001">
        <a:schemeClr val="bg1"/>
      </p:bgRef>
    </p:bg>
    <p:spTree>
      <p:nvGrpSpPr>
        <p:cNvPr id="1" name=""/>
        <p:cNvGrpSpPr/>
        <p:nvPr/>
      </p:nvGrpSpPr>
      <p:grpSpPr>
        <a:xfrm>
          <a:off x="0" y="0"/>
          <a:ext cx="0" cy="0"/>
          <a:chOff x="0" y="0"/>
          <a:chExt cx="0" cy="0"/>
        </a:xfrm>
      </p:grpSpPr>
      <p:pic>
        <p:nvPicPr>
          <p:cNvPr id="43" name="Image 42">
            <a:extLst>
              <a:ext uri="{FF2B5EF4-FFF2-40B4-BE49-F238E27FC236}">
                <a16:creationId xmlns:a16="http://schemas.microsoft.com/office/drawing/2014/main" id="{86C06759-3B92-ED4D-AEE4-7401404E029E}"/>
              </a:ext>
            </a:extLst>
          </p:cNvPr>
          <p:cNvPicPr>
            <a:picLocks noChangeAspect="1"/>
          </p:cNvPicPr>
          <p:nvPr userDrawn="1"/>
        </p:nvPicPr>
        <p:blipFill>
          <a:blip r:embed="rId2"/>
          <a:stretch>
            <a:fillRect/>
          </a:stretch>
        </p:blipFill>
        <p:spPr>
          <a:xfrm>
            <a:off x="1" y="-5035"/>
            <a:ext cx="12192000" cy="759633"/>
          </a:xfrm>
          <a:prstGeom prst="rect">
            <a:avLst/>
          </a:prstGeom>
        </p:spPr>
      </p:pic>
      <p:sp>
        <p:nvSpPr>
          <p:cNvPr id="52" name="Title 12">
            <a:extLst>
              <a:ext uri="{FF2B5EF4-FFF2-40B4-BE49-F238E27FC236}">
                <a16:creationId xmlns:a16="http://schemas.microsoft.com/office/drawing/2014/main" id="{7ED219E2-95A1-0943-AD7A-101DF2F5A920}"/>
              </a:ext>
            </a:extLst>
          </p:cNvPr>
          <p:cNvSpPr txBox="1">
            <a:spLocks/>
          </p:cNvSpPr>
          <p:nvPr userDrawn="1"/>
        </p:nvSpPr>
        <p:spPr>
          <a:xfrm>
            <a:off x="1" y="-20305"/>
            <a:ext cx="12192000" cy="774904"/>
          </a:xfrm>
          <a:prstGeom prst="rect">
            <a:avLst/>
          </a:prstGeom>
          <a:solidFill>
            <a:srgbClr val="1F5363">
              <a:alpha val="50000"/>
            </a:srgbClr>
          </a:solidFill>
        </p:spPr>
        <p:txBody>
          <a:bodyPr anchor="ctr"/>
          <a:lstStyle>
            <a:lvl1pPr algn="l" defTabSz="914400" rtl="0" eaLnBrk="1" latinLnBrk="0" hangingPunct="1">
              <a:lnSpc>
                <a:spcPct val="90000"/>
              </a:lnSpc>
              <a:spcBef>
                <a:spcPct val="0"/>
              </a:spcBef>
              <a:buNone/>
              <a:defRPr sz="1600" b="1" kern="1200">
                <a:solidFill>
                  <a:srgbClr val="1B445F"/>
                </a:solidFill>
                <a:latin typeface="AvantGarGotItcT"/>
                <a:ea typeface="+mj-ea"/>
                <a:cs typeface="+mj-cs"/>
              </a:defRPr>
            </a:lvl1pPr>
          </a:lstStyle>
          <a:p>
            <a:pPr marL="180000">
              <a:buClrTx/>
              <a:buFontTx/>
            </a:pPr>
            <a:endParaRPr lang="fr-FR" sz="2800">
              <a:solidFill>
                <a:schemeClr val="bg1"/>
              </a:solidFill>
              <a:latin typeface="Calibri" panose="020F0502020204030204" pitchFamily="34" charset="0"/>
              <a:cs typeface="Calibri" panose="020F0502020204030204" pitchFamily="34" charset="0"/>
            </a:endParaRPr>
          </a:p>
        </p:txBody>
      </p:sp>
      <p:sp>
        <p:nvSpPr>
          <p:cNvPr id="53" name="Espace réservé du texte 23">
            <a:extLst>
              <a:ext uri="{FF2B5EF4-FFF2-40B4-BE49-F238E27FC236}">
                <a16:creationId xmlns:a16="http://schemas.microsoft.com/office/drawing/2014/main" id="{F41D184B-0509-9344-87BD-F44776E00A48}"/>
              </a:ext>
            </a:extLst>
          </p:cNvPr>
          <p:cNvSpPr>
            <a:spLocks noGrp="1"/>
          </p:cNvSpPr>
          <p:nvPr>
            <p:ph type="body" sz="quarter" idx="11" hasCustomPrompt="1"/>
          </p:nvPr>
        </p:nvSpPr>
        <p:spPr>
          <a:xfrm>
            <a:off x="0" y="-1"/>
            <a:ext cx="12191999" cy="754597"/>
          </a:xfrm>
          <a:prstGeom prst="rect">
            <a:avLst/>
          </a:prstGeom>
        </p:spPr>
        <p:txBody>
          <a:bodyPr lIns="270000" tIns="46800" rIns="270000" bIns="46800" anchor="ctr"/>
          <a:lstStyle>
            <a:lvl1pPr marL="0" indent="0" algn="l">
              <a:buNone/>
              <a:defRPr sz="2800" b="1" i="0" spc="0">
                <a:solidFill>
                  <a:schemeClr val="bg1"/>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Changer titre de la diapositive</a:t>
            </a:r>
          </a:p>
        </p:txBody>
      </p:sp>
      <p:sp>
        <p:nvSpPr>
          <p:cNvPr id="10" name="Espace réservé pour une image  2">
            <a:extLst>
              <a:ext uri="{FF2B5EF4-FFF2-40B4-BE49-F238E27FC236}">
                <a16:creationId xmlns:a16="http://schemas.microsoft.com/office/drawing/2014/main" id="{7D9C95A2-C8E2-DE45-A2FD-E16C973C27C5}"/>
              </a:ext>
            </a:extLst>
          </p:cNvPr>
          <p:cNvSpPr>
            <a:spLocks noGrp="1"/>
          </p:cNvSpPr>
          <p:nvPr>
            <p:ph type="pic" sz="quarter" idx="14" hasCustomPrompt="1"/>
          </p:nvPr>
        </p:nvSpPr>
        <p:spPr>
          <a:xfrm>
            <a:off x="685938" y="1238735"/>
            <a:ext cx="10820123" cy="4613260"/>
          </a:xfrm>
          <a:prstGeom prst="rect">
            <a:avLst/>
          </a:prstGeom>
        </p:spPr>
        <p:txBody>
          <a:bodyPr/>
          <a:lstStyle>
            <a:lvl1pPr marL="0" indent="0">
              <a:buFontTx/>
              <a:buNone/>
              <a:defRPr sz="2000">
                <a:solidFill>
                  <a:srgbClr val="1B445F"/>
                </a:solidFill>
                <a:latin typeface="Calibri" panose="020F0502020204030204" pitchFamily="34" charset="0"/>
                <a:cs typeface="Calibri" panose="020F0502020204030204" pitchFamily="34" charset="0"/>
              </a:defRPr>
            </a:lvl1pPr>
          </a:lstStyle>
          <a:p>
            <a:r>
              <a:rPr lang="fr-FR"/>
              <a:t>Cliquer pour insérer une image</a:t>
            </a:r>
          </a:p>
        </p:txBody>
      </p:sp>
    </p:spTree>
    <p:extLst>
      <p:ext uri="{BB962C8B-B14F-4D97-AF65-F5344CB8AC3E}">
        <p14:creationId xmlns:p14="http://schemas.microsoft.com/office/powerpoint/2010/main" val="4031847118"/>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uvertur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0193165-B3F4-3448-9E0C-34CDF99A4413}"/>
              </a:ext>
            </a:extLst>
          </p:cNvPr>
          <p:cNvSpPr/>
          <p:nvPr userDrawn="1"/>
        </p:nvSpPr>
        <p:spPr>
          <a:xfrm>
            <a:off x="0" y="0"/>
            <a:ext cx="5005423" cy="685799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 name="Picture 9">
            <a:extLst>
              <a:ext uri="{FF2B5EF4-FFF2-40B4-BE49-F238E27FC236}">
                <a16:creationId xmlns:a16="http://schemas.microsoft.com/office/drawing/2014/main" id="{5843A315-8FE4-3D4B-BFEF-286B904BDA61}"/>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5005423" y="0"/>
            <a:ext cx="7186577" cy="6858000"/>
          </a:xfrm>
          <a:prstGeom prst="rect">
            <a:avLst/>
          </a:prstGeom>
          <a:effectLst/>
        </p:spPr>
      </p:pic>
      <p:sp>
        <p:nvSpPr>
          <p:cNvPr id="8" name="Title 12">
            <a:extLst>
              <a:ext uri="{FF2B5EF4-FFF2-40B4-BE49-F238E27FC236}">
                <a16:creationId xmlns:a16="http://schemas.microsoft.com/office/drawing/2014/main" id="{47248737-92C1-B44A-BE43-7C798FECF5E8}"/>
              </a:ext>
            </a:extLst>
          </p:cNvPr>
          <p:cNvSpPr txBox="1">
            <a:spLocks/>
          </p:cNvSpPr>
          <p:nvPr userDrawn="1"/>
        </p:nvSpPr>
        <p:spPr>
          <a:xfrm>
            <a:off x="5005423" y="-20306"/>
            <a:ext cx="7186577" cy="6878305"/>
          </a:xfrm>
          <a:prstGeom prst="rect">
            <a:avLst/>
          </a:prstGeom>
          <a:solidFill>
            <a:srgbClr val="1F5363">
              <a:alpha val="50000"/>
            </a:srgbClr>
          </a:solidFill>
        </p:spPr>
        <p:txBody>
          <a:bodyPr anchor="ctr"/>
          <a:lstStyle>
            <a:lvl1pPr algn="l" defTabSz="914400" rtl="0" eaLnBrk="1" latinLnBrk="0" hangingPunct="1">
              <a:lnSpc>
                <a:spcPct val="90000"/>
              </a:lnSpc>
              <a:spcBef>
                <a:spcPct val="0"/>
              </a:spcBef>
              <a:buNone/>
              <a:defRPr sz="1600" b="1" kern="1200">
                <a:solidFill>
                  <a:srgbClr val="1B445F"/>
                </a:solidFill>
                <a:latin typeface="AvantGarGotItcT"/>
                <a:ea typeface="+mj-ea"/>
                <a:cs typeface="+mj-cs"/>
              </a:defRPr>
            </a:lvl1pPr>
          </a:lstStyle>
          <a:p>
            <a:pPr marL="180000">
              <a:buClrTx/>
              <a:buFontTx/>
            </a:pPr>
            <a:endParaRPr lang="fr-FR" sz="2800">
              <a:solidFill>
                <a:schemeClr val="bg1"/>
              </a:solidFill>
              <a:latin typeface="Calibri" panose="020F0502020204030204" pitchFamily="34" charset="0"/>
              <a:cs typeface="Calibri" panose="020F0502020204030204" pitchFamily="34" charset="0"/>
            </a:endParaRPr>
          </a:p>
        </p:txBody>
      </p:sp>
      <p:grpSp>
        <p:nvGrpSpPr>
          <p:cNvPr id="12" name="Groupe 11">
            <a:extLst>
              <a:ext uri="{FF2B5EF4-FFF2-40B4-BE49-F238E27FC236}">
                <a16:creationId xmlns:a16="http://schemas.microsoft.com/office/drawing/2014/main" id="{6EA4AF5C-AA5E-8549-84A9-0E37F127B2AD}"/>
              </a:ext>
            </a:extLst>
          </p:cNvPr>
          <p:cNvGrpSpPr/>
          <p:nvPr userDrawn="1"/>
        </p:nvGrpSpPr>
        <p:grpSpPr>
          <a:xfrm>
            <a:off x="447079" y="4499811"/>
            <a:ext cx="1035293" cy="1896979"/>
            <a:chOff x="556126" y="3429000"/>
            <a:chExt cx="1035293" cy="1896979"/>
          </a:xfrm>
        </p:grpSpPr>
        <p:sp>
          <p:nvSpPr>
            <p:cNvPr id="13" name="Rectangle 12">
              <a:extLst>
                <a:ext uri="{FF2B5EF4-FFF2-40B4-BE49-F238E27FC236}">
                  <a16:creationId xmlns:a16="http://schemas.microsoft.com/office/drawing/2014/main" id="{187C5A64-78E3-2B49-9160-5FE072B117AF}"/>
                </a:ext>
              </a:extLst>
            </p:cNvPr>
            <p:cNvSpPr/>
            <p:nvPr/>
          </p:nvSpPr>
          <p:spPr>
            <a:xfrm>
              <a:off x="556126" y="3429000"/>
              <a:ext cx="294106" cy="1896979"/>
            </a:xfrm>
            <a:prstGeom prst="rect">
              <a:avLst/>
            </a:prstGeom>
            <a:solidFill>
              <a:srgbClr val="1C52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a:extLst>
                <a:ext uri="{FF2B5EF4-FFF2-40B4-BE49-F238E27FC236}">
                  <a16:creationId xmlns:a16="http://schemas.microsoft.com/office/drawing/2014/main" id="{3A8E344C-20D0-AA4F-8DB3-C12A90BCF62F}"/>
                </a:ext>
              </a:extLst>
            </p:cNvPr>
            <p:cNvSpPr/>
            <p:nvPr/>
          </p:nvSpPr>
          <p:spPr>
            <a:xfrm rot="16200000">
              <a:off x="1071100" y="4805660"/>
              <a:ext cx="299453" cy="741184"/>
            </a:xfrm>
            <a:prstGeom prst="rect">
              <a:avLst/>
            </a:prstGeom>
            <a:solidFill>
              <a:srgbClr val="1C52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5" name="Groupe 14">
            <a:extLst>
              <a:ext uri="{FF2B5EF4-FFF2-40B4-BE49-F238E27FC236}">
                <a16:creationId xmlns:a16="http://schemas.microsoft.com/office/drawing/2014/main" id="{A2511729-FE33-014B-B3E5-5E316468DDFC}"/>
              </a:ext>
            </a:extLst>
          </p:cNvPr>
          <p:cNvGrpSpPr/>
          <p:nvPr userDrawn="1"/>
        </p:nvGrpSpPr>
        <p:grpSpPr>
          <a:xfrm rot="10800000">
            <a:off x="10709627" y="461210"/>
            <a:ext cx="1035293" cy="1896979"/>
            <a:chOff x="556126" y="3429000"/>
            <a:chExt cx="1035293" cy="1896979"/>
          </a:xfrm>
          <a:solidFill>
            <a:schemeClr val="bg1"/>
          </a:solidFill>
        </p:grpSpPr>
        <p:sp>
          <p:nvSpPr>
            <p:cNvPr id="16" name="Rectangle 15">
              <a:extLst>
                <a:ext uri="{FF2B5EF4-FFF2-40B4-BE49-F238E27FC236}">
                  <a16:creationId xmlns:a16="http://schemas.microsoft.com/office/drawing/2014/main" id="{BB0DD731-032F-BB48-A139-2A192A9C386C}"/>
                </a:ext>
              </a:extLst>
            </p:cNvPr>
            <p:cNvSpPr/>
            <p:nvPr/>
          </p:nvSpPr>
          <p:spPr>
            <a:xfrm>
              <a:off x="556126" y="3429000"/>
              <a:ext cx="294106" cy="189697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Rectangle 16">
              <a:extLst>
                <a:ext uri="{FF2B5EF4-FFF2-40B4-BE49-F238E27FC236}">
                  <a16:creationId xmlns:a16="http://schemas.microsoft.com/office/drawing/2014/main" id="{2D2A9355-7C75-3245-A9A8-D0CD63649897}"/>
                </a:ext>
              </a:extLst>
            </p:cNvPr>
            <p:cNvSpPr/>
            <p:nvPr/>
          </p:nvSpPr>
          <p:spPr>
            <a:xfrm rot="16200000">
              <a:off x="1071100" y="4805660"/>
              <a:ext cx="299453" cy="7411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22" name="Espace réservé du texte 23">
            <a:extLst>
              <a:ext uri="{FF2B5EF4-FFF2-40B4-BE49-F238E27FC236}">
                <a16:creationId xmlns:a16="http://schemas.microsoft.com/office/drawing/2014/main" id="{064D5568-EDCB-1443-9480-BBB72E55B384}"/>
              </a:ext>
            </a:extLst>
          </p:cNvPr>
          <p:cNvSpPr>
            <a:spLocks noGrp="1"/>
          </p:cNvSpPr>
          <p:nvPr>
            <p:ph type="body" sz="quarter" idx="11" hasCustomPrompt="1"/>
          </p:nvPr>
        </p:nvSpPr>
        <p:spPr>
          <a:xfrm>
            <a:off x="447079" y="2358188"/>
            <a:ext cx="4558344" cy="2141621"/>
          </a:xfrm>
          <a:prstGeom prst="rect">
            <a:avLst/>
          </a:prstGeom>
        </p:spPr>
        <p:txBody>
          <a:bodyPr lIns="180000" rIns="180000" anchor="ctr"/>
          <a:lstStyle>
            <a:lvl1pPr marL="0" indent="0" algn="r">
              <a:buNone/>
              <a:defRPr sz="5400" b="1" i="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Cliquer pour modifier</a:t>
            </a:r>
          </a:p>
        </p:txBody>
      </p:sp>
      <p:sp>
        <p:nvSpPr>
          <p:cNvPr id="23" name="Espace réservé du texte 23">
            <a:extLst>
              <a:ext uri="{FF2B5EF4-FFF2-40B4-BE49-F238E27FC236}">
                <a16:creationId xmlns:a16="http://schemas.microsoft.com/office/drawing/2014/main" id="{FE4467EA-FF45-D349-AE7E-9D12174214AE}"/>
              </a:ext>
            </a:extLst>
          </p:cNvPr>
          <p:cNvSpPr>
            <a:spLocks noGrp="1"/>
          </p:cNvSpPr>
          <p:nvPr>
            <p:ph type="body" sz="quarter" idx="12" hasCustomPrompt="1"/>
          </p:nvPr>
        </p:nvSpPr>
        <p:spPr>
          <a:xfrm>
            <a:off x="5005423" y="2348035"/>
            <a:ext cx="6739497" cy="2141621"/>
          </a:xfrm>
          <a:prstGeom prst="rect">
            <a:avLst/>
          </a:prstGeom>
        </p:spPr>
        <p:txBody>
          <a:bodyPr lIns="180000" rIns="180000" anchor="ctr"/>
          <a:lstStyle>
            <a:lvl1pPr marL="0" indent="0" algn="l">
              <a:buNone/>
              <a:defRPr sz="5400" b="1" i="0">
                <a:solidFill>
                  <a:schemeClr val="bg1"/>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Cliquer pour modifier le texte du titre</a:t>
            </a:r>
          </a:p>
        </p:txBody>
      </p:sp>
      <p:sp>
        <p:nvSpPr>
          <p:cNvPr id="25" name="Espace réservé du texte 23">
            <a:extLst>
              <a:ext uri="{FF2B5EF4-FFF2-40B4-BE49-F238E27FC236}">
                <a16:creationId xmlns:a16="http://schemas.microsoft.com/office/drawing/2014/main" id="{8E37D544-4142-144F-A5A1-C192DDE84169}"/>
              </a:ext>
            </a:extLst>
          </p:cNvPr>
          <p:cNvSpPr>
            <a:spLocks noGrp="1"/>
          </p:cNvSpPr>
          <p:nvPr>
            <p:ph type="body" sz="quarter" idx="13" hasCustomPrompt="1"/>
          </p:nvPr>
        </p:nvSpPr>
        <p:spPr>
          <a:xfrm>
            <a:off x="9060446" y="5894966"/>
            <a:ext cx="2684474" cy="501824"/>
          </a:xfrm>
          <a:prstGeom prst="rect">
            <a:avLst/>
          </a:prstGeom>
        </p:spPr>
        <p:txBody>
          <a:bodyPr lIns="0" tIns="0" rIns="0" bIns="0" anchor="b"/>
          <a:lstStyle>
            <a:lvl1pPr marL="0" indent="0" algn="r">
              <a:buNone/>
              <a:defRPr sz="1800" b="0" i="0">
                <a:solidFill>
                  <a:schemeClr val="bg1"/>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Date</a:t>
            </a:r>
          </a:p>
        </p:txBody>
      </p:sp>
      <p:pic>
        <p:nvPicPr>
          <p:cNvPr id="2" name="Image 2" descr="Une image contenant texte&#10;&#10;Description générée automatiquement">
            <a:extLst>
              <a:ext uri="{FF2B5EF4-FFF2-40B4-BE49-F238E27FC236}">
                <a16:creationId xmlns:a16="http://schemas.microsoft.com/office/drawing/2014/main" id="{C994706B-752E-B794-74AD-8B934C7A7256}"/>
              </a:ext>
            </a:extLst>
          </p:cNvPr>
          <p:cNvPicPr>
            <a:picLocks noChangeAspect="1"/>
          </p:cNvPicPr>
          <p:nvPr userDrawn="1"/>
        </p:nvPicPr>
        <p:blipFill>
          <a:blip r:embed="rId3"/>
          <a:stretch>
            <a:fillRect/>
          </a:stretch>
        </p:blipFill>
        <p:spPr>
          <a:xfrm>
            <a:off x="181265" y="-2"/>
            <a:ext cx="4237485" cy="1159312"/>
          </a:xfrm>
          <a:prstGeom prst="rect">
            <a:avLst/>
          </a:prstGeom>
        </p:spPr>
      </p:pic>
    </p:spTree>
    <p:extLst>
      <p:ext uri="{BB962C8B-B14F-4D97-AF65-F5344CB8AC3E}">
        <p14:creationId xmlns:p14="http://schemas.microsoft.com/office/powerpoint/2010/main" val="11132532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ommaire en 3">
    <p:spTree>
      <p:nvGrpSpPr>
        <p:cNvPr id="1" name=""/>
        <p:cNvGrpSpPr/>
        <p:nvPr/>
      </p:nvGrpSpPr>
      <p:grpSpPr>
        <a:xfrm>
          <a:off x="0" y="0"/>
          <a:ext cx="0" cy="0"/>
          <a:chOff x="0" y="0"/>
          <a:chExt cx="0" cy="0"/>
        </a:xfrm>
      </p:grpSpPr>
      <p:pic>
        <p:nvPicPr>
          <p:cNvPr id="28" name="Image 27">
            <a:extLst>
              <a:ext uri="{FF2B5EF4-FFF2-40B4-BE49-F238E27FC236}">
                <a16:creationId xmlns:a16="http://schemas.microsoft.com/office/drawing/2014/main" id="{2999B97C-9E1D-3F4A-995A-F1049179ACDE}"/>
              </a:ext>
            </a:extLst>
          </p:cNvPr>
          <p:cNvPicPr>
            <a:picLocks noChangeAspect="1"/>
          </p:cNvPicPr>
          <p:nvPr userDrawn="1"/>
        </p:nvPicPr>
        <p:blipFill>
          <a:blip r:embed="rId2"/>
          <a:stretch>
            <a:fillRect/>
          </a:stretch>
        </p:blipFill>
        <p:spPr>
          <a:xfrm>
            <a:off x="-1202" y="0"/>
            <a:ext cx="4783127" cy="6858000"/>
          </a:xfrm>
          <a:prstGeom prst="rect">
            <a:avLst/>
          </a:prstGeom>
        </p:spPr>
      </p:pic>
      <p:sp>
        <p:nvSpPr>
          <p:cNvPr id="8" name="Title 12">
            <a:extLst>
              <a:ext uri="{FF2B5EF4-FFF2-40B4-BE49-F238E27FC236}">
                <a16:creationId xmlns:a16="http://schemas.microsoft.com/office/drawing/2014/main" id="{F0FA8E8B-EB02-A348-B903-E4B6840BCF74}"/>
              </a:ext>
            </a:extLst>
          </p:cNvPr>
          <p:cNvSpPr txBox="1">
            <a:spLocks/>
          </p:cNvSpPr>
          <p:nvPr userDrawn="1"/>
        </p:nvSpPr>
        <p:spPr>
          <a:xfrm>
            <a:off x="-1202" y="1"/>
            <a:ext cx="4749655" cy="6858000"/>
          </a:xfrm>
          <a:prstGeom prst="rect">
            <a:avLst/>
          </a:prstGeom>
          <a:solidFill>
            <a:srgbClr val="1F5363">
              <a:alpha val="50000"/>
            </a:srgbClr>
          </a:solidFill>
        </p:spPr>
        <p:txBody>
          <a:bodyPr anchor="ctr"/>
          <a:lstStyle>
            <a:lvl1pPr algn="l" defTabSz="914400" rtl="0" eaLnBrk="1" latinLnBrk="0" hangingPunct="1">
              <a:lnSpc>
                <a:spcPct val="90000"/>
              </a:lnSpc>
              <a:spcBef>
                <a:spcPct val="0"/>
              </a:spcBef>
              <a:buNone/>
              <a:defRPr sz="1600" b="1" kern="1200">
                <a:solidFill>
                  <a:srgbClr val="1B445F"/>
                </a:solidFill>
                <a:latin typeface="AvantGarGotItcT"/>
                <a:ea typeface="+mj-ea"/>
                <a:cs typeface="+mj-cs"/>
              </a:defRPr>
            </a:lvl1pPr>
          </a:lstStyle>
          <a:p>
            <a:pPr marL="180000">
              <a:buClrTx/>
              <a:buFontTx/>
            </a:pPr>
            <a:endParaRPr lang="fr-FR" sz="2800">
              <a:solidFill>
                <a:schemeClr val="bg1"/>
              </a:solidFill>
              <a:latin typeface="Calibri" panose="020F0502020204030204" pitchFamily="34" charset="0"/>
              <a:cs typeface="Calibri" panose="020F0502020204030204" pitchFamily="34" charset="0"/>
            </a:endParaRPr>
          </a:p>
        </p:txBody>
      </p:sp>
      <p:sp>
        <p:nvSpPr>
          <p:cNvPr id="29" name="Triangle rectangle 28">
            <a:extLst>
              <a:ext uri="{FF2B5EF4-FFF2-40B4-BE49-F238E27FC236}">
                <a16:creationId xmlns:a16="http://schemas.microsoft.com/office/drawing/2014/main" id="{29C08C9D-CC31-5941-AFBE-260907A879A9}"/>
              </a:ext>
            </a:extLst>
          </p:cNvPr>
          <p:cNvSpPr/>
          <p:nvPr userDrawn="1"/>
        </p:nvSpPr>
        <p:spPr>
          <a:xfrm flipH="1" flipV="1">
            <a:off x="3074245" y="0"/>
            <a:ext cx="1709152" cy="6858000"/>
          </a:xfrm>
          <a:prstGeom prst="r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Parallélogramme 14">
            <a:extLst>
              <a:ext uri="{FF2B5EF4-FFF2-40B4-BE49-F238E27FC236}">
                <a16:creationId xmlns:a16="http://schemas.microsoft.com/office/drawing/2014/main" id="{D91E4A71-1D20-CB44-AB87-A1134A16EA48}"/>
              </a:ext>
            </a:extLst>
          </p:cNvPr>
          <p:cNvSpPr/>
          <p:nvPr userDrawn="1"/>
        </p:nvSpPr>
        <p:spPr>
          <a:xfrm flipH="1">
            <a:off x="3245481" y="2132702"/>
            <a:ext cx="879944" cy="795890"/>
          </a:xfrm>
          <a:prstGeom prst="parallelogram">
            <a:avLst/>
          </a:prstGeom>
          <a:solidFill>
            <a:srgbClr val="1C52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a:solidFill>
                  <a:schemeClr val="bg1"/>
                </a:solidFill>
                <a:latin typeface="Calibri" panose="020F0502020204030204" pitchFamily="34" charset="0"/>
                <a:ea typeface="Roboto" panose="02000000000000000000" pitchFamily="2" charset="0"/>
                <a:cs typeface="Calibri" panose="020F0502020204030204" pitchFamily="34" charset="0"/>
              </a:rPr>
              <a:t>1</a:t>
            </a:r>
          </a:p>
        </p:txBody>
      </p:sp>
      <p:sp>
        <p:nvSpPr>
          <p:cNvPr id="16" name="Parallélogramme 15">
            <a:extLst>
              <a:ext uri="{FF2B5EF4-FFF2-40B4-BE49-F238E27FC236}">
                <a16:creationId xmlns:a16="http://schemas.microsoft.com/office/drawing/2014/main" id="{3BB1CED9-257C-B247-9CE4-B73D78FFF169}"/>
              </a:ext>
            </a:extLst>
          </p:cNvPr>
          <p:cNvSpPr/>
          <p:nvPr userDrawn="1"/>
        </p:nvSpPr>
        <p:spPr>
          <a:xfrm flipH="1">
            <a:off x="3488849" y="3103549"/>
            <a:ext cx="879944" cy="795890"/>
          </a:xfrm>
          <a:prstGeom prst="parallelogram">
            <a:avLst/>
          </a:prstGeom>
          <a:solidFill>
            <a:srgbClr val="3E78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a:solidFill>
                  <a:schemeClr val="bg1"/>
                </a:solidFill>
                <a:latin typeface="Calibri" panose="020F0502020204030204" pitchFamily="34" charset="0"/>
                <a:ea typeface="Roboto" panose="02000000000000000000" pitchFamily="2" charset="0"/>
                <a:cs typeface="Calibri" panose="020F0502020204030204" pitchFamily="34" charset="0"/>
              </a:rPr>
              <a:t>2</a:t>
            </a:r>
          </a:p>
        </p:txBody>
      </p:sp>
      <p:sp>
        <p:nvSpPr>
          <p:cNvPr id="17" name="Parallélogramme 16">
            <a:extLst>
              <a:ext uri="{FF2B5EF4-FFF2-40B4-BE49-F238E27FC236}">
                <a16:creationId xmlns:a16="http://schemas.microsoft.com/office/drawing/2014/main" id="{89492D72-4E55-2540-9803-D9A3138FBBA4}"/>
              </a:ext>
            </a:extLst>
          </p:cNvPr>
          <p:cNvSpPr/>
          <p:nvPr userDrawn="1"/>
        </p:nvSpPr>
        <p:spPr>
          <a:xfrm flipH="1">
            <a:off x="3748725" y="4074396"/>
            <a:ext cx="879944" cy="795890"/>
          </a:xfrm>
          <a:prstGeom prst="parallelogram">
            <a:avLst/>
          </a:prstGeom>
          <a:solidFill>
            <a:srgbClr val="41A4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a:solidFill>
                  <a:schemeClr val="bg1"/>
                </a:solidFill>
                <a:latin typeface="Calibri" panose="020F0502020204030204" pitchFamily="34" charset="0"/>
                <a:ea typeface="Roboto" panose="02000000000000000000" pitchFamily="2" charset="0"/>
                <a:cs typeface="Calibri" panose="020F0502020204030204" pitchFamily="34" charset="0"/>
              </a:rPr>
              <a:t>3</a:t>
            </a:r>
          </a:p>
        </p:txBody>
      </p:sp>
      <p:sp>
        <p:nvSpPr>
          <p:cNvPr id="31" name="Espace réservé du texte 23">
            <a:extLst>
              <a:ext uri="{FF2B5EF4-FFF2-40B4-BE49-F238E27FC236}">
                <a16:creationId xmlns:a16="http://schemas.microsoft.com/office/drawing/2014/main" id="{D10D9FBB-3265-2644-93DB-52CE883DDF71}"/>
              </a:ext>
            </a:extLst>
          </p:cNvPr>
          <p:cNvSpPr>
            <a:spLocks noGrp="1"/>
          </p:cNvSpPr>
          <p:nvPr>
            <p:ph type="body" sz="quarter" idx="11" hasCustomPrompt="1"/>
          </p:nvPr>
        </p:nvSpPr>
        <p:spPr>
          <a:xfrm>
            <a:off x="3541641" y="136523"/>
            <a:ext cx="5108717" cy="754598"/>
          </a:xfrm>
          <a:prstGeom prst="rect">
            <a:avLst/>
          </a:prstGeom>
        </p:spPr>
        <p:txBody>
          <a:bodyPr lIns="0" tIns="0" rIns="0" bIns="0" anchor="ctr"/>
          <a:lstStyle>
            <a:lvl1pPr marL="0" indent="0" algn="ctr">
              <a:buNone/>
              <a:defRPr sz="3200" b="1" i="0" spc="30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TITRE</a:t>
            </a:r>
          </a:p>
        </p:txBody>
      </p:sp>
      <p:sp>
        <p:nvSpPr>
          <p:cNvPr id="33" name="Espace réservé du texte 23">
            <a:extLst>
              <a:ext uri="{FF2B5EF4-FFF2-40B4-BE49-F238E27FC236}">
                <a16:creationId xmlns:a16="http://schemas.microsoft.com/office/drawing/2014/main" id="{30D22937-16AD-1A47-8C70-4C4C58F2950C}"/>
              </a:ext>
            </a:extLst>
          </p:cNvPr>
          <p:cNvSpPr>
            <a:spLocks noGrp="1"/>
          </p:cNvSpPr>
          <p:nvPr>
            <p:ph type="body" sz="quarter" idx="12" hasCustomPrompt="1"/>
          </p:nvPr>
        </p:nvSpPr>
        <p:spPr>
          <a:xfrm>
            <a:off x="4315006" y="2253270"/>
            <a:ext cx="5395747" cy="549522"/>
          </a:xfrm>
          <a:prstGeom prst="rect">
            <a:avLst/>
          </a:prstGeom>
        </p:spPr>
        <p:txBody>
          <a:bodyPr lIns="0" tIns="0" rIns="0" bIns="0" anchor="ctr"/>
          <a:lstStyle>
            <a:lvl1pPr marL="0" indent="0" algn="l">
              <a:buNone/>
              <a:defRPr sz="2400" b="1" i="0" spc="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Changer titre du chapitre</a:t>
            </a:r>
          </a:p>
        </p:txBody>
      </p:sp>
      <p:sp>
        <p:nvSpPr>
          <p:cNvPr id="35" name="Espace réservé du texte 23">
            <a:extLst>
              <a:ext uri="{FF2B5EF4-FFF2-40B4-BE49-F238E27FC236}">
                <a16:creationId xmlns:a16="http://schemas.microsoft.com/office/drawing/2014/main" id="{55DFE276-7539-1440-A312-0E0B16DCF332}"/>
              </a:ext>
            </a:extLst>
          </p:cNvPr>
          <p:cNvSpPr>
            <a:spLocks noGrp="1"/>
          </p:cNvSpPr>
          <p:nvPr>
            <p:ph type="body" sz="quarter" idx="13" hasCustomPrompt="1"/>
          </p:nvPr>
        </p:nvSpPr>
        <p:spPr>
          <a:xfrm>
            <a:off x="10911867" y="2262286"/>
            <a:ext cx="916298" cy="549522"/>
          </a:xfrm>
          <a:prstGeom prst="rect">
            <a:avLst/>
          </a:prstGeom>
        </p:spPr>
        <p:txBody>
          <a:bodyPr lIns="0" tIns="0" rIns="0" bIns="0" anchor="ctr"/>
          <a:lstStyle>
            <a:lvl1pPr marL="0" indent="0" algn="r">
              <a:buNone/>
              <a:defRPr sz="1600" b="0" i="0" spc="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page 3</a:t>
            </a:r>
          </a:p>
        </p:txBody>
      </p:sp>
      <p:sp>
        <p:nvSpPr>
          <p:cNvPr id="36" name="Espace réservé du texte 23">
            <a:extLst>
              <a:ext uri="{FF2B5EF4-FFF2-40B4-BE49-F238E27FC236}">
                <a16:creationId xmlns:a16="http://schemas.microsoft.com/office/drawing/2014/main" id="{3EA47158-C398-C04C-9775-696F09B1B16F}"/>
              </a:ext>
            </a:extLst>
          </p:cNvPr>
          <p:cNvSpPr>
            <a:spLocks noGrp="1"/>
          </p:cNvSpPr>
          <p:nvPr>
            <p:ph type="body" sz="quarter" idx="14" hasCustomPrompt="1"/>
          </p:nvPr>
        </p:nvSpPr>
        <p:spPr>
          <a:xfrm>
            <a:off x="4532807" y="3220744"/>
            <a:ext cx="5395747" cy="549522"/>
          </a:xfrm>
          <a:prstGeom prst="rect">
            <a:avLst/>
          </a:prstGeom>
        </p:spPr>
        <p:txBody>
          <a:bodyPr lIns="0" tIns="0" rIns="0" bIns="0" anchor="ctr"/>
          <a:lstStyle>
            <a:lvl1pPr marL="0" indent="0" algn="l">
              <a:buNone/>
              <a:defRPr sz="2400" b="1" i="0" spc="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Changer titre du chapitre</a:t>
            </a:r>
          </a:p>
        </p:txBody>
      </p:sp>
      <p:sp>
        <p:nvSpPr>
          <p:cNvPr id="37" name="Espace réservé du texte 23">
            <a:extLst>
              <a:ext uri="{FF2B5EF4-FFF2-40B4-BE49-F238E27FC236}">
                <a16:creationId xmlns:a16="http://schemas.microsoft.com/office/drawing/2014/main" id="{B071676A-CC45-7F4A-9583-1E3BC0AAFC7C}"/>
              </a:ext>
            </a:extLst>
          </p:cNvPr>
          <p:cNvSpPr>
            <a:spLocks noGrp="1"/>
          </p:cNvSpPr>
          <p:nvPr>
            <p:ph type="body" sz="quarter" idx="15" hasCustomPrompt="1"/>
          </p:nvPr>
        </p:nvSpPr>
        <p:spPr>
          <a:xfrm>
            <a:off x="4781925" y="4179203"/>
            <a:ext cx="5395747" cy="549522"/>
          </a:xfrm>
          <a:prstGeom prst="rect">
            <a:avLst/>
          </a:prstGeom>
        </p:spPr>
        <p:txBody>
          <a:bodyPr lIns="0" tIns="0" rIns="0" bIns="0" anchor="ctr"/>
          <a:lstStyle>
            <a:lvl1pPr marL="0" indent="0" algn="l">
              <a:buNone/>
              <a:defRPr sz="2400" b="1" i="0" spc="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Changer titre du chapitre</a:t>
            </a:r>
          </a:p>
        </p:txBody>
      </p:sp>
      <p:sp>
        <p:nvSpPr>
          <p:cNvPr id="40" name="Espace réservé du texte 23">
            <a:extLst>
              <a:ext uri="{FF2B5EF4-FFF2-40B4-BE49-F238E27FC236}">
                <a16:creationId xmlns:a16="http://schemas.microsoft.com/office/drawing/2014/main" id="{C2962C3B-AA93-FA49-AA1C-7DFCCA37932C}"/>
              </a:ext>
            </a:extLst>
          </p:cNvPr>
          <p:cNvSpPr>
            <a:spLocks noGrp="1"/>
          </p:cNvSpPr>
          <p:nvPr>
            <p:ph type="body" sz="quarter" idx="18" hasCustomPrompt="1"/>
          </p:nvPr>
        </p:nvSpPr>
        <p:spPr>
          <a:xfrm>
            <a:off x="10911867" y="3220744"/>
            <a:ext cx="916298" cy="549522"/>
          </a:xfrm>
          <a:prstGeom prst="rect">
            <a:avLst/>
          </a:prstGeom>
        </p:spPr>
        <p:txBody>
          <a:bodyPr lIns="0" tIns="0" rIns="0" bIns="0" anchor="ctr"/>
          <a:lstStyle>
            <a:lvl1pPr marL="0" indent="0" algn="r">
              <a:buNone/>
              <a:defRPr sz="1600" b="0" i="0" spc="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page 6</a:t>
            </a:r>
          </a:p>
        </p:txBody>
      </p:sp>
      <p:sp>
        <p:nvSpPr>
          <p:cNvPr id="41" name="Espace réservé du texte 23">
            <a:extLst>
              <a:ext uri="{FF2B5EF4-FFF2-40B4-BE49-F238E27FC236}">
                <a16:creationId xmlns:a16="http://schemas.microsoft.com/office/drawing/2014/main" id="{D49264BD-1864-0147-A1F0-1C724557E131}"/>
              </a:ext>
            </a:extLst>
          </p:cNvPr>
          <p:cNvSpPr>
            <a:spLocks noGrp="1"/>
          </p:cNvSpPr>
          <p:nvPr>
            <p:ph type="body" sz="quarter" idx="19" hasCustomPrompt="1"/>
          </p:nvPr>
        </p:nvSpPr>
        <p:spPr>
          <a:xfrm>
            <a:off x="10911867" y="4173559"/>
            <a:ext cx="916298" cy="549522"/>
          </a:xfrm>
          <a:prstGeom prst="rect">
            <a:avLst/>
          </a:prstGeom>
        </p:spPr>
        <p:txBody>
          <a:bodyPr lIns="0" tIns="0" rIns="0" bIns="0" anchor="ctr"/>
          <a:lstStyle>
            <a:lvl1pPr marL="0" indent="0" algn="r">
              <a:buNone/>
              <a:defRPr sz="1600" b="0" i="0" spc="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page 9</a:t>
            </a:r>
          </a:p>
        </p:txBody>
      </p:sp>
    </p:spTree>
    <p:extLst>
      <p:ext uri="{BB962C8B-B14F-4D97-AF65-F5344CB8AC3E}">
        <p14:creationId xmlns:p14="http://schemas.microsoft.com/office/powerpoint/2010/main" val="42256309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ommaire en 4">
    <p:spTree>
      <p:nvGrpSpPr>
        <p:cNvPr id="1" name=""/>
        <p:cNvGrpSpPr/>
        <p:nvPr/>
      </p:nvGrpSpPr>
      <p:grpSpPr>
        <a:xfrm>
          <a:off x="0" y="0"/>
          <a:ext cx="0" cy="0"/>
          <a:chOff x="0" y="0"/>
          <a:chExt cx="0" cy="0"/>
        </a:xfrm>
      </p:grpSpPr>
      <p:pic>
        <p:nvPicPr>
          <p:cNvPr id="28" name="Image 27">
            <a:extLst>
              <a:ext uri="{FF2B5EF4-FFF2-40B4-BE49-F238E27FC236}">
                <a16:creationId xmlns:a16="http://schemas.microsoft.com/office/drawing/2014/main" id="{2999B97C-9E1D-3F4A-995A-F1049179ACDE}"/>
              </a:ext>
            </a:extLst>
          </p:cNvPr>
          <p:cNvPicPr>
            <a:picLocks noChangeAspect="1"/>
          </p:cNvPicPr>
          <p:nvPr userDrawn="1"/>
        </p:nvPicPr>
        <p:blipFill>
          <a:blip r:embed="rId2"/>
          <a:stretch>
            <a:fillRect/>
          </a:stretch>
        </p:blipFill>
        <p:spPr>
          <a:xfrm>
            <a:off x="-1202" y="0"/>
            <a:ext cx="4783127" cy="6858000"/>
          </a:xfrm>
          <a:prstGeom prst="rect">
            <a:avLst/>
          </a:prstGeom>
        </p:spPr>
      </p:pic>
      <p:sp>
        <p:nvSpPr>
          <p:cNvPr id="8" name="Title 12">
            <a:extLst>
              <a:ext uri="{FF2B5EF4-FFF2-40B4-BE49-F238E27FC236}">
                <a16:creationId xmlns:a16="http://schemas.microsoft.com/office/drawing/2014/main" id="{F0FA8E8B-EB02-A348-B903-E4B6840BCF74}"/>
              </a:ext>
            </a:extLst>
          </p:cNvPr>
          <p:cNvSpPr txBox="1">
            <a:spLocks/>
          </p:cNvSpPr>
          <p:nvPr userDrawn="1"/>
        </p:nvSpPr>
        <p:spPr>
          <a:xfrm>
            <a:off x="-1202" y="1"/>
            <a:ext cx="4749655" cy="6858000"/>
          </a:xfrm>
          <a:prstGeom prst="rect">
            <a:avLst/>
          </a:prstGeom>
          <a:solidFill>
            <a:srgbClr val="1F5363">
              <a:alpha val="50000"/>
            </a:srgbClr>
          </a:solidFill>
        </p:spPr>
        <p:txBody>
          <a:bodyPr anchor="ctr"/>
          <a:lstStyle>
            <a:lvl1pPr algn="l" defTabSz="914400" rtl="0" eaLnBrk="1" latinLnBrk="0" hangingPunct="1">
              <a:lnSpc>
                <a:spcPct val="90000"/>
              </a:lnSpc>
              <a:spcBef>
                <a:spcPct val="0"/>
              </a:spcBef>
              <a:buNone/>
              <a:defRPr sz="1600" b="1" kern="1200">
                <a:solidFill>
                  <a:srgbClr val="1B445F"/>
                </a:solidFill>
                <a:latin typeface="AvantGarGotItcT"/>
                <a:ea typeface="+mj-ea"/>
                <a:cs typeface="+mj-cs"/>
              </a:defRPr>
            </a:lvl1pPr>
          </a:lstStyle>
          <a:p>
            <a:pPr marL="180000">
              <a:buClrTx/>
              <a:buFontTx/>
            </a:pPr>
            <a:endParaRPr lang="fr-FR" sz="2800">
              <a:solidFill>
                <a:schemeClr val="bg1"/>
              </a:solidFill>
              <a:latin typeface="Calibri" panose="020F0502020204030204" pitchFamily="34" charset="0"/>
              <a:cs typeface="Calibri" panose="020F0502020204030204" pitchFamily="34" charset="0"/>
            </a:endParaRPr>
          </a:p>
        </p:txBody>
      </p:sp>
      <p:sp>
        <p:nvSpPr>
          <p:cNvPr id="29" name="Triangle rectangle 28">
            <a:extLst>
              <a:ext uri="{FF2B5EF4-FFF2-40B4-BE49-F238E27FC236}">
                <a16:creationId xmlns:a16="http://schemas.microsoft.com/office/drawing/2014/main" id="{29C08C9D-CC31-5941-AFBE-260907A879A9}"/>
              </a:ext>
            </a:extLst>
          </p:cNvPr>
          <p:cNvSpPr/>
          <p:nvPr userDrawn="1"/>
        </p:nvSpPr>
        <p:spPr>
          <a:xfrm flipH="1" flipV="1">
            <a:off x="3056807" y="0"/>
            <a:ext cx="1709152" cy="6858000"/>
          </a:xfrm>
          <a:prstGeom prst="r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Parallélogramme 14">
            <a:extLst>
              <a:ext uri="{FF2B5EF4-FFF2-40B4-BE49-F238E27FC236}">
                <a16:creationId xmlns:a16="http://schemas.microsoft.com/office/drawing/2014/main" id="{D91E4A71-1D20-CB44-AB87-A1134A16EA48}"/>
              </a:ext>
            </a:extLst>
          </p:cNvPr>
          <p:cNvSpPr/>
          <p:nvPr userDrawn="1"/>
        </p:nvSpPr>
        <p:spPr>
          <a:xfrm flipH="1">
            <a:off x="3114001" y="1655623"/>
            <a:ext cx="879944" cy="795890"/>
          </a:xfrm>
          <a:prstGeom prst="parallelogram">
            <a:avLst/>
          </a:prstGeom>
          <a:solidFill>
            <a:srgbClr val="1C52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a:solidFill>
                  <a:schemeClr val="bg1"/>
                </a:solidFill>
                <a:latin typeface="Calibri" panose="020F0502020204030204" pitchFamily="34" charset="0"/>
                <a:ea typeface="Roboto" panose="02000000000000000000" pitchFamily="2" charset="0"/>
                <a:cs typeface="Calibri" panose="020F0502020204030204" pitchFamily="34" charset="0"/>
              </a:rPr>
              <a:t>1</a:t>
            </a:r>
          </a:p>
        </p:txBody>
      </p:sp>
      <p:sp>
        <p:nvSpPr>
          <p:cNvPr id="16" name="Parallélogramme 15">
            <a:extLst>
              <a:ext uri="{FF2B5EF4-FFF2-40B4-BE49-F238E27FC236}">
                <a16:creationId xmlns:a16="http://schemas.microsoft.com/office/drawing/2014/main" id="{3BB1CED9-257C-B247-9CE4-B73D78FFF169}"/>
              </a:ext>
            </a:extLst>
          </p:cNvPr>
          <p:cNvSpPr/>
          <p:nvPr userDrawn="1"/>
        </p:nvSpPr>
        <p:spPr>
          <a:xfrm flipH="1">
            <a:off x="3357369" y="2626470"/>
            <a:ext cx="879944" cy="795890"/>
          </a:xfrm>
          <a:prstGeom prst="parallelogram">
            <a:avLst/>
          </a:prstGeom>
          <a:solidFill>
            <a:srgbClr val="3E78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a:solidFill>
                  <a:schemeClr val="bg1"/>
                </a:solidFill>
                <a:latin typeface="Calibri" panose="020F0502020204030204" pitchFamily="34" charset="0"/>
                <a:ea typeface="Roboto" panose="02000000000000000000" pitchFamily="2" charset="0"/>
                <a:cs typeface="Calibri" panose="020F0502020204030204" pitchFamily="34" charset="0"/>
              </a:rPr>
              <a:t>2</a:t>
            </a:r>
          </a:p>
        </p:txBody>
      </p:sp>
      <p:sp>
        <p:nvSpPr>
          <p:cNvPr id="17" name="Parallélogramme 16">
            <a:extLst>
              <a:ext uri="{FF2B5EF4-FFF2-40B4-BE49-F238E27FC236}">
                <a16:creationId xmlns:a16="http://schemas.microsoft.com/office/drawing/2014/main" id="{89492D72-4E55-2540-9803-D9A3138FBBA4}"/>
              </a:ext>
            </a:extLst>
          </p:cNvPr>
          <p:cNvSpPr/>
          <p:nvPr userDrawn="1"/>
        </p:nvSpPr>
        <p:spPr>
          <a:xfrm flipH="1">
            <a:off x="3617245" y="3597317"/>
            <a:ext cx="879944" cy="795890"/>
          </a:xfrm>
          <a:prstGeom prst="parallelogram">
            <a:avLst/>
          </a:prstGeom>
          <a:solidFill>
            <a:srgbClr val="41A4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a:solidFill>
                  <a:schemeClr val="bg1"/>
                </a:solidFill>
                <a:latin typeface="Calibri" panose="020F0502020204030204" pitchFamily="34" charset="0"/>
                <a:ea typeface="Roboto" panose="02000000000000000000" pitchFamily="2" charset="0"/>
                <a:cs typeface="Calibri" panose="020F0502020204030204" pitchFamily="34" charset="0"/>
              </a:rPr>
              <a:t>3</a:t>
            </a:r>
          </a:p>
        </p:txBody>
      </p:sp>
      <p:sp>
        <p:nvSpPr>
          <p:cNvPr id="18" name="Parallélogramme 17">
            <a:extLst>
              <a:ext uri="{FF2B5EF4-FFF2-40B4-BE49-F238E27FC236}">
                <a16:creationId xmlns:a16="http://schemas.microsoft.com/office/drawing/2014/main" id="{0975EB65-D886-E047-9FF9-BFCFA3D86058}"/>
              </a:ext>
            </a:extLst>
          </p:cNvPr>
          <p:cNvSpPr/>
          <p:nvPr userDrawn="1"/>
        </p:nvSpPr>
        <p:spPr>
          <a:xfrm flipH="1">
            <a:off x="3884900" y="4585779"/>
            <a:ext cx="879944" cy="795890"/>
          </a:xfrm>
          <a:prstGeom prst="parallelogram">
            <a:avLst/>
          </a:prstGeom>
          <a:solidFill>
            <a:srgbClr val="90C9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a:solidFill>
                  <a:schemeClr val="bg1"/>
                </a:solidFill>
                <a:latin typeface="Calibri" panose="020F0502020204030204" pitchFamily="34" charset="0"/>
                <a:ea typeface="Roboto" panose="02000000000000000000" pitchFamily="2" charset="0"/>
                <a:cs typeface="Calibri" panose="020F0502020204030204" pitchFamily="34" charset="0"/>
              </a:rPr>
              <a:t>4</a:t>
            </a:r>
          </a:p>
        </p:txBody>
      </p:sp>
      <p:sp>
        <p:nvSpPr>
          <p:cNvPr id="31" name="Espace réservé du texte 23">
            <a:extLst>
              <a:ext uri="{FF2B5EF4-FFF2-40B4-BE49-F238E27FC236}">
                <a16:creationId xmlns:a16="http://schemas.microsoft.com/office/drawing/2014/main" id="{D10D9FBB-3265-2644-93DB-52CE883DDF71}"/>
              </a:ext>
            </a:extLst>
          </p:cNvPr>
          <p:cNvSpPr>
            <a:spLocks noGrp="1"/>
          </p:cNvSpPr>
          <p:nvPr>
            <p:ph type="body" sz="quarter" idx="11" hasCustomPrompt="1"/>
          </p:nvPr>
        </p:nvSpPr>
        <p:spPr>
          <a:xfrm>
            <a:off x="3541641" y="278872"/>
            <a:ext cx="5108717" cy="754598"/>
          </a:xfrm>
          <a:prstGeom prst="rect">
            <a:avLst/>
          </a:prstGeom>
        </p:spPr>
        <p:txBody>
          <a:bodyPr lIns="0" tIns="0" rIns="0" bIns="0" anchor="ctr"/>
          <a:lstStyle>
            <a:lvl1pPr marL="0" indent="0" algn="ctr">
              <a:buNone/>
              <a:defRPr sz="3200" b="1" i="0" spc="30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TITRE</a:t>
            </a:r>
          </a:p>
        </p:txBody>
      </p:sp>
      <p:sp>
        <p:nvSpPr>
          <p:cNvPr id="33" name="Espace réservé du texte 23">
            <a:extLst>
              <a:ext uri="{FF2B5EF4-FFF2-40B4-BE49-F238E27FC236}">
                <a16:creationId xmlns:a16="http://schemas.microsoft.com/office/drawing/2014/main" id="{30D22937-16AD-1A47-8C70-4C4C58F2950C}"/>
              </a:ext>
            </a:extLst>
          </p:cNvPr>
          <p:cNvSpPr>
            <a:spLocks noGrp="1"/>
          </p:cNvSpPr>
          <p:nvPr>
            <p:ph type="body" sz="quarter" idx="12" hasCustomPrompt="1"/>
          </p:nvPr>
        </p:nvSpPr>
        <p:spPr>
          <a:xfrm>
            <a:off x="4183526" y="1776191"/>
            <a:ext cx="5395747" cy="549522"/>
          </a:xfrm>
          <a:prstGeom prst="rect">
            <a:avLst/>
          </a:prstGeom>
        </p:spPr>
        <p:txBody>
          <a:bodyPr lIns="0" tIns="0" rIns="0" bIns="0" anchor="ctr"/>
          <a:lstStyle>
            <a:lvl1pPr marL="0" indent="0" algn="l">
              <a:buNone/>
              <a:defRPr sz="2400" b="1" i="0" spc="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Changer titre du chapitre</a:t>
            </a:r>
          </a:p>
        </p:txBody>
      </p:sp>
      <p:sp>
        <p:nvSpPr>
          <p:cNvPr id="35" name="Espace réservé du texte 23">
            <a:extLst>
              <a:ext uri="{FF2B5EF4-FFF2-40B4-BE49-F238E27FC236}">
                <a16:creationId xmlns:a16="http://schemas.microsoft.com/office/drawing/2014/main" id="{55DFE276-7539-1440-A312-0E0B16DCF332}"/>
              </a:ext>
            </a:extLst>
          </p:cNvPr>
          <p:cNvSpPr>
            <a:spLocks noGrp="1"/>
          </p:cNvSpPr>
          <p:nvPr>
            <p:ph type="body" sz="quarter" idx="13" hasCustomPrompt="1"/>
          </p:nvPr>
        </p:nvSpPr>
        <p:spPr>
          <a:xfrm>
            <a:off x="10780387" y="1785207"/>
            <a:ext cx="916298" cy="549522"/>
          </a:xfrm>
          <a:prstGeom prst="rect">
            <a:avLst/>
          </a:prstGeom>
        </p:spPr>
        <p:txBody>
          <a:bodyPr lIns="0" tIns="0" rIns="0" bIns="0" anchor="ctr"/>
          <a:lstStyle>
            <a:lvl1pPr marL="0" indent="0" algn="r">
              <a:buNone/>
              <a:defRPr sz="1600" b="0" i="0" spc="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page 3</a:t>
            </a:r>
          </a:p>
        </p:txBody>
      </p:sp>
      <p:sp>
        <p:nvSpPr>
          <p:cNvPr id="36" name="Espace réservé du texte 23">
            <a:extLst>
              <a:ext uri="{FF2B5EF4-FFF2-40B4-BE49-F238E27FC236}">
                <a16:creationId xmlns:a16="http://schemas.microsoft.com/office/drawing/2014/main" id="{3EA47158-C398-C04C-9775-696F09B1B16F}"/>
              </a:ext>
            </a:extLst>
          </p:cNvPr>
          <p:cNvSpPr>
            <a:spLocks noGrp="1"/>
          </p:cNvSpPr>
          <p:nvPr>
            <p:ph type="body" sz="quarter" idx="14" hasCustomPrompt="1"/>
          </p:nvPr>
        </p:nvSpPr>
        <p:spPr>
          <a:xfrm>
            <a:off x="4401327" y="2743665"/>
            <a:ext cx="5395747" cy="549522"/>
          </a:xfrm>
          <a:prstGeom prst="rect">
            <a:avLst/>
          </a:prstGeom>
        </p:spPr>
        <p:txBody>
          <a:bodyPr lIns="0" tIns="0" rIns="0" bIns="0" anchor="ctr"/>
          <a:lstStyle>
            <a:lvl1pPr marL="0" indent="0" algn="l">
              <a:buNone/>
              <a:defRPr sz="2400" b="1" i="0" spc="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Changer titre du chapitre</a:t>
            </a:r>
          </a:p>
        </p:txBody>
      </p:sp>
      <p:sp>
        <p:nvSpPr>
          <p:cNvPr id="37" name="Espace réservé du texte 23">
            <a:extLst>
              <a:ext uri="{FF2B5EF4-FFF2-40B4-BE49-F238E27FC236}">
                <a16:creationId xmlns:a16="http://schemas.microsoft.com/office/drawing/2014/main" id="{B071676A-CC45-7F4A-9583-1E3BC0AAFC7C}"/>
              </a:ext>
            </a:extLst>
          </p:cNvPr>
          <p:cNvSpPr>
            <a:spLocks noGrp="1"/>
          </p:cNvSpPr>
          <p:nvPr>
            <p:ph type="body" sz="quarter" idx="15" hasCustomPrompt="1"/>
          </p:nvPr>
        </p:nvSpPr>
        <p:spPr>
          <a:xfrm>
            <a:off x="4650445" y="3702124"/>
            <a:ext cx="5395747" cy="549522"/>
          </a:xfrm>
          <a:prstGeom prst="rect">
            <a:avLst/>
          </a:prstGeom>
        </p:spPr>
        <p:txBody>
          <a:bodyPr lIns="0" tIns="0" rIns="0" bIns="0" anchor="ctr"/>
          <a:lstStyle>
            <a:lvl1pPr marL="0" indent="0" algn="l">
              <a:buNone/>
              <a:defRPr sz="2400" b="1" i="0" spc="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Changer titre du chapitre</a:t>
            </a:r>
          </a:p>
        </p:txBody>
      </p:sp>
      <p:sp>
        <p:nvSpPr>
          <p:cNvPr id="38" name="Espace réservé du texte 23">
            <a:extLst>
              <a:ext uri="{FF2B5EF4-FFF2-40B4-BE49-F238E27FC236}">
                <a16:creationId xmlns:a16="http://schemas.microsoft.com/office/drawing/2014/main" id="{3A056217-3904-5245-8E2B-787BCC4D21DC}"/>
              </a:ext>
            </a:extLst>
          </p:cNvPr>
          <p:cNvSpPr>
            <a:spLocks noGrp="1"/>
          </p:cNvSpPr>
          <p:nvPr>
            <p:ph type="body" sz="quarter" idx="16" hasCustomPrompt="1"/>
          </p:nvPr>
        </p:nvSpPr>
        <p:spPr>
          <a:xfrm>
            <a:off x="4885492" y="4660583"/>
            <a:ext cx="5395747" cy="549522"/>
          </a:xfrm>
          <a:prstGeom prst="rect">
            <a:avLst/>
          </a:prstGeom>
        </p:spPr>
        <p:txBody>
          <a:bodyPr lIns="0" tIns="0" rIns="0" bIns="0" anchor="ctr"/>
          <a:lstStyle>
            <a:lvl1pPr marL="0" indent="0" algn="l">
              <a:buNone/>
              <a:defRPr sz="2400" b="1" i="0" spc="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Changer titre du chapitre</a:t>
            </a:r>
          </a:p>
        </p:txBody>
      </p:sp>
      <p:sp>
        <p:nvSpPr>
          <p:cNvPr id="40" name="Espace réservé du texte 23">
            <a:extLst>
              <a:ext uri="{FF2B5EF4-FFF2-40B4-BE49-F238E27FC236}">
                <a16:creationId xmlns:a16="http://schemas.microsoft.com/office/drawing/2014/main" id="{C2962C3B-AA93-FA49-AA1C-7DFCCA37932C}"/>
              </a:ext>
            </a:extLst>
          </p:cNvPr>
          <p:cNvSpPr>
            <a:spLocks noGrp="1"/>
          </p:cNvSpPr>
          <p:nvPr>
            <p:ph type="body" sz="quarter" idx="18" hasCustomPrompt="1"/>
          </p:nvPr>
        </p:nvSpPr>
        <p:spPr>
          <a:xfrm>
            <a:off x="10780387" y="2743665"/>
            <a:ext cx="916298" cy="549522"/>
          </a:xfrm>
          <a:prstGeom prst="rect">
            <a:avLst/>
          </a:prstGeom>
        </p:spPr>
        <p:txBody>
          <a:bodyPr lIns="0" tIns="0" rIns="0" bIns="0" anchor="ctr"/>
          <a:lstStyle>
            <a:lvl1pPr marL="0" indent="0" algn="r">
              <a:buNone/>
              <a:defRPr sz="1600" b="0" i="0" spc="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page 6</a:t>
            </a:r>
          </a:p>
        </p:txBody>
      </p:sp>
      <p:sp>
        <p:nvSpPr>
          <p:cNvPr id="41" name="Espace réservé du texte 23">
            <a:extLst>
              <a:ext uri="{FF2B5EF4-FFF2-40B4-BE49-F238E27FC236}">
                <a16:creationId xmlns:a16="http://schemas.microsoft.com/office/drawing/2014/main" id="{D49264BD-1864-0147-A1F0-1C724557E131}"/>
              </a:ext>
            </a:extLst>
          </p:cNvPr>
          <p:cNvSpPr>
            <a:spLocks noGrp="1"/>
          </p:cNvSpPr>
          <p:nvPr>
            <p:ph type="body" sz="quarter" idx="19" hasCustomPrompt="1"/>
          </p:nvPr>
        </p:nvSpPr>
        <p:spPr>
          <a:xfrm>
            <a:off x="10780387" y="3696480"/>
            <a:ext cx="916298" cy="549522"/>
          </a:xfrm>
          <a:prstGeom prst="rect">
            <a:avLst/>
          </a:prstGeom>
        </p:spPr>
        <p:txBody>
          <a:bodyPr lIns="0" tIns="0" rIns="0" bIns="0" anchor="ctr"/>
          <a:lstStyle>
            <a:lvl1pPr marL="0" indent="0" algn="r">
              <a:buNone/>
              <a:defRPr sz="1600" b="0" i="0" spc="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page 9</a:t>
            </a:r>
          </a:p>
        </p:txBody>
      </p:sp>
      <p:sp>
        <p:nvSpPr>
          <p:cNvPr id="42" name="Espace réservé du texte 23">
            <a:extLst>
              <a:ext uri="{FF2B5EF4-FFF2-40B4-BE49-F238E27FC236}">
                <a16:creationId xmlns:a16="http://schemas.microsoft.com/office/drawing/2014/main" id="{364A15DA-40A0-9F45-8B85-F054965A7CD0}"/>
              </a:ext>
            </a:extLst>
          </p:cNvPr>
          <p:cNvSpPr>
            <a:spLocks noGrp="1"/>
          </p:cNvSpPr>
          <p:nvPr>
            <p:ph type="body" sz="quarter" idx="20" hasCustomPrompt="1"/>
          </p:nvPr>
        </p:nvSpPr>
        <p:spPr>
          <a:xfrm>
            <a:off x="10780387" y="4660583"/>
            <a:ext cx="916298" cy="549522"/>
          </a:xfrm>
          <a:prstGeom prst="rect">
            <a:avLst/>
          </a:prstGeom>
        </p:spPr>
        <p:txBody>
          <a:bodyPr lIns="0" tIns="0" rIns="0" bIns="0" anchor="ctr"/>
          <a:lstStyle>
            <a:lvl1pPr marL="0" indent="0" algn="r">
              <a:buNone/>
              <a:defRPr sz="1600" b="0" i="0" spc="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page 12</a:t>
            </a:r>
          </a:p>
        </p:txBody>
      </p:sp>
    </p:spTree>
    <p:extLst>
      <p:ext uri="{BB962C8B-B14F-4D97-AF65-F5344CB8AC3E}">
        <p14:creationId xmlns:p14="http://schemas.microsoft.com/office/powerpoint/2010/main" val="19465005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ommaire en 5">
    <p:spTree>
      <p:nvGrpSpPr>
        <p:cNvPr id="1" name=""/>
        <p:cNvGrpSpPr/>
        <p:nvPr/>
      </p:nvGrpSpPr>
      <p:grpSpPr>
        <a:xfrm>
          <a:off x="0" y="0"/>
          <a:ext cx="0" cy="0"/>
          <a:chOff x="0" y="0"/>
          <a:chExt cx="0" cy="0"/>
        </a:xfrm>
      </p:grpSpPr>
      <p:pic>
        <p:nvPicPr>
          <p:cNvPr id="28" name="Image 27">
            <a:extLst>
              <a:ext uri="{FF2B5EF4-FFF2-40B4-BE49-F238E27FC236}">
                <a16:creationId xmlns:a16="http://schemas.microsoft.com/office/drawing/2014/main" id="{2999B97C-9E1D-3F4A-995A-F1049179ACDE}"/>
              </a:ext>
            </a:extLst>
          </p:cNvPr>
          <p:cNvPicPr>
            <a:picLocks noChangeAspect="1"/>
          </p:cNvPicPr>
          <p:nvPr userDrawn="1"/>
        </p:nvPicPr>
        <p:blipFill>
          <a:blip r:embed="rId2"/>
          <a:stretch>
            <a:fillRect/>
          </a:stretch>
        </p:blipFill>
        <p:spPr>
          <a:xfrm>
            <a:off x="-1202" y="0"/>
            <a:ext cx="4783127" cy="6858000"/>
          </a:xfrm>
          <a:prstGeom prst="rect">
            <a:avLst/>
          </a:prstGeom>
        </p:spPr>
      </p:pic>
      <p:sp>
        <p:nvSpPr>
          <p:cNvPr id="8" name="Title 12">
            <a:extLst>
              <a:ext uri="{FF2B5EF4-FFF2-40B4-BE49-F238E27FC236}">
                <a16:creationId xmlns:a16="http://schemas.microsoft.com/office/drawing/2014/main" id="{F0FA8E8B-EB02-A348-B903-E4B6840BCF74}"/>
              </a:ext>
            </a:extLst>
          </p:cNvPr>
          <p:cNvSpPr txBox="1">
            <a:spLocks/>
          </p:cNvSpPr>
          <p:nvPr userDrawn="1"/>
        </p:nvSpPr>
        <p:spPr>
          <a:xfrm>
            <a:off x="0" y="97596"/>
            <a:ext cx="4749655" cy="6858000"/>
          </a:xfrm>
          <a:prstGeom prst="rect">
            <a:avLst/>
          </a:prstGeom>
          <a:solidFill>
            <a:srgbClr val="1F5363">
              <a:alpha val="50000"/>
            </a:srgbClr>
          </a:solidFill>
        </p:spPr>
        <p:txBody>
          <a:bodyPr anchor="ctr"/>
          <a:lstStyle>
            <a:lvl1pPr algn="l" defTabSz="914400" rtl="0" eaLnBrk="1" latinLnBrk="0" hangingPunct="1">
              <a:lnSpc>
                <a:spcPct val="90000"/>
              </a:lnSpc>
              <a:spcBef>
                <a:spcPct val="0"/>
              </a:spcBef>
              <a:buNone/>
              <a:defRPr sz="1600" b="1" kern="1200">
                <a:solidFill>
                  <a:srgbClr val="1B445F"/>
                </a:solidFill>
                <a:latin typeface="AvantGarGotItcT"/>
                <a:ea typeface="+mj-ea"/>
                <a:cs typeface="+mj-cs"/>
              </a:defRPr>
            </a:lvl1pPr>
          </a:lstStyle>
          <a:p>
            <a:pPr marL="180000">
              <a:buClrTx/>
              <a:buFontTx/>
            </a:pPr>
            <a:endParaRPr lang="fr-FR" sz="2800">
              <a:solidFill>
                <a:schemeClr val="bg1"/>
              </a:solidFill>
              <a:latin typeface="Calibri" panose="020F0502020204030204" pitchFamily="34" charset="0"/>
              <a:cs typeface="Calibri" panose="020F0502020204030204" pitchFamily="34" charset="0"/>
            </a:endParaRPr>
          </a:p>
        </p:txBody>
      </p:sp>
      <p:sp>
        <p:nvSpPr>
          <p:cNvPr id="29" name="Triangle rectangle 28">
            <a:extLst>
              <a:ext uri="{FF2B5EF4-FFF2-40B4-BE49-F238E27FC236}">
                <a16:creationId xmlns:a16="http://schemas.microsoft.com/office/drawing/2014/main" id="{29C08C9D-CC31-5941-AFBE-260907A879A9}"/>
              </a:ext>
            </a:extLst>
          </p:cNvPr>
          <p:cNvSpPr/>
          <p:nvPr userDrawn="1"/>
        </p:nvSpPr>
        <p:spPr>
          <a:xfrm flipH="1" flipV="1">
            <a:off x="3074245" y="0"/>
            <a:ext cx="1709152" cy="6858000"/>
          </a:xfrm>
          <a:prstGeom prst="r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Parallélogramme 14">
            <a:extLst>
              <a:ext uri="{FF2B5EF4-FFF2-40B4-BE49-F238E27FC236}">
                <a16:creationId xmlns:a16="http://schemas.microsoft.com/office/drawing/2014/main" id="{D91E4A71-1D20-CB44-AB87-A1134A16EA48}"/>
              </a:ext>
            </a:extLst>
          </p:cNvPr>
          <p:cNvSpPr/>
          <p:nvPr userDrawn="1"/>
        </p:nvSpPr>
        <p:spPr>
          <a:xfrm flipH="1">
            <a:off x="3236727" y="2080536"/>
            <a:ext cx="879944" cy="795890"/>
          </a:xfrm>
          <a:prstGeom prst="parallelogram">
            <a:avLst/>
          </a:prstGeom>
          <a:solidFill>
            <a:srgbClr val="1C52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a:solidFill>
                  <a:schemeClr val="bg1"/>
                </a:solidFill>
                <a:latin typeface="Calibri" panose="020F0502020204030204" pitchFamily="34" charset="0"/>
                <a:ea typeface="Roboto" panose="02000000000000000000" pitchFamily="2" charset="0"/>
                <a:cs typeface="Calibri" panose="020F0502020204030204" pitchFamily="34" charset="0"/>
              </a:rPr>
              <a:t>1</a:t>
            </a:r>
          </a:p>
        </p:txBody>
      </p:sp>
      <p:sp>
        <p:nvSpPr>
          <p:cNvPr id="16" name="Parallélogramme 15">
            <a:extLst>
              <a:ext uri="{FF2B5EF4-FFF2-40B4-BE49-F238E27FC236}">
                <a16:creationId xmlns:a16="http://schemas.microsoft.com/office/drawing/2014/main" id="{3BB1CED9-257C-B247-9CE4-B73D78FFF169}"/>
              </a:ext>
            </a:extLst>
          </p:cNvPr>
          <p:cNvSpPr/>
          <p:nvPr userDrawn="1"/>
        </p:nvSpPr>
        <p:spPr>
          <a:xfrm flipH="1">
            <a:off x="3541641" y="3534960"/>
            <a:ext cx="879944" cy="795890"/>
          </a:xfrm>
          <a:prstGeom prst="parallelogram">
            <a:avLst/>
          </a:prstGeom>
          <a:solidFill>
            <a:srgbClr val="3E78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a:solidFill>
                  <a:schemeClr val="bg1"/>
                </a:solidFill>
                <a:latin typeface="Calibri" panose="020F0502020204030204" pitchFamily="34" charset="0"/>
                <a:ea typeface="Roboto" panose="02000000000000000000" pitchFamily="2" charset="0"/>
                <a:cs typeface="Calibri" panose="020F0502020204030204" pitchFamily="34" charset="0"/>
              </a:rPr>
              <a:t>2</a:t>
            </a:r>
          </a:p>
        </p:txBody>
      </p:sp>
      <p:sp>
        <p:nvSpPr>
          <p:cNvPr id="31" name="Espace réservé du texte 23">
            <a:extLst>
              <a:ext uri="{FF2B5EF4-FFF2-40B4-BE49-F238E27FC236}">
                <a16:creationId xmlns:a16="http://schemas.microsoft.com/office/drawing/2014/main" id="{D10D9FBB-3265-2644-93DB-52CE883DDF71}"/>
              </a:ext>
            </a:extLst>
          </p:cNvPr>
          <p:cNvSpPr>
            <a:spLocks noGrp="1"/>
          </p:cNvSpPr>
          <p:nvPr>
            <p:ph type="body" sz="quarter" idx="11" hasCustomPrompt="1"/>
          </p:nvPr>
        </p:nvSpPr>
        <p:spPr>
          <a:xfrm>
            <a:off x="3541641" y="136523"/>
            <a:ext cx="5108717" cy="754598"/>
          </a:xfrm>
          <a:prstGeom prst="rect">
            <a:avLst/>
          </a:prstGeom>
        </p:spPr>
        <p:txBody>
          <a:bodyPr lIns="0" tIns="0" rIns="0" bIns="0" anchor="ctr"/>
          <a:lstStyle>
            <a:lvl1pPr marL="0" indent="0" algn="ctr">
              <a:buNone/>
              <a:defRPr sz="3200" b="1" i="0" spc="30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TITRE</a:t>
            </a:r>
          </a:p>
        </p:txBody>
      </p:sp>
      <p:sp>
        <p:nvSpPr>
          <p:cNvPr id="33" name="Espace réservé du texte 23">
            <a:extLst>
              <a:ext uri="{FF2B5EF4-FFF2-40B4-BE49-F238E27FC236}">
                <a16:creationId xmlns:a16="http://schemas.microsoft.com/office/drawing/2014/main" id="{30D22937-16AD-1A47-8C70-4C4C58F2950C}"/>
              </a:ext>
            </a:extLst>
          </p:cNvPr>
          <p:cNvSpPr>
            <a:spLocks noGrp="1"/>
          </p:cNvSpPr>
          <p:nvPr>
            <p:ph type="body" sz="quarter" idx="12" hasCustomPrompt="1"/>
          </p:nvPr>
        </p:nvSpPr>
        <p:spPr>
          <a:xfrm>
            <a:off x="4306252" y="2201104"/>
            <a:ext cx="5395747" cy="549522"/>
          </a:xfrm>
          <a:prstGeom prst="rect">
            <a:avLst/>
          </a:prstGeom>
        </p:spPr>
        <p:txBody>
          <a:bodyPr lIns="0" tIns="0" rIns="0" bIns="0" anchor="ctr"/>
          <a:lstStyle>
            <a:lvl1pPr marL="0" indent="0" algn="l">
              <a:buNone/>
              <a:defRPr sz="2400" b="1" i="0" spc="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Changer titre du chapitre</a:t>
            </a:r>
          </a:p>
        </p:txBody>
      </p:sp>
      <p:sp>
        <p:nvSpPr>
          <p:cNvPr id="35" name="Espace réservé du texte 23">
            <a:extLst>
              <a:ext uri="{FF2B5EF4-FFF2-40B4-BE49-F238E27FC236}">
                <a16:creationId xmlns:a16="http://schemas.microsoft.com/office/drawing/2014/main" id="{55DFE276-7539-1440-A312-0E0B16DCF332}"/>
              </a:ext>
            </a:extLst>
          </p:cNvPr>
          <p:cNvSpPr>
            <a:spLocks noGrp="1"/>
          </p:cNvSpPr>
          <p:nvPr>
            <p:ph type="body" sz="quarter" idx="13" hasCustomPrompt="1"/>
          </p:nvPr>
        </p:nvSpPr>
        <p:spPr>
          <a:xfrm>
            <a:off x="10903113" y="2210120"/>
            <a:ext cx="916298" cy="549522"/>
          </a:xfrm>
          <a:prstGeom prst="rect">
            <a:avLst/>
          </a:prstGeom>
        </p:spPr>
        <p:txBody>
          <a:bodyPr lIns="0" tIns="0" rIns="0" bIns="0" anchor="ctr"/>
          <a:lstStyle>
            <a:lvl1pPr marL="0" indent="0" algn="r">
              <a:buNone/>
              <a:defRPr sz="1600" b="0" i="0" spc="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page 3</a:t>
            </a:r>
          </a:p>
        </p:txBody>
      </p:sp>
      <p:sp>
        <p:nvSpPr>
          <p:cNvPr id="36" name="Espace réservé du texte 23">
            <a:extLst>
              <a:ext uri="{FF2B5EF4-FFF2-40B4-BE49-F238E27FC236}">
                <a16:creationId xmlns:a16="http://schemas.microsoft.com/office/drawing/2014/main" id="{3EA47158-C398-C04C-9775-696F09B1B16F}"/>
              </a:ext>
            </a:extLst>
          </p:cNvPr>
          <p:cNvSpPr>
            <a:spLocks noGrp="1"/>
          </p:cNvSpPr>
          <p:nvPr>
            <p:ph type="body" sz="quarter" idx="14" hasCustomPrompt="1"/>
          </p:nvPr>
        </p:nvSpPr>
        <p:spPr>
          <a:xfrm>
            <a:off x="4585599" y="3652155"/>
            <a:ext cx="5395747" cy="549522"/>
          </a:xfrm>
          <a:prstGeom prst="rect">
            <a:avLst/>
          </a:prstGeom>
        </p:spPr>
        <p:txBody>
          <a:bodyPr lIns="0" tIns="0" rIns="0" bIns="0" anchor="ctr"/>
          <a:lstStyle>
            <a:lvl1pPr marL="0" indent="0" algn="l">
              <a:buNone/>
              <a:defRPr sz="2400" b="1" i="0" spc="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Changer titre du chapitre</a:t>
            </a:r>
          </a:p>
        </p:txBody>
      </p:sp>
      <p:sp>
        <p:nvSpPr>
          <p:cNvPr id="40" name="Espace réservé du texte 23">
            <a:extLst>
              <a:ext uri="{FF2B5EF4-FFF2-40B4-BE49-F238E27FC236}">
                <a16:creationId xmlns:a16="http://schemas.microsoft.com/office/drawing/2014/main" id="{C2962C3B-AA93-FA49-AA1C-7DFCCA37932C}"/>
              </a:ext>
            </a:extLst>
          </p:cNvPr>
          <p:cNvSpPr>
            <a:spLocks noGrp="1"/>
          </p:cNvSpPr>
          <p:nvPr>
            <p:ph type="body" sz="quarter" idx="18" hasCustomPrompt="1"/>
          </p:nvPr>
        </p:nvSpPr>
        <p:spPr>
          <a:xfrm>
            <a:off x="10964659" y="3652155"/>
            <a:ext cx="916298" cy="549522"/>
          </a:xfrm>
          <a:prstGeom prst="rect">
            <a:avLst/>
          </a:prstGeom>
        </p:spPr>
        <p:txBody>
          <a:bodyPr lIns="0" tIns="0" rIns="0" bIns="0" anchor="ctr"/>
          <a:lstStyle>
            <a:lvl1pPr marL="0" indent="0" algn="r">
              <a:buNone/>
              <a:defRPr sz="1600" b="0" i="0" spc="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page 6</a:t>
            </a:r>
          </a:p>
        </p:txBody>
      </p:sp>
    </p:spTree>
    <p:extLst>
      <p:ext uri="{BB962C8B-B14F-4D97-AF65-F5344CB8AC3E}">
        <p14:creationId xmlns:p14="http://schemas.microsoft.com/office/powerpoint/2010/main" val="36571679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e seul">
    <p:spTree>
      <p:nvGrpSpPr>
        <p:cNvPr id="1" name=""/>
        <p:cNvGrpSpPr/>
        <p:nvPr/>
      </p:nvGrpSpPr>
      <p:grpSpPr>
        <a:xfrm>
          <a:off x="0" y="0"/>
          <a:ext cx="0" cy="0"/>
          <a:chOff x="0" y="0"/>
          <a:chExt cx="0" cy="0"/>
        </a:xfrm>
      </p:grpSpPr>
      <p:pic>
        <p:nvPicPr>
          <p:cNvPr id="43" name="Image 42">
            <a:extLst>
              <a:ext uri="{FF2B5EF4-FFF2-40B4-BE49-F238E27FC236}">
                <a16:creationId xmlns:a16="http://schemas.microsoft.com/office/drawing/2014/main" id="{86C06759-3B92-ED4D-AEE4-7401404E029E}"/>
              </a:ext>
            </a:extLst>
          </p:cNvPr>
          <p:cNvPicPr>
            <a:picLocks noChangeAspect="1"/>
          </p:cNvPicPr>
          <p:nvPr userDrawn="1"/>
        </p:nvPicPr>
        <p:blipFill>
          <a:blip r:embed="rId2"/>
          <a:stretch>
            <a:fillRect/>
          </a:stretch>
        </p:blipFill>
        <p:spPr>
          <a:xfrm>
            <a:off x="1" y="-5035"/>
            <a:ext cx="12192000" cy="759633"/>
          </a:xfrm>
          <a:prstGeom prst="rect">
            <a:avLst/>
          </a:prstGeom>
        </p:spPr>
      </p:pic>
      <p:sp>
        <p:nvSpPr>
          <p:cNvPr id="52" name="Title 12">
            <a:extLst>
              <a:ext uri="{FF2B5EF4-FFF2-40B4-BE49-F238E27FC236}">
                <a16:creationId xmlns:a16="http://schemas.microsoft.com/office/drawing/2014/main" id="{7ED219E2-95A1-0943-AD7A-101DF2F5A920}"/>
              </a:ext>
            </a:extLst>
          </p:cNvPr>
          <p:cNvSpPr txBox="1">
            <a:spLocks/>
          </p:cNvSpPr>
          <p:nvPr userDrawn="1"/>
        </p:nvSpPr>
        <p:spPr>
          <a:xfrm>
            <a:off x="1" y="-20305"/>
            <a:ext cx="12192000" cy="774904"/>
          </a:xfrm>
          <a:prstGeom prst="rect">
            <a:avLst/>
          </a:prstGeom>
          <a:solidFill>
            <a:srgbClr val="1F5363">
              <a:alpha val="50000"/>
            </a:srgbClr>
          </a:solidFill>
        </p:spPr>
        <p:txBody>
          <a:bodyPr anchor="ctr"/>
          <a:lstStyle>
            <a:lvl1pPr algn="l" defTabSz="914400" rtl="0" eaLnBrk="1" latinLnBrk="0" hangingPunct="1">
              <a:lnSpc>
                <a:spcPct val="90000"/>
              </a:lnSpc>
              <a:spcBef>
                <a:spcPct val="0"/>
              </a:spcBef>
              <a:buNone/>
              <a:defRPr sz="1600" b="1" kern="1200">
                <a:solidFill>
                  <a:srgbClr val="1B445F"/>
                </a:solidFill>
                <a:latin typeface="AvantGarGotItcT"/>
                <a:ea typeface="+mj-ea"/>
                <a:cs typeface="+mj-cs"/>
              </a:defRPr>
            </a:lvl1pPr>
          </a:lstStyle>
          <a:p>
            <a:pPr marL="180000">
              <a:buClrTx/>
              <a:buFontTx/>
            </a:pPr>
            <a:endParaRPr lang="fr-FR" sz="2800">
              <a:solidFill>
                <a:schemeClr val="bg1"/>
              </a:solidFill>
              <a:latin typeface="Calibri" panose="020F0502020204030204" pitchFamily="34" charset="0"/>
              <a:cs typeface="Calibri" panose="020F0502020204030204" pitchFamily="34" charset="0"/>
            </a:endParaRPr>
          </a:p>
        </p:txBody>
      </p:sp>
      <p:sp>
        <p:nvSpPr>
          <p:cNvPr id="53" name="Espace réservé du texte 23">
            <a:extLst>
              <a:ext uri="{FF2B5EF4-FFF2-40B4-BE49-F238E27FC236}">
                <a16:creationId xmlns:a16="http://schemas.microsoft.com/office/drawing/2014/main" id="{F41D184B-0509-9344-87BD-F44776E00A48}"/>
              </a:ext>
            </a:extLst>
          </p:cNvPr>
          <p:cNvSpPr>
            <a:spLocks noGrp="1"/>
          </p:cNvSpPr>
          <p:nvPr>
            <p:ph type="body" sz="quarter" idx="11" hasCustomPrompt="1"/>
          </p:nvPr>
        </p:nvSpPr>
        <p:spPr>
          <a:xfrm>
            <a:off x="0" y="-1"/>
            <a:ext cx="12191999" cy="754597"/>
          </a:xfrm>
          <a:prstGeom prst="rect">
            <a:avLst/>
          </a:prstGeom>
        </p:spPr>
        <p:txBody>
          <a:bodyPr lIns="270000" tIns="46800" rIns="270000" bIns="46800" anchor="ctr"/>
          <a:lstStyle>
            <a:lvl1pPr marL="0" indent="0" algn="l">
              <a:buNone/>
              <a:defRPr sz="2800" b="1" i="0" spc="0">
                <a:solidFill>
                  <a:schemeClr val="bg1"/>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Changer titre de la diapositive</a:t>
            </a:r>
          </a:p>
        </p:txBody>
      </p:sp>
      <p:sp>
        <p:nvSpPr>
          <p:cNvPr id="7" name="Espace réservé du texte 23">
            <a:extLst>
              <a:ext uri="{FF2B5EF4-FFF2-40B4-BE49-F238E27FC236}">
                <a16:creationId xmlns:a16="http://schemas.microsoft.com/office/drawing/2014/main" id="{ACB70F44-1D99-394D-AB89-5318F00D0F5F}"/>
              </a:ext>
            </a:extLst>
          </p:cNvPr>
          <p:cNvSpPr>
            <a:spLocks noGrp="1"/>
          </p:cNvSpPr>
          <p:nvPr>
            <p:ph type="body" sz="quarter" idx="12" hasCustomPrompt="1"/>
          </p:nvPr>
        </p:nvSpPr>
        <p:spPr>
          <a:xfrm>
            <a:off x="685939" y="1241035"/>
            <a:ext cx="10820123" cy="4613260"/>
          </a:xfrm>
          <a:prstGeom prst="rect">
            <a:avLst/>
          </a:prstGeom>
        </p:spPr>
        <p:txBody>
          <a:bodyPr lIns="0" tIns="0" rIns="0" bIns="0" anchor="t"/>
          <a:lstStyle>
            <a:lvl1pPr marL="0" indent="0" algn="l">
              <a:buNone/>
              <a:defRPr sz="1400" b="0" i="0" spc="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Texte</a:t>
            </a:r>
          </a:p>
        </p:txBody>
      </p:sp>
    </p:spTree>
    <p:extLst>
      <p:ext uri="{BB962C8B-B14F-4D97-AF65-F5344CB8AC3E}">
        <p14:creationId xmlns:p14="http://schemas.microsoft.com/office/powerpoint/2010/main" val="39062578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 colonnes">
    <p:spTree>
      <p:nvGrpSpPr>
        <p:cNvPr id="1" name=""/>
        <p:cNvGrpSpPr/>
        <p:nvPr/>
      </p:nvGrpSpPr>
      <p:grpSpPr>
        <a:xfrm>
          <a:off x="0" y="0"/>
          <a:ext cx="0" cy="0"/>
          <a:chOff x="0" y="0"/>
          <a:chExt cx="0" cy="0"/>
        </a:xfrm>
      </p:grpSpPr>
      <p:pic>
        <p:nvPicPr>
          <p:cNvPr id="43" name="Image 42">
            <a:extLst>
              <a:ext uri="{FF2B5EF4-FFF2-40B4-BE49-F238E27FC236}">
                <a16:creationId xmlns:a16="http://schemas.microsoft.com/office/drawing/2014/main" id="{86C06759-3B92-ED4D-AEE4-7401404E029E}"/>
              </a:ext>
            </a:extLst>
          </p:cNvPr>
          <p:cNvPicPr>
            <a:picLocks noChangeAspect="1"/>
          </p:cNvPicPr>
          <p:nvPr userDrawn="1"/>
        </p:nvPicPr>
        <p:blipFill>
          <a:blip r:embed="rId2"/>
          <a:stretch>
            <a:fillRect/>
          </a:stretch>
        </p:blipFill>
        <p:spPr>
          <a:xfrm>
            <a:off x="1" y="-5035"/>
            <a:ext cx="12192000" cy="759633"/>
          </a:xfrm>
          <a:prstGeom prst="rect">
            <a:avLst/>
          </a:prstGeom>
        </p:spPr>
      </p:pic>
      <p:sp>
        <p:nvSpPr>
          <p:cNvPr id="52" name="Title 12">
            <a:extLst>
              <a:ext uri="{FF2B5EF4-FFF2-40B4-BE49-F238E27FC236}">
                <a16:creationId xmlns:a16="http://schemas.microsoft.com/office/drawing/2014/main" id="{7ED219E2-95A1-0943-AD7A-101DF2F5A920}"/>
              </a:ext>
            </a:extLst>
          </p:cNvPr>
          <p:cNvSpPr txBox="1">
            <a:spLocks/>
          </p:cNvSpPr>
          <p:nvPr userDrawn="1"/>
        </p:nvSpPr>
        <p:spPr>
          <a:xfrm>
            <a:off x="1" y="-20305"/>
            <a:ext cx="12192000" cy="774904"/>
          </a:xfrm>
          <a:prstGeom prst="rect">
            <a:avLst/>
          </a:prstGeom>
          <a:solidFill>
            <a:srgbClr val="1F5363">
              <a:alpha val="50000"/>
            </a:srgbClr>
          </a:solidFill>
        </p:spPr>
        <p:txBody>
          <a:bodyPr anchor="ctr"/>
          <a:lstStyle>
            <a:lvl1pPr algn="l" defTabSz="914400" rtl="0" eaLnBrk="1" latinLnBrk="0" hangingPunct="1">
              <a:lnSpc>
                <a:spcPct val="90000"/>
              </a:lnSpc>
              <a:spcBef>
                <a:spcPct val="0"/>
              </a:spcBef>
              <a:buNone/>
              <a:defRPr sz="1600" b="1" kern="1200">
                <a:solidFill>
                  <a:srgbClr val="1B445F"/>
                </a:solidFill>
                <a:latin typeface="AvantGarGotItcT"/>
                <a:ea typeface="+mj-ea"/>
                <a:cs typeface="+mj-cs"/>
              </a:defRPr>
            </a:lvl1pPr>
          </a:lstStyle>
          <a:p>
            <a:pPr marL="180000">
              <a:buClrTx/>
              <a:buFontTx/>
            </a:pPr>
            <a:endParaRPr lang="fr-FR" sz="2800">
              <a:solidFill>
                <a:schemeClr val="bg1"/>
              </a:solidFill>
              <a:latin typeface="Calibri" panose="020F0502020204030204" pitchFamily="34" charset="0"/>
              <a:cs typeface="Calibri" panose="020F0502020204030204" pitchFamily="34" charset="0"/>
            </a:endParaRPr>
          </a:p>
        </p:txBody>
      </p:sp>
      <p:sp>
        <p:nvSpPr>
          <p:cNvPr id="53" name="Espace réservé du texte 23">
            <a:extLst>
              <a:ext uri="{FF2B5EF4-FFF2-40B4-BE49-F238E27FC236}">
                <a16:creationId xmlns:a16="http://schemas.microsoft.com/office/drawing/2014/main" id="{F41D184B-0509-9344-87BD-F44776E00A48}"/>
              </a:ext>
            </a:extLst>
          </p:cNvPr>
          <p:cNvSpPr>
            <a:spLocks noGrp="1"/>
          </p:cNvSpPr>
          <p:nvPr>
            <p:ph type="body" sz="quarter" idx="11" hasCustomPrompt="1"/>
          </p:nvPr>
        </p:nvSpPr>
        <p:spPr>
          <a:xfrm>
            <a:off x="0" y="-1"/>
            <a:ext cx="12191999" cy="754597"/>
          </a:xfrm>
          <a:prstGeom prst="rect">
            <a:avLst/>
          </a:prstGeom>
        </p:spPr>
        <p:txBody>
          <a:bodyPr lIns="270000" tIns="46800" rIns="270000" bIns="46800" anchor="ctr"/>
          <a:lstStyle>
            <a:lvl1pPr marL="0" indent="0" algn="l">
              <a:buNone/>
              <a:defRPr sz="2800" b="1" i="0" spc="0">
                <a:solidFill>
                  <a:schemeClr val="bg1"/>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Changer titre de la diapositive</a:t>
            </a:r>
          </a:p>
        </p:txBody>
      </p:sp>
      <p:sp>
        <p:nvSpPr>
          <p:cNvPr id="54" name="Espace réservé du texte 23">
            <a:extLst>
              <a:ext uri="{FF2B5EF4-FFF2-40B4-BE49-F238E27FC236}">
                <a16:creationId xmlns:a16="http://schemas.microsoft.com/office/drawing/2014/main" id="{6BEC00FC-5FD6-9747-A4F5-1BA0C868AE09}"/>
              </a:ext>
            </a:extLst>
          </p:cNvPr>
          <p:cNvSpPr>
            <a:spLocks noGrp="1"/>
          </p:cNvSpPr>
          <p:nvPr>
            <p:ph type="body" sz="quarter" idx="12" hasCustomPrompt="1"/>
          </p:nvPr>
        </p:nvSpPr>
        <p:spPr>
          <a:xfrm>
            <a:off x="685939" y="1241035"/>
            <a:ext cx="5096545" cy="4613260"/>
          </a:xfrm>
          <a:prstGeom prst="rect">
            <a:avLst/>
          </a:prstGeom>
        </p:spPr>
        <p:txBody>
          <a:bodyPr lIns="0" tIns="0" rIns="0" bIns="0" anchor="t"/>
          <a:lstStyle>
            <a:lvl1pPr marL="0" indent="0" algn="l">
              <a:buNone/>
              <a:defRPr sz="1400" b="0" i="0" spc="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Colonne de texte à gauche</a:t>
            </a:r>
          </a:p>
        </p:txBody>
      </p:sp>
      <p:sp>
        <p:nvSpPr>
          <p:cNvPr id="55" name="Espace réservé du texte 23">
            <a:extLst>
              <a:ext uri="{FF2B5EF4-FFF2-40B4-BE49-F238E27FC236}">
                <a16:creationId xmlns:a16="http://schemas.microsoft.com/office/drawing/2014/main" id="{C8D64181-356C-BF4B-AD7A-BF7600F64136}"/>
              </a:ext>
            </a:extLst>
          </p:cNvPr>
          <p:cNvSpPr>
            <a:spLocks noGrp="1"/>
          </p:cNvSpPr>
          <p:nvPr>
            <p:ph type="body" sz="quarter" idx="13" hasCustomPrompt="1"/>
          </p:nvPr>
        </p:nvSpPr>
        <p:spPr>
          <a:xfrm>
            <a:off x="6409517" y="1238735"/>
            <a:ext cx="5096545" cy="4613260"/>
          </a:xfrm>
          <a:prstGeom prst="rect">
            <a:avLst/>
          </a:prstGeom>
        </p:spPr>
        <p:txBody>
          <a:bodyPr lIns="0" tIns="0" rIns="0" bIns="0" anchor="t"/>
          <a:lstStyle>
            <a:lvl1pPr marL="0" indent="0" algn="l">
              <a:buNone/>
              <a:defRPr sz="1400" b="0" i="0" spc="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Colonne de texte à droite</a:t>
            </a:r>
          </a:p>
        </p:txBody>
      </p:sp>
    </p:spTree>
    <p:extLst>
      <p:ext uri="{BB962C8B-B14F-4D97-AF65-F5344CB8AC3E}">
        <p14:creationId xmlns:p14="http://schemas.microsoft.com/office/powerpoint/2010/main" val="18071218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e et image">
    <p:spTree>
      <p:nvGrpSpPr>
        <p:cNvPr id="1" name=""/>
        <p:cNvGrpSpPr/>
        <p:nvPr/>
      </p:nvGrpSpPr>
      <p:grpSpPr>
        <a:xfrm>
          <a:off x="0" y="0"/>
          <a:ext cx="0" cy="0"/>
          <a:chOff x="0" y="0"/>
          <a:chExt cx="0" cy="0"/>
        </a:xfrm>
      </p:grpSpPr>
      <p:pic>
        <p:nvPicPr>
          <p:cNvPr id="43" name="Image 42">
            <a:extLst>
              <a:ext uri="{FF2B5EF4-FFF2-40B4-BE49-F238E27FC236}">
                <a16:creationId xmlns:a16="http://schemas.microsoft.com/office/drawing/2014/main" id="{86C06759-3B92-ED4D-AEE4-7401404E029E}"/>
              </a:ext>
            </a:extLst>
          </p:cNvPr>
          <p:cNvPicPr>
            <a:picLocks noChangeAspect="1"/>
          </p:cNvPicPr>
          <p:nvPr userDrawn="1"/>
        </p:nvPicPr>
        <p:blipFill>
          <a:blip r:embed="rId2"/>
          <a:stretch>
            <a:fillRect/>
          </a:stretch>
        </p:blipFill>
        <p:spPr>
          <a:xfrm>
            <a:off x="1" y="-5035"/>
            <a:ext cx="12192000" cy="759633"/>
          </a:xfrm>
          <a:prstGeom prst="rect">
            <a:avLst/>
          </a:prstGeom>
        </p:spPr>
      </p:pic>
      <p:sp>
        <p:nvSpPr>
          <p:cNvPr id="52" name="Title 12">
            <a:extLst>
              <a:ext uri="{FF2B5EF4-FFF2-40B4-BE49-F238E27FC236}">
                <a16:creationId xmlns:a16="http://schemas.microsoft.com/office/drawing/2014/main" id="{7ED219E2-95A1-0943-AD7A-101DF2F5A920}"/>
              </a:ext>
            </a:extLst>
          </p:cNvPr>
          <p:cNvSpPr txBox="1">
            <a:spLocks/>
          </p:cNvSpPr>
          <p:nvPr userDrawn="1"/>
        </p:nvSpPr>
        <p:spPr>
          <a:xfrm>
            <a:off x="1" y="-20305"/>
            <a:ext cx="12192000" cy="774904"/>
          </a:xfrm>
          <a:prstGeom prst="rect">
            <a:avLst/>
          </a:prstGeom>
          <a:solidFill>
            <a:srgbClr val="1F5363">
              <a:alpha val="50000"/>
            </a:srgbClr>
          </a:solidFill>
        </p:spPr>
        <p:txBody>
          <a:bodyPr anchor="ctr"/>
          <a:lstStyle>
            <a:lvl1pPr algn="l" defTabSz="914400" rtl="0" eaLnBrk="1" latinLnBrk="0" hangingPunct="1">
              <a:lnSpc>
                <a:spcPct val="90000"/>
              </a:lnSpc>
              <a:spcBef>
                <a:spcPct val="0"/>
              </a:spcBef>
              <a:buNone/>
              <a:defRPr sz="1600" b="1" kern="1200">
                <a:solidFill>
                  <a:srgbClr val="1B445F"/>
                </a:solidFill>
                <a:latin typeface="AvantGarGotItcT"/>
                <a:ea typeface="+mj-ea"/>
                <a:cs typeface="+mj-cs"/>
              </a:defRPr>
            </a:lvl1pPr>
          </a:lstStyle>
          <a:p>
            <a:pPr marL="180000">
              <a:buClrTx/>
              <a:buFontTx/>
            </a:pPr>
            <a:endParaRPr lang="fr-FR" sz="2800">
              <a:solidFill>
                <a:schemeClr val="bg1"/>
              </a:solidFill>
              <a:latin typeface="Calibri" panose="020F0502020204030204" pitchFamily="34" charset="0"/>
              <a:cs typeface="Calibri" panose="020F0502020204030204" pitchFamily="34" charset="0"/>
            </a:endParaRPr>
          </a:p>
        </p:txBody>
      </p:sp>
      <p:sp>
        <p:nvSpPr>
          <p:cNvPr id="53" name="Espace réservé du texte 23">
            <a:extLst>
              <a:ext uri="{FF2B5EF4-FFF2-40B4-BE49-F238E27FC236}">
                <a16:creationId xmlns:a16="http://schemas.microsoft.com/office/drawing/2014/main" id="{F41D184B-0509-9344-87BD-F44776E00A48}"/>
              </a:ext>
            </a:extLst>
          </p:cNvPr>
          <p:cNvSpPr>
            <a:spLocks noGrp="1"/>
          </p:cNvSpPr>
          <p:nvPr>
            <p:ph type="body" sz="quarter" idx="11" hasCustomPrompt="1"/>
          </p:nvPr>
        </p:nvSpPr>
        <p:spPr>
          <a:xfrm>
            <a:off x="0" y="-1"/>
            <a:ext cx="12191999" cy="754597"/>
          </a:xfrm>
          <a:prstGeom prst="rect">
            <a:avLst/>
          </a:prstGeom>
        </p:spPr>
        <p:txBody>
          <a:bodyPr lIns="270000" tIns="46800" rIns="270000" bIns="46800" anchor="ctr"/>
          <a:lstStyle>
            <a:lvl1pPr marL="0" indent="0" algn="l">
              <a:buNone/>
              <a:defRPr sz="2800" b="1" i="0" spc="0">
                <a:solidFill>
                  <a:schemeClr val="bg1"/>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Changer titre de la diapositive</a:t>
            </a:r>
          </a:p>
        </p:txBody>
      </p:sp>
      <p:sp>
        <p:nvSpPr>
          <p:cNvPr id="54" name="Espace réservé du texte 23">
            <a:extLst>
              <a:ext uri="{FF2B5EF4-FFF2-40B4-BE49-F238E27FC236}">
                <a16:creationId xmlns:a16="http://schemas.microsoft.com/office/drawing/2014/main" id="{6BEC00FC-5FD6-9747-A4F5-1BA0C868AE09}"/>
              </a:ext>
            </a:extLst>
          </p:cNvPr>
          <p:cNvSpPr>
            <a:spLocks noGrp="1"/>
          </p:cNvSpPr>
          <p:nvPr>
            <p:ph type="body" sz="quarter" idx="12" hasCustomPrompt="1"/>
          </p:nvPr>
        </p:nvSpPr>
        <p:spPr>
          <a:xfrm>
            <a:off x="685939" y="1241035"/>
            <a:ext cx="5096545" cy="1293815"/>
          </a:xfrm>
          <a:prstGeom prst="rect">
            <a:avLst/>
          </a:prstGeom>
        </p:spPr>
        <p:txBody>
          <a:bodyPr lIns="0" tIns="0" rIns="0" bIns="0" anchor="t"/>
          <a:lstStyle>
            <a:lvl1pPr marL="0" indent="0" algn="l">
              <a:buNone/>
              <a:defRPr sz="1800" b="0" i="0" spc="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Texte</a:t>
            </a:r>
          </a:p>
        </p:txBody>
      </p:sp>
      <p:sp>
        <p:nvSpPr>
          <p:cNvPr id="8" name="Espace réservé pour une image  2">
            <a:extLst>
              <a:ext uri="{FF2B5EF4-FFF2-40B4-BE49-F238E27FC236}">
                <a16:creationId xmlns:a16="http://schemas.microsoft.com/office/drawing/2014/main" id="{32B17CA0-7B4B-0249-8C01-D6A16678D57E}"/>
              </a:ext>
            </a:extLst>
          </p:cNvPr>
          <p:cNvSpPr>
            <a:spLocks noGrp="1"/>
          </p:cNvSpPr>
          <p:nvPr>
            <p:ph type="pic" sz="quarter" idx="14" hasCustomPrompt="1"/>
          </p:nvPr>
        </p:nvSpPr>
        <p:spPr>
          <a:xfrm>
            <a:off x="6409516" y="1238735"/>
            <a:ext cx="5096545" cy="4613260"/>
          </a:xfrm>
          <a:prstGeom prst="rect">
            <a:avLst/>
          </a:prstGeom>
        </p:spPr>
        <p:txBody>
          <a:bodyPr/>
          <a:lstStyle>
            <a:lvl1pPr marL="0" indent="0">
              <a:buFontTx/>
              <a:buNone/>
              <a:defRPr sz="2000">
                <a:solidFill>
                  <a:srgbClr val="1B445F"/>
                </a:solidFill>
                <a:latin typeface="Calibri" panose="020F0502020204030204" pitchFamily="34" charset="0"/>
                <a:cs typeface="Calibri" panose="020F0502020204030204" pitchFamily="34" charset="0"/>
              </a:defRPr>
            </a:lvl1pPr>
          </a:lstStyle>
          <a:p>
            <a:r>
              <a:rPr lang="fr-FR"/>
              <a:t>Cliquer pour insérer une image</a:t>
            </a:r>
          </a:p>
        </p:txBody>
      </p:sp>
      <p:sp>
        <p:nvSpPr>
          <p:cNvPr id="15" name="Espace réservé du texte 23">
            <a:extLst>
              <a:ext uri="{FF2B5EF4-FFF2-40B4-BE49-F238E27FC236}">
                <a16:creationId xmlns:a16="http://schemas.microsoft.com/office/drawing/2014/main" id="{5CA10920-988C-8943-932E-EFAD26030E59}"/>
              </a:ext>
            </a:extLst>
          </p:cNvPr>
          <p:cNvSpPr>
            <a:spLocks noGrp="1"/>
          </p:cNvSpPr>
          <p:nvPr>
            <p:ph type="body" sz="quarter" idx="15" hasCustomPrompt="1"/>
          </p:nvPr>
        </p:nvSpPr>
        <p:spPr>
          <a:xfrm>
            <a:off x="685939" y="2896095"/>
            <a:ext cx="5096545" cy="1293815"/>
          </a:xfrm>
          <a:prstGeom prst="rect">
            <a:avLst/>
          </a:prstGeom>
        </p:spPr>
        <p:txBody>
          <a:bodyPr lIns="0" tIns="0" rIns="0" bIns="0" anchor="t"/>
          <a:lstStyle>
            <a:lvl1pPr marL="0" indent="0" algn="l">
              <a:buNone/>
              <a:defRPr sz="1800" b="0" i="0" spc="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Texte</a:t>
            </a:r>
          </a:p>
        </p:txBody>
      </p:sp>
      <p:sp>
        <p:nvSpPr>
          <p:cNvPr id="17" name="Espace réservé du texte 23">
            <a:extLst>
              <a:ext uri="{FF2B5EF4-FFF2-40B4-BE49-F238E27FC236}">
                <a16:creationId xmlns:a16="http://schemas.microsoft.com/office/drawing/2014/main" id="{A59E213D-CFC8-474D-9D68-442A8AA0AC5E}"/>
              </a:ext>
            </a:extLst>
          </p:cNvPr>
          <p:cNvSpPr>
            <a:spLocks noGrp="1"/>
          </p:cNvSpPr>
          <p:nvPr>
            <p:ph type="body" sz="quarter" idx="16" hasCustomPrompt="1"/>
          </p:nvPr>
        </p:nvSpPr>
        <p:spPr>
          <a:xfrm>
            <a:off x="685939" y="4558180"/>
            <a:ext cx="5096545" cy="1293815"/>
          </a:xfrm>
          <a:prstGeom prst="rect">
            <a:avLst/>
          </a:prstGeom>
        </p:spPr>
        <p:txBody>
          <a:bodyPr lIns="0" tIns="0" rIns="0" bIns="0" anchor="t"/>
          <a:lstStyle>
            <a:lvl1pPr marL="0" indent="0" algn="l">
              <a:buNone/>
              <a:defRPr sz="1800" b="0" i="0" spc="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Texte</a:t>
            </a:r>
          </a:p>
        </p:txBody>
      </p:sp>
      <p:cxnSp>
        <p:nvCxnSpPr>
          <p:cNvPr id="13" name="Connecteur droit 12">
            <a:extLst>
              <a:ext uri="{FF2B5EF4-FFF2-40B4-BE49-F238E27FC236}">
                <a16:creationId xmlns:a16="http://schemas.microsoft.com/office/drawing/2014/main" id="{F2FEFD0B-339E-AF4F-9099-7AF059A6383B}"/>
              </a:ext>
            </a:extLst>
          </p:cNvPr>
          <p:cNvCxnSpPr>
            <a:cxnSpLocks/>
          </p:cNvCxnSpPr>
          <p:nvPr userDrawn="1"/>
        </p:nvCxnSpPr>
        <p:spPr>
          <a:xfrm>
            <a:off x="685939" y="2714288"/>
            <a:ext cx="5096545" cy="0"/>
          </a:xfrm>
          <a:prstGeom prst="line">
            <a:avLst/>
          </a:prstGeom>
          <a:ln w="25400">
            <a:solidFill>
              <a:srgbClr val="41A4C7"/>
            </a:solidFill>
            <a:prstDash val="sysDot"/>
          </a:ln>
        </p:spPr>
        <p:style>
          <a:lnRef idx="1">
            <a:schemeClr val="accent1"/>
          </a:lnRef>
          <a:fillRef idx="0">
            <a:schemeClr val="accent1"/>
          </a:fillRef>
          <a:effectRef idx="0">
            <a:schemeClr val="accent1"/>
          </a:effectRef>
          <a:fontRef idx="minor">
            <a:schemeClr val="tx1"/>
          </a:fontRef>
        </p:style>
      </p:cxnSp>
      <p:cxnSp>
        <p:nvCxnSpPr>
          <p:cNvPr id="16" name="Connecteur droit 15">
            <a:extLst>
              <a:ext uri="{FF2B5EF4-FFF2-40B4-BE49-F238E27FC236}">
                <a16:creationId xmlns:a16="http://schemas.microsoft.com/office/drawing/2014/main" id="{A63393BA-537A-DB4C-B8A2-6AC2973373F8}"/>
              </a:ext>
            </a:extLst>
          </p:cNvPr>
          <p:cNvCxnSpPr>
            <a:cxnSpLocks/>
          </p:cNvCxnSpPr>
          <p:nvPr userDrawn="1"/>
        </p:nvCxnSpPr>
        <p:spPr>
          <a:xfrm>
            <a:off x="685939" y="4371397"/>
            <a:ext cx="5096545" cy="0"/>
          </a:xfrm>
          <a:prstGeom prst="line">
            <a:avLst/>
          </a:prstGeom>
          <a:ln w="25400">
            <a:solidFill>
              <a:srgbClr val="41A4C7"/>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23147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Graphique et texte">
    <p:spTree>
      <p:nvGrpSpPr>
        <p:cNvPr id="1" name=""/>
        <p:cNvGrpSpPr/>
        <p:nvPr/>
      </p:nvGrpSpPr>
      <p:grpSpPr>
        <a:xfrm>
          <a:off x="0" y="0"/>
          <a:ext cx="0" cy="0"/>
          <a:chOff x="0" y="0"/>
          <a:chExt cx="0" cy="0"/>
        </a:xfrm>
      </p:grpSpPr>
      <p:pic>
        <p:nvPicPr>
          <p:cNvPr id="43" name="Image 42">
            <a:extLst>
              <a:ext uri="{FF2B5EF4-FFF2-40B4-BE49-F238E27FC236}">
                <a16:creationId xmlns:a16="http://schemas.microsoft.com/office/drawing/2014/main" id="{86C06759-3B92-ED4D-AEE4-7401404E029E}"/>
              </a:ext>
            </a:extLst>
          </p:cNvPr>
          <p:cNvPicPr>
            <a:picLocks noChangeAspect="1"/>
          </p:cNvPicPr>
          <p:nvPr userDrawn="1"/>
        </p:nvPicPr>
        <p:blipFill>
          <a:blip r:embed="rId2"/>
          <a:stretch>
            <a:fillRect/>
          </a:stretch>
        </p:blipFill>
        <p:spPr>
          <a:xfrm>
            <a:off x="1" y="-5035"/>
            <a:ext cx="12192000" cy="759633"/>
          </a:xfrm>
          <a:prstGeom prst="rect">
            <a:avLst/>
          </a:prstGeom>
        </p:spPr>
      </p:pic>
      <p:sp>
        <p:nvSpPr>
          <p:cNvPr id="52" name="Title 12">
            <a:extLst>
              <a:ext uri="{FF2B5EF4-FFF2-40B4-BE49-F238E27FC236}">
                <a16:creationId xmlns:a16="http://schemas.microsoft.com/office/drawing/2014/main" id="{7ED219E2-95A1-0943-AD7A-101DF2F5A920}"/>
              </a:ext>
            </a:extLst>
          </p:cNvPr>
          <p:cNvSpPr txBox="1">
            <a:spLocks/>
          </p:cNvSpPr>
          <p:nvPr userDrawn="1"/>
        </p:nvSpPr>
        <p:spPr>
          <a:xfrm>
            <a:off x="1" y="-20305"/>
            <a:ext cx="12192000" cy="774904"/>
          </a:xfrm>
          <a:prstGeom prst="rect">
            <a:avLst/>
          </a:prstGeom>
          <a:solidFill>
            <a:srgbClr val="1F5363">
              <a:alpha val="50000"/>
            </a:srgbClr>
          </a:solidFill>
        </p:spPr>
        <p:txBody>
          <a:bodyPr anchor="ctr"/>
          <a:lstStyle>
            <a:lvl1pPr algn="l" defTabSz="914400" rtl="0" eaLnBrk="1" latinLnBrk="0" hangingPunct="1">
              <a:lnSpc>
                <a:spcPct val="90000"/>
              </a:lnSpc>
              <a:spcBef>
                <a:spcPct val="0"/>
              </a:spcBef>
              <a:buNone/>
              <a:defRPr sz="1600" b="1" kern="1200">
                <a:solidFill>
                  <a:srgbClr val="1B445F"/>
                </a:solidFill>
                <a:latin typeface="AvantGarGotItcT"/>
                <a:ea typeface="+mj-ea"/>
                <a:cs typeface="+mj-cs"/>
              </a:defRPr>
            </a:lvl1pPr>
          </a:lstStyle>
          <a:p>
            <a:pPr marL="180000">
              <a:buClrTx/>
              <a:buFontTx/>
            </a:pPr>
            <a:endParaRPr lang="fr-FR" sz="2800">
              <a:solidFill>
                <a:schemeClr val="bg1"/>
              </a:solidFill>
              <a:latin typeface="Calibri" panose="020F0502020204030204" pitchFamily="34" charset="0"/>
              <a:cs typeface="Calibri" panose="020F0502020204030204" pitchFamily="34" charset="0"/>
            </a:endParaRPr>
          </a:p>
        </p:txBody>
      </p:sp>
      <p:sp>
        <p:nvSpPr>
          <p:cNvPr id="53" name="Espace réservé du texte 23">
            <a:extLst>
              <a:ext uri="{FF2B5EF4-FFF2-40B4-BE49-F238E27FC236}">
                <a16:creationId xmlns:a16="http://schemas.microsoft.com/office/drawing/2014/main" id="{F41D184B-0509-9344-87BD-F44776E00A48}"/>
              </a:ext>
            </a:extLst>
          </p:cNvPr>
          <p:cNvSpPr>
            <a:spLocks noGrp="1"/>
          </p:cNvSpPr>
          <p:nvPr>
            <p:ph type="body" sz="quarter" idx="11" hasCustomPrompt="1"/>
          </p:nvPr>
        </p:nvSpPr>
        <p:spPr>
          <a:xfrm>
            <a:off x="0" y="-1"/>
            <a:ext cx="12191999" cy="754597"/>
          </a:xfrm>
          <a:prstGeom prst="rect">
            <a:avLst/>
          </a:prstGeom>
        </p:spPr>
        <p:txBody>
          <a:bodyPr lIns="270000" tIns="46800" rIns="270000" bIns="46800" anchor="ctr"/>
          <a:lstStyle>
            <a:lvl1pPr marL="0" indent="0" algn="l">
              <a:buNone/>
              <a:defRPr sz="2800" b="1" i="0" spc="0">
                <a:solidFill>
                  <a:schemeClr val="bg1"/>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Changer titre de la diapositive</a:t>
            </a:r>
          </a:p>
        </p:txBody>
      </p:sp>
      <p:sp>
        <p:nvSpPr>
          <p:cNvPr id="13" name="Espace réservé du graphique 2">
            <a:extLst>
              <a:ext uri="{FF2B5EF4-FFF2-40B4-BE49-F238E27FC236}">
                <a16:creationId xmlns:a16="http://schemas.microsoft.com/office/drawing/2014/main" id="{5704F82A-C2B5-874E-A712-6595A2250A46}"/>
              </a:ext>
            </a:extLst>
          </p:cNvPr>
          <p:cNvSpPr>
            <a:spLocks noGrp="1"/>
          </p:cNvSpPr>
          <p:nvPr>
            <p:ph type="chart" sz="quarter" idx="17" hasCustomPrompt="1"/>
          </p:nvPr>
        </p:nvSpPr>
        <p:spPr>
          <a:xfrm>
            <a:off x="685939" y="1238735"/>
            <a:ext cx="5096545" cy="4613260"/>
          </a:xfrm>
          <a:prstGeom prst="rect">
            <a:avLst/>
          </a:prstGeom>
        </p:spPr>
        <p:txBody>
          <a:bodyPr/>
          <a:lstStyle>
            <a:lvl1pPr marL="0" indent="0">
              <a:buFontTx/>
              <a:buNone/>
              <a:defRPr sz="2000">
                <a:solidFill>
                  <a:srgbClr val="1B445F"/>
                </a:solidFill>
                <a:latin typeface="Calibri" panose="020F0502020204030204" pitchFamily="34" charset="0"/>
                <a:cs typeface="Calibri" panose="020F0502020204030204" pitchFamily="34" charset="0"/>
              </a:defRPr>
            </a:lvl1pPr>
          </a:lstStyle>
          <a:p>
            <a:r>
              <a:rPr lang="fr-FR"/>
              <a:t>Cliquer pour insérer un graphique</a:t>
            </a:r>
          </a:p>
        </p:txBody>
      </p:sp>
      <p:sp>
        <p:nvSpPr>
          <p:cNvPr id="10" name="Espace réservé du texte 23">
            <a:extLst>
              <a:ext uri="{FF2B5EF4-FFF2-40B4-BE49-F238E27FC236}">
                <a16:creationId xmlns:a16="http://schemas.microsoft.com/office/drawing/2014/main" id="{BED7D098-872D-7E43-A7A0-D106FBF9EF2A}"/>
              </a:ext>
            </a:extLst>
          </p:cNvPr>
          <p:cNvSpPr>
            <a:spLocks noGrp="1"/>
          </p:cNvSpPr>
          <p:nvPr>
            <p:ph type="body" sz="quarter" idx="19" hasCustomPrompt="1"/>
          </p:nvPr>
        </p:nvSpPr>
        <p:spPr>
          <a:xfrm>
            <a:off x="6409518" y="1847497"/>
            <a:ext cx="5096542" cy="4004498"/>
          </a:xfrm>
          <a:prstGeom prst="rect">
            <a:avLst/>
          </a:prstGeom>
        </p:spPr>
        <p:txBody>
          <a:bodyPr lIns="0" tIns="0" rIns="0" bIns="0" anchor="t"/>
          <a:lstStyle>
            <a:lvl1pPr marL="0" indent="0" algn="l">
              <a:buNone/>
              <a:defRPr sz="1800" b="0" i="0" spc="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Texte</a:t>
            </a:r>
          </a:p>
        </p:txBody>
      </p:sp>
      <p:sp>
        <p:nvSpPr>
          <p:cNvPr id="14" name="Espace réservé du texte 23">
            <a:extLst>
              <a:ext uri="{FF2B5EF4-FFF2-40B4-BE49-F238E27FC236}">
                <a16:creationId xmlns:a16="http://schemas.microsoft.com/office/drawing/2014/main" id="{CC481238-980B-A040-8970-40E20FB94B38}"/>
              </a:ext>
            </a:extLst>
          </p:cNvPr>
          <p:cNvSpPr>
            <a:spLocks noGrp="1"/>
          </p:cNvSpPr>
          <p:nvPr>
            <p:ph type="body" sz="quarter" idx="12" hasCustomPrompt="1"/>
          </p:nvPr>
        </p:nvSpPr>
        <p:spPr>
          <a:xfrm>
            <a:off x="6409518" y="1241279"/>
            <a:ext cx="5096541" cy="267882"/>
          </a:xfrm>
          <a:prstGeom prst="rect">
            <a:avLst/>
          </a:prstGeom>
        </p:spPr>
        <p:txBody>
          <a:bodyPr lIns="0" tIns="0" rIns="0" bIns="0" anchor="t"/>
          <a:lstStyle>
            <a:lvl1pPr marL="0" indent="0" algn="ctr">
              <a:buNone/>
              <a:defRPr sz="1800" b="1" i="0" spc="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Changer titre</a:t>
            </a:r>
          </a:p>
        </p:txBody>
      </p:sp>
      <p:cxnSp>
        <p:nvCxnSpPr>
          <p:cNvPr id="15" name="Connecteur droit 14">
            <a:extLst>
              <a:ext uri="{FF2B5EF4-FFF2-40B4-BE49-F238E27FC236}">
                <a16:creationId xmlns:a16="http://schemas.microsoft.com/office/drawing/2014/main" id="{F3A6E393-D242-BE43-9A85-E8BA60D2DFDD}"/>
              </a:ext>
            </a:extLst>
          </p:cNvPr>
          <p:cNvCxnSpPr>
            <a:cxnSpLocks/>
          </p:cNvCxnSpPr>
          <p:nvPr userDrawn="1"/>
        </p:nvCxnSpPr>
        <p:spPr>
          <a:xfrm>
            <a:off x="6409514" y="1689904"/>
            <a:ext cx="5096545" cy="0"/>
          </a:xfrm>
          <a:prstGeom prst="line">
            <a:avLst/>
          </a:prstGeom>
          <a:ln w="25400">
            <a:solidFill>
              <a:srgbClr val="41A4C7"/>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21410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 colonnes">
    <p:spTree>
      <p:nvGrpSpPr>
        <p:cNvPr id="1" name=""/>
        <p:cNvGrpSpPr/>
        <p:nvPr/>
      </p:nvGrpSpPr>
      <p:grpSpPr>
        <a:xfrm>
          <a:off x="0" y="0"/>
          <a:ext cx="0" cy="0"/>
          <a:chOff x="0" y="0"/>
          <a:chExt cx="0" cy="0"/>
        </a:xfrm>
      </p:grpSpPr>
      <p:pic>
        <p:nvPicPr>
          <p:cNvPr id="43" name="Image 42">
            <a:extLst>
              <a:ext uri="{FF2B5EF4-FFF2-40B4-BE49-F238E27FC236}">
                <a16:creationId xmlns:a16="http://schemas.microsoft.com/office/drawing/2014/main" id="{86C06759-3B92-ED4D-AEE4-7401404E029E}"/>
              </a:ext>
            </a:extLst>
          </p:cNvPr>
          <p:cNvPicPr>
            <a:picLocks noChangeAspect="1"/>
          </p:cNvPicPr>
          <p:nvPr userDrawn="1"/>
        </p:nvPicPr>
        <p:blipFill>
          <a:blip r:embed="rId2"/>
          <a:stretch>
            <a:fillRect/>
          </a:stretch>
        </p:blipFill>
        <p:spPr>
          <a:xfrm>
            <a:off x="1" y="-5035"/>
            <a:ext cx="12192000" cy="759633"/>
          </a:xfrm>
          <a:prstGeom prst="rect">
            <a:avLst/>
          </a:prstGeom>
        </p:spPr>
      </p:pic>
      <p:sp>
        <p:nvSpPr>
          <p:cNvPr id="52" name="Title 12">
            <a:extLst>
              <a:ext uri="{FF2B5EF4-FFF2-40B4-BE49-F238E27FC236}">
                <a16:creationId xmlns:a16="http://schemas.microsoft.com/office/drawing/2014/main" id="{7ED219E2-95A1-0943-AD7A-101DF2F5A920}"/>
              </a:ext>
            </a:extLst>
          </p:cNvPr>
          <p:cNvSpPr txBox="1">
            <a:spLocks/>
          </p:cNvSpPr>
          <p:nvPr userDrawn="1"/>
        </p:nvSpPr>
        <p:spPr>
          <a:xfrm>
            <a:off x="1" y="-20305"/>
            <a:ext cx="12192000" cy="774904"/>
          </a:xfrm>
          <a:prstGeom prst="rect">
            <a:avLst/>
          </a:prstGeom>
          <a:solidFill>
            <a:srgbClr val="1F5363">
              <a:alpha val="50000"/>
            </a:srgbClr>
          </a:solidFill>
        </p:spPr>
        <p:txBody>
          <a:bodyPr anchor="ctr"/>
          <a:lstStyle>
            <a:lvl1pPr algn="l" defTabSz="914400" rtl="0" eaLnBrk="1" latinLnBrk="0" hangingPunct="1">
              <a:lnSpc>
                <a:spcPct val="90000"/>
              </a:lnSpc>
              <a:spcBef>
                <a:spcPct val="0"/>
              </a:spcBef>
              <a:buNone/>
              <a:defRPr sz="1600" b="1" kern="1200">
                <a:solidFill>
                  <a:srgbClr val="1B445F"/>
                </a:solidFill>
                <a:latin typeface="AvantGarGotItcT"/>
                <a:ea typeface="+mj-ea"/>
                <a:cs typeface="+mj-cs"/>
              </a:defRPr>
            </a:lvl1pPr>
          </a:lstStyle>
          <a:p>
            <a:pPr marL="180000">
              <a:buClrTx/>
              <a:buFontTx/>
            </a:pPr>
            <a:endParaRPr lang="fr-FR" sz="2800">
              <a:solidFill>
                <a:schemeClr val="bg1"/>
              </a:solidFill>
              <a:latin typeface="Calibri" panose="020F0502020204030204" pitchFamily="34" charset="0"/>
              <a:cs typeface="Calibri" panose="020F0502020204030204" pitchFamily="34" charset="0"/>
            </a:endParaRPr>
          </a:p>
        </p:txBody>
      </p:sp>
      <p:sp>
        <p:nvSpPr>
          <p:cNvPr id="53" name="Espace réservé du texte 23">
            <a:extLst>
              <a:ext uri="{FF2B5EF4-FFF2-40B4-BE49-F238E27FC236}">
                <a16:creationId xmlns:a16="http://schemas.microsoft.com/office/drawing/2014/main" id="{F41D184B-0509-9344-87BD-F44776E00A48}"/>
              </a:ext>
            </a:extLst>
          </p:cNvPr>
          <p:cNvSpPr>
            <a:spLocks noGrp="1"/>
          </p:cNvSpPr>
          <p:nvPr>
            <p:ph type="body" sz="quarter" idx="11" hasCustomPrompt="1"/>
          </p:nvPr>
        </p:nvSpPr>
        <p:spPr>
          <a:xfrm>
            <a:off x="0" y="-1"/>
            <a:ext cx="12191999" cy="754597"/>
          </a:xfrm>
          <a:prstGeom prst="rect">
            <a:avLst/>
          </a:prstGeom>
        </p:spPr>
        <p:txBody>
          <a:bodyPr lIns="270000" tIns="46800" rIns="270000" bIns="46800" anchor="ctr"/>
          <a:lstStyle>
            <a:lvl1pPr marL="0" indent="0" algn="l">
              <a:buNone/>
              <a:defRPr sz="2800" b="1" i="0" spc="0">
                <a:solidFill>
                  <a:schemeClr val="bg1"/>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Changer titre de la diapositive</a:t>
            </a:r>
          </a:p>
        </p:txBody>
      </p:sp>
      <p:sp>
        <p:nvSpPr>
          <p:cNvPr id="31" name="Espace réservé du texte 23">
            <a:extLst>
              <a:ext uri="{FF2B5EF4-FFF2-40B4-BE49-F238E27FC236}">
                <a16:creationId xmlns:a16="http://schemas.microsoft.com/office/drawing/2014/main" id="{150CB36B-953F-4148-9C63-CB1D5ECBE8E2}"/>
              </a:ext>
            </a:extLst>
          </p:cNvPr>
          <p:cNvSpPr>
            <a:spLocks noGrp="1"/>
          </p:cNvSpPr>
          <p:nvPr>
            <p:ph type="body" sz="quarter" idx="12" hasCustomPrompt="1"/>
          </p:nvPr>
        </p:nvSpPr>
        <p:spPr>
          <a:xfrm>
            <a:off x="685940" y="3414534"/>
            <a:ext cx="3330475" cy="2439760"/>
          </a:xfrm>
          <a:prstGeom prst="rect">
            <a:avLst/>
          </a:prstGeom>
        </p:spPr>
        <p:txBody>
          <a:bodyPr lIns="0" tIns="0" rIns="0" bIns="0" anchor="t"/>
          <a:lstStyle>
            <a:lvl1pPr marL="0" indent="0" algn="l">
              <a:buNone/>
              <a:defRPr sz="1400" b="0" i="0" spc="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Colonne de texte à gauche</a:t>
            </a:r>
          </a:p>
        </p:txBody>
      </p:sp>
      <p:sp>
        <p:nvSpPr>
          <p:cNvPr id="32" name="Espace réservé du texte 23">
            <a:extLst>
              <a:ext uri="{FF2B5EF4-FFF2-40B4-BE49-F238E27FC236}">
                <a16:creationId xmlns:a16="http://schemas.microsoft.com/office/drawing/2014/main" id="{49BE225D-4587-F642-95AA-D4CB91345E7E}"/>
              </a:ext>
            </a:extLst>
          </p:cNvPr>
          <p:cNvSpPr>
            <a:spLocks noGrp="1"/>
          </p:cNvSpPr>
          <p:nvPr>
            <p:ph type="body" sz="quarter" idx="13" hasCustomPrompt="1"/>
          </p:nvPr>
        </p:nvSpPr>
        <p:spPr>
          <a:xfrm>
            <a:off x="8175586" y="3412232"/>
            <a:ext cx="3330475" cy="2439762"/>
          </a:xfrm>
          <a:prstGeom prst="rect">
            <a:avLst/>
          </a:prstGeom>
        </p:spPr>
        <p:txBody>
          <a:bodyPr lIns="0" tIns="0" rIns="0" bIns="0" anchor="t"/>
          <a:lstStyle>
            <a:lvl1pPr marL="0" indent="0" algn="l">
              <a:buNone/>
              <a:defRPr sz="1400" b="0" i="0" spc="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Colonne de texte à droite</a:t>
            </a:r>
          </a:p>
        </p:txBody>
      </p:sp>
      <p:sp>
        <p:nvSpPr>
          <p:cNvPr id="33" name="Espace réservé du texte 23">
            <a:extLst>
              <a:ext uri="{FF2B5EF4-FFF2-40B4-BE49-F238E27FC236}">
                <a16:creationId xmlns:a16="http://schemas.microsoft.com/office/drawing/2014/main" id="{9D468986-6480-9346-9445-65F3C63C4DFC}"/>
              </a:ext>
            </a:extLst>
          </p:cNvPr>
          <p:cNvSpPr>
            <a:spLocks noGrp="1"/>
          </p:cNvSpPr>
          <p:nvPr>
            <p:ph type="body" sz="quarter" idx="14" hasCustomPrompt="1"/>
          </p:nvPr>
        </p:nvSpPr>
        <p:spPr>
          <a:xfrm>
            <a:off x="4430763" y="3412233"/>
            <a:ext cx="3330475" cy="2439761"/>
          </a:xfrm>
          <a:prstGeom prst="rect">
            <a:avLst/>
          </a:prstGeom>
        </p:spPr>
        <p:txBody>
          <a:bodyPr lIns="0" tIns="0" rIns="0" bIns="0" anchor="t"/>
          <a:lstStyle>
            <a:lvl1pPr marL="0" indent="0" algn="l">
              <a:buNone/>
              <a:defRPr sz="1400" b="0" i="0" spc="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Colonne de texte au milieu</a:t>
            </a:r>
          </a:p>
        </p:txBody>
      </p:sp>
      <p:sp>
        <p:nvSpPr>
          <p:cNvPr id="35" name="Espace réservé du texte 23">
            <a:extLst>
              <a:ext uri="{FF2B5EF4-FFF2-40B4-BE49-F238E27FC236}">
                <a16:creationId xmlns:a16="http://schemas.microsoft.com/office/drawing/2014/main" id="{4BE3EBCC-3F2C-974D-B7E0-4FE0FE2B6096}"/>
              </a:ext>
            </a:extLst>
          </p:cNvPr>
          <p:cNvSpPr>
            <a:spLocks noGrp="1"/>
          </p:cNvSpPr>
          <p:nvPr>
            <p:ph type="body" sz="quarter" idx="18" hasCustomPrompt="1"/>
          </p:nvPr>
        </p:nvSpPr>
        <p:spPr>
          <a:xfrm>
            <a:off x="685940" y="2522412"/>
            <a:ext cx="3330475" cy="517485"/>
          </a:xfrm>
          <a:prstGeom prst="rect">
            <a:avLst/>
          </a:prstGeom>
        </p:spPr>
        <p:txBody>
          <a:bodyPr lIns="0" tIns="0" rIns="0" bIns="0" anchor="t"/>
          <a:lstStyle>
            <a:lvl1pPr marL="0" indent="0" algn="ctr">
              <a:spcBef>
                <a:spcPts val="400"/>
              </a:spcBef>
              <a:buNone/>
              <a:defRPr sz="1600" b="1" i="0" spc="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Changer titre colonne de gauche</a:t>
            </a:r>
          </a:p>
        </p:txBody>
      </p:sp>
      <p:sp>
        <p:nvSpPr>
          <p:cNvPr id="37" name="Espace réservé du texte 23">
            <a:extLst>
              <a:ext uri="{FF2B5EF4-FFF2-40B4-BE49-F238E27FC236}">
                <a16:creationId xmlns:a16="http://schemas.microsoft.com/office/drawing/2014/main" id="{4452D0F2-BBA8-C242-BEAE-6F55B6ABE7BB}"/>
              </a:ext>
            </a:extLst>
          </p:cNvPr>
          <p:cNvSpPr>
            <a:spLocks noGrp="1"/>
          </p:cNvSpPr>
          <p:nvPr>
            <p:ph type="body" sz="quarter" idx="22" hasCustomPrompt="1"/>
          </p:nvPr>
        </p:nvSpPr>
        <p:spPr>
          <a:xfrm>
            <a:off x="4430763" y="2520112"/>
            <a:ext cx="3330475" cy="517485"/>
          </a:xfrm>
          <a:prstGeom prst="rect">
            <a:avLst/>
          </a:prstGeom>
        </p:spPr>
        <p:txBody>
          <a:bodyPr lIns="0" tIns="0" rIns="0" bIns="0" anchor="t"/>
          <a:lstStyle>
            <a:lvl1pPr marL="0" indent="0" algn="ctr">
              <a:spcBef>
                <a:spcPts val="400"/>
              </a:spcBef>
              <a:buNone/>
              <a:defRPr sz="1600" b="1" i="0" spc="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Changer titre colonne du milieu</a:t>
            </a:r>
          </a:p>
        </p:txBody>
      </p:sp>
      <p:sp>
        <p:nvSpPr>
          <p:cNvPr id="39" name="Espace réservé du texte 23">
            <a:extLst>
              <a:ext uri="{FF2B5EF4-FFF2-40B4-BE49-F238E27FC236}">
                <a16:creationId xmlns:a16="http://schemas.microsoft.com/office/drawing/2014/main" id="{1CEDCE72-7B19-5841-83CE-CE44056B04AC}"/>
              </a:ext>
            </a:extLst>
          </p:cNvPr>
          <p:cNvSpPr>
            <a:spLocks noGrp="1"/>
          </p:cNvSpPr>
          <p:nvPr>
            <p:ph type="body" sz="quarter" idx="25" hasCustomPrompt="1"/>
          </p:nvPr>
        </p:nvSpPr>
        <p:spPr>
          <a:xfrm>
            <a:off x="8156711" y="2520111"/>
            <a:ext cx="3330475" cy="517485"/>
          </a:xfrm>
          <a:prstGeom prst="rect">
            <a:avLst/>
          </a:prstGeom>
        </p:spPr>
        <p:txBody>
          <a:bodyPr lIns="0" tIns="0" rIns="0" bIns="0" anchor="t"/>
          <a:lstStyle>
            <a:lvl1pPr marL="0" indent="0" algn="ctr">
              <a:spcBef>
                <a:spcPts val="400"/>
              </a:spcBef>
              <a:buNone/>
              <a:defRPr sz="1600" b="1" i="0" spc="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Changer titre colonne de droite</a:t>
            </a:r>
          </a:p>
        </p:txBody>
      </p:sp>
      <p:sp>
        <p:nvSpPr>
          <p:cNvPr id="40" name="Espace réservé pour une image  4">
            <a:extLst>
              <a:ext uri="{FF2B5EF4-FFF2-40B4-BE49-F238E27FC236}">
                <a16:creationId xmlns:a16="http://schemas.microsoft.com/office/drawing/2014/main" id="{B2D07E5C-865B-8D41-9F3B-3922F4A09B7B}"/>
              </a:ext>
            </a:extLst>
          </p:cNvPr>
          <p:cNvSpPr>
            <a:spLocks noGrp="1"/>
          </p:cNvSpPr>
          <p:nvPr>
            <p:ph type="pic" sz="quarter" idx="17" hasCustomPrompt="1"/>
          </p:nvPr>
        </p:nvSpPr>
        <p:spPr>
          <a:xfrm>
            <a:off x="1840305" y="1254968"/>
            <a:ext cx="1021744" cy="1021565"/>
          </a:xfrm>
          <a:prstGeom prst="ellipse">
            <a:avLst/>
          </a:prstGeom>
          <a:ln w="63500">
            <a:solidFill>
              <a:srgbClr val="539DB1"/>
            </a:solidFill>
          </a:ln>
        </p:spPr>
        <p:txBody>
          <a:bodyPr/>
          <a:lstStyle>
            <a:lvl1pPr marL="0" indent="0">
              <a:buFontTx/>
              <a:buNone/>
              <a:defRPr sz="1200"/>
            </a:lvl1pPr>
          </a:lstStyle>
          <a:p>
            <a:r>
              <a:rPr lang="fr-FR" err="1"/>
              <a:t>Picto</a:t>
            </a:r>
            <a:endParaRPr lang="fr-FR"/>
          </a:p>
        </p:txBody>
      </p:sp>
      <p:sp>
        <p:nvSpPr>
          <p:cNvPr id="41" name="Espace réservé pour une image  4">
            <a:extLst>
              <a:ext uri="{FF2B5EF4-FFF2-40B4-BE49-F238E27FC236}">
                <a16:creationId xmlns:a16="http://schemas.microsoft.com/office/drawing/2014/main" id="{2527B583-B4FE-9542-A875-64D734CB266A}"/>
              </a:ext>
            </a:extLst>
          </p:cNvPr>
          <p:cNvSpPr>
            <a:spLocks noGrp="1"/>
          </p:cNvSpPr>
          <p:nvPr>
            <p:ph type="pic" sz="quarter" idx="26" hasCustomPrompt="1"/>
          </p:nvPr>
        </p:nvSpPr>
        <p:spPr>
          <a:xfrm>
            <a:off x="5585127" y="1254968"/>
            <a:ext cx="1021744" cy="1021565"/>
          </a:xfrm>
          <a:prstGeom prst="ellipse">
            <a:avLst/>
          </a:prstGeom>
          <a:ln w="63500">
            <a:solidFill>
              <a:srgbClr val="539DB1"/>
            </a:solidFill>
          </a:ln>
        </p:spPr>
        <p:txBody>
          <a:bodyPr/>
          <a:lstStyle>
            <a:lvl1pPr marL="0" indent="0">
              <a:buFontTx/>
              <a:buNone/>
              <a:defRPr sz="1200"/>
            </a:lvl1pPr>
          </a:lstStyle>
          <a:p>
            <a:r>
              <a:rPr lang="fr-FR"/>
              <a:t>Picto</a:t>
            </a:r>
          </a:p>
        </p:txBody>
      </p:sp>
      <p:sp>
        <p:nvSpPr>
          <p:cNvPr id="42" name="Espace réservé pour une image  4">
            <a:extLst>
              <a:ext uri="{FF2B5EF4-FFF2-40B4-BE49-F238E27FC236}">
                <a16:creationId xmlns:a16="http://schemas.microsoft.com/office/drawing/2014/main" id="{FBD705E3-DA7E-5442-ABB1-6B0FC65466C9}"/>
              </a:ext>
            </a:extLst>
          </p:cNvPr>
          <p:cNvSpPr>
            <a:spLocks noGrp="1"/>
          </p:cNvSpPr>
          <p:nvPr>
            <p:ph type="pic" sz="quarter" idx="27" hasCustomPrompt="1"/>
          </p:nvPr>
        </p:nvSpPr>
        <p:spPr>
          <a:xfrm>
            <a:off x="9311076" y="1254968"/>
            <a:ext cx="1021744" cy="1021565"/>
          </a:xfrm>
          <a:prstGeom prst="ellipse">
            <a:avLst/>
          </a:prstGeom>
          <a:ln w="63500">
            <a:solidFill>
              <a:srgbClr val="539DB1"/>
            </a:solidFill>
          </a:ln>
        </p:spPr>
        <p:txBody>
          <a:bodyPr/>
          <a:lstStyle>
            <a:lvl1pPr marL="0" indent="0">
              <a:buFontTx/>
              <a:buNone/>
              <a:defRPr sz="1200"/>
            </a:lvl1pPr>
          </a:lstStyle>
          <a:p>
            <a:r>
              <a:rPr lang="fr-FR"/>
              <a:t>Picto</a:t>
            </a:r>
          </a:p>
        </p:txBody>
      </p:sp>
      <p:cxnSp>
        <p:nvCxnSpPr>
          <p:cNvPr id="17" name="Connecteur droit 16">
            <a:extLst>
              <a:ext uri="{FF2B5EF4-FFF2-40B4-BE49-F238E27FC236}">
                <a16:creationId xmlns:a16="http://schemas.microsoft.com/office/drawing/2014/main" id="{7CD41F5D-74DD-704C-8A46-9725BB43295A}"/>
              </a:ext>
            </a:extLst>
          </p:cNvPr>
          <p:cNvCxnSpPr>
            <a:cxnSpLocks/>
          </p:cNvCxnSpPr>
          <p:nvPr userDrawn="1"/>
        </p:nvCxnSpPr>
        <p:spPr>
          <a:xfrm>
            <a:off x="685940" y="3206187"/>
            <a:ext cx="3330475" cy="0"/>
          </a:xfrm>
          <a:prstGeom prst="line">
            <a:avLst/>
          </a:prstGeom>
          <a:ln w="25400">
            <a:solidFill>
              <a:srgbClr val="41A4C7"/>
            </a:solidFill>
            <a:prstDash val="sysDot"/>
          </a:ln>
        </p:spPr>
        <p:style>
          <a:lnRef idx="1">
            <a:schemeClr val="accent1"/>
          </a:lnRef>
          <a:fillRef idx="0">
            <a:schemeClr val="accent1"/>
          </a:fillRef>
          <a:effectRef idx="0">
            <a:schemeClr val="accent1"/>
          </a:effectRef>
          <a:fontRef idx="minor">
            <a:schemeClr val="tx1"/>
          </a:fontRef>
        </p:style>
      </p:cxnSp>
      <p:cxnSp>
        <p:nvCxnSpPr>
          <p:cNvPr id="21" name="Connecteur droit 20">
            <a:extLst>
              <a:ext uri="{FF2B5EF4-FFF2-40B4-BE49-F238E27FC236}">
                <a16:creationId xmlns:a16="http://schemas.microsoft.com/office/drawing/2014/main" id="{5B42D3ED-071B-0E46-A282-B8EA4FDDF8FF}"/>
              </a:ext>
            </a:extLst>
          </p:cNvPr>
          <p:cNvCxnSpPr>
            <a:cxnSpLocks/>
          </p:cNvCxnSpPr>
          <p:nvPr userDrawn="1"/>
        </p:nvCxnSpPr>
        <p:spPr>
          <a:xfrm>
            <a:off x="4430763" y="3206187"/>
            <a:ext cx="3330475" cy="0"/>
          </a:xfrm>
          <a:prstGeom prst="line">
            <a:avLst/>
          </a:prstGeom>
          <a:ln w="25400">
            <a:solidFill>
              <a:srgbClr val="41A4C7"/>
            </a:solidFill>
            <a:prstDash val="sysDot"/>
          </a:ln>
        </p:spPr>
        <p:style>
          <a:lnRef idx="1">
            <a:schemeClr val="accent1"/>
          </a:lnRef>
          <a:fillRef idx="0">
            <a:schemeClr val="accent1"/>
          </a:fillRef>
          <a:effectRef idx="0">
            <a:schemeClr val="accent1"/>
          </a:effectRef>
          <a:fontRef idx="minor">
            <a:schemeClr val="tx1"/>
          </a:fontRef>
        </p:style>
      </p:cxnSp>
      <p:cxnSp>
        <p:nvCxnSpPr>
          <p:cNvPr id="22" name="Connecteur droit 21">
            <a:extLst>
              <a:ext uri="{FF2B5EF4-FFF2-40B4-BE49-F238E27FC236}">
                <a16:creationId xmlns:a16="http://schemas.microsoft.com/office/drawing/2014/main" id="{64679DC9-8987-5F40-93DA-66DC3C80F643}"/>
              </a:ext>
            </a:extLst>
          </p:cNvPr>
          <p:cNvCxnSpPr>
            <a:cxnSpLocks/>
          </p:cNvCxnSpPr>
          <p:nvPr userDrawn="1"/>
        </p:nvCxnSpPr>
        <p:spPr>
          <a:xfrm>
            <a:off x="8175586" y="3206187"/>
            <a:ext cx="3330475" cy="0"/>
          </a:xfrm>
          <a:prstGeom prst="line">
            <a:avLst/>
          </a:prstGeom>
          <a:ln w="25400">
            <a:solidFill>
              <a:srgbClr val="41A4C7"/>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57782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 rangées">
    <p:spTree>
      <p:nvGrpSpPr>
        <p:cNvPr id="1" name=""/>
        <p:cNvGrpSpPr/>
        <p:nvPr/>
      </p:nvGrpSpPr>
      <p:grpSpPr>
        <a:xfrm>
          <a:off x="0" y="0"/>
          <a:ext cx="0" cy="0"/>
          <a:chOff x="0" y="0"/>
          <a:chExt cx="0" cy="0"/>
        </a:xfrm>
      </p:grpSpPr>
      <p:pic>
        <p:nvPicPr>
          <p:cNvPr id="43" name="Image 42">
            <a:extLst>
              <a:ext uri="{FF2B5EF4-FFF2-40B4-BE49-F238E27FC236}">
                <a16:creationId xmlns:a16="http://schemas.microsoft.com/office/drawing/2014/main" id="{86C06759-3B92-ED4D-AEE4-7401404E029E}"/>
              </a:ext>
            </a:extLst>
          </p:cNvPr>
          <p:cNvPicPr>
            <a:picLocks noChangeAspect="1"/>
          </p:cNvPicPr>
          <p:nvPr userDrawn="1"/>
        </p:nvPicPr>
        <p:blipFill>
          <a:blip r:embed="rId2"/>
          <a:stretch>
            <a:fillRect/>
          </a:stretch>
        </p:blipFill>
        <p:spPr>
          <a:xfrm>
            <a:off x="1" y="-5035"/>
            <a:ext cx="12192000" cy="759633"/>
          </a:xfrm>
          <a:prstGeom prst="rect">
            <a:avLst/>
          </a:prstGeom>
        </p:spPr>
      </p:pic>
      <p:sp>
        <p:nvSpPr>
          <p:cNvPr id="52" name="Title 12">
            <a:extLst>
              <a:ext uri="{FF2B5EF4-FFF2-40B4-BE49-F238E27FC236}">
                <a16:creationId xmlns:a16="http://schemas.microsoft.com/office/drawing/2014/main" id="{7ED219E2-95A1-0943-AD7A-101DF2F5A920}"/>
              </a:ext>
            </a:extLst>
          </p:cNvPr>
          <p:cNvSpPr txBox="1">
            <a:spLocks/>
          </p:cNvSpPr>
          <p:nvPr userDrawn="1"/>
        </p:nvSpPr>
        <p:spPr>
          <a:xfrm>
            <a:off x="1" y="-20305"/>
            <a:ext cx="12192000" cy="774904"/>
          </a:xfrm>
          <a:prstGeom prst="rect">
            <a:avLst/>
          </a:prstGeom>
          <a:solidFill>
            <a:srgbClr val="1F5363">
              <a:alpha val="50000"/>
            </a:srgbClr>
          </a:solidFill>
        </p:spPr>
        <p:txBody>
          <a:bodyPr anchor="ctr"/>
          <a:lstStyle>
            <a:lvl1pPr algn="l" defTabSz="914400" rtl="0" eaLnBrk="1" latinLnBrk="0" hangingPunct="1">
              <a:lnSpc>
                <a:spcPct val="90000"/>
              </a:lnSpc>
              <a:spcBef>
                <a:spcPct val="0"/>
              </a:spcBef>
              <a:buNone/>
              <a:defRPr sz="1600" b="1" kern="1200">
                <a:solidFill>
                  <a:srgbClr val="1B445F"/>
                </a:solidFill>
                <a:latin typeface="AvantGarGotItcT"/>
                <a:ea typeface="+mj-ea"/>
                <a:cs typeface="+mj-cs"/>
              </a:defRPr>
            </a:lvl1pPr>
          </a:lstStyle>
          <a:p>
            <a:pPr marL="180000">
              <a:buClrTx/>
              <a:buFontTx/>
            </a:pPr>
            <a:endParaRPr lang="fr-FR" sz="2800">
              <a:solidFill>
                <a:schemeClr val="bg1"/>
              </a:solidFill>
              <a:latin typeface="Calibri" panose="020F0502020204030204" pitchFamily="34" charset="0"/>
              <a:cs typeface="Calibri" panose="020F0502020204030204" pitchFamily="34" charset="0"/>
            </a:endParaRPr>
          </a:p>
        </p:txBody>
      </p:sp>
      <p:sp>
        <p:nvSpPr>
          <p:cNvPr id="53" name="Espace réservé du texte 23">
            <a:extLst>
              <a:ext uri="{FF2B5EF4-FFF2-40B4-BE49-F238E27FC236}">
                <a16:creationId xmlns:a16="http://schemas.microsoft.com/office/drawing/2014/main" id="{F41D184B-0509-9344-87BD-F44776E00A48}"/>
              </a:ext>
            </a:extLst>
          </p:cNvPr>
          <p:cNvSpPr>
            <a:spLocks noGrp="1"/>
          </p:cNvSpPr>
          <p:nvPr>
            <p:ph type="body" sz="quarter" idx="11" hasCustomPrompt="1"/>
          </p:nvPr>
        </p:nvSpPr>
        <p:spPr>
          <a:xfrm>
            <a:off x="0" y="-1"/>
            <a:ext cx="12191999" cy="754597"/>
          </a:xfrm>
          <a:prstGeom prst="rect">
            <a:avLst/>
          </a:prstGeom>
        </p:spPr>
        <p:txBody>
          <a:bodyPr lIns="270000" tIns="46800" rIns="270000" bIns="46800" anchor="ctr"/>
          <a:lstStyle>
            <a:lvl1pPr marL="0" indent="0" algn="l">
              <a:buNone/>
              <a:defRPr sz="2800" b="1" i="0" spc="0">
                <a:solidFill>
                  <a:schemeClr val="bg1"/>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Changer titre de la diapositive</a:t>
            </a:r>
          </a:p>
        </p:txBody>
      </p:sp>
      <p:sp>
        <p:nvSpPr>
          <p:cNvPr id="45" name="Flèche vers la droite 44">
            <a:extLst>
              <a:ext uri="{FF2B5EF4-FFF2-40B4-BE49-F238E27FC236}">
                <a16:creationId xmlns:a16="http://schemas.microsoft.com/office/drawing/2014/main" id="{073CA8F5-692E-EE4A-859C-88F4900D6ABB}"/>
              </a:ext>
            </a:extLst>
          </p:cNvPr>
          <p:cNvSpPr/>
          <p:nvPr userDrawn="1"/>
        </p:nvSpPr>
        <p:spPr>
          <a:xfrm>
            <a:off x="6858201" y="2192317"/>
            <a:ext cx="391886" cy="333829"/>
          </a:xfrm>
          <a:prstGeom prst="rightArrow">
            <a:avLst/>
          </a:prstGeom>
          <a:solidFill>
            <a:srgbClr val="90C9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1" name="Espace réservé du texte 23">
            <a:extLst>
              <a:ext uri="{FF2B5EF4-FFF2-40B4-BE49-F238E27FC236}">
                <a16:creationId xmlns:a16="http://schemas.microsoft.com/office/drawing/2014/main" id="{87BBDDC8-1C19-1B48-8CD1-F89617ACE952}"/>
              </a:ext>
            </a:extLst>
          </p:cNvPr>
          <p:cNvSpPr>
            <a:spLocks noGrp="1"/>
          </p:cNvSpPr>
          <p:nvPr>
            <p:ph type="body" sz="quarter" idx="43" hasCustomPrompt="1"/>
          </p:nvPr>
        </p:nvSpPr>
        <p:spPr>
          <a:xfrm>
            <a:off x="685940" y="1360675"/>
            <a:ext cx="1440000" cy="1440000"/>
          </a:xfrm>
          <a:prstGeom prst="rect">
            <a:avLst/>
          </a:prstGeom>
          <a:solidFill>
            <a:srgbClr val="539DB1"/>
          </a:solidFill>
        </p:spPr>
        <p:txBody>
          <a:bodyPr tIns="180000" bIns="180000" anchor="b"/>
          <a:lstStyle>
            <a:lvl1pPr marL="0" indent="0" algn="ctr">
              <a:buNone/>
              <a:defRPr sz="1200" b="1" i="0">
                <a:solidFill>
                  <a:schemeClr val="bg1"/>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 Texte</a:t>
            </a:r>
          </a:p>
        </p:txBody>
      </p:sp>
      <p:sp>
        <p:nvSpPr>
          <p:cNvPr id="3" name="Espace réservé du texte 2">
            <a:extLst>
              <a:ext uri="{FF2B5EF4-FFF2-40B4-BE49-F238E27FC236}">
                <a16:creationId xmlns:a16="http://schemas.microsoft.com/office/drawing/2014/main" id="{8B588310-7C04-FA47-876B-A52F0C438078}"/>
              </a:ext>
            </a:extLst>
          </p:cNvPr>
          <p:cNvSpPr>
            <a:spLocks noGrp="1"/>
          </p:cNvSpPr>
          <p:nvPr>
            <p:ph type="body" sz="quarter" idx="44" hasCustomPrompt="1"/>
          </p:nvPr>
        </p:nvSpPr>
        <p:spPr>
          <a:xfrm>
            <a:off x="1183929" y="1498803"/>
            <a:ext cx="444021" cy="444021"/>
          </a:xfrm>
          <a:prstGeom prst="ellipse">
            <a:avLst/>
          </a:prstGeom>
          <a:solidFill>
            <a:schemeClr val="bg1"/>
          </a:solidFill>
          <a:ln>
            <a:noFill/>
          </a:ln>
        </p:spPr>
        <p:txBody>
          <a:bodyPr lIns="0" tIns="0" rIns="0" bIns="0" anchor="ctr"/>
          <a:lstStyle>
            <a:lvl1pPr marL="0" indent="0" algn="ctr">
              <a:buNone/>
              <a:defRPr sz="1600" b="1">
                <a:solidFill>
                  <a:srgbClr val="539DB1"/>
                </a:solidFill>
                <a:latin typeface="Calibri" panose="020F0502020204030204" pitchFamily="34" charset="0"/>
                <a:cs typeface="Calibri" panose="020F0502020204030204" pitchFamily="34" charset="0"/>
              </a:defRPr>
            </a:lvl1pPr>
            <a:lvl2pPr>
              <a:defRPr sz="1000">
                <a:solidFill>
                  <a:srgbClr val="539DB1"/>
                </a:solidFill>
                <a:latin typeface="Calibri" panose="020F0502020204030204" pitchFamily="34" charset="0"/>
                <a:cs typeface="Calibri" panose="020F0502020204030204" pitchFamily="34" charset="0"/>
              </a:defRPr>
            </a:lvl2pPr>
            <a:lvl3pPr>
              <a:defRPr sz="900">
                <a:solidFill>
                  <a:srgbClr val="539DB1"/>
                </a:solidFill>
                <a:latin typeface="Calibri" panose="020F0502020204030204" pitchFamily="34" charset="0"/>
                <a:cs typeface="Calibri" panose="020F0502020204030204" pitchFamily="34" charset="0"/>
              </a:defRPr>
            </a:lvl3pPr>
            <a:lvl4pPr>
              <a:defRPr sz="800">
                <a:solidFill>
                  <a:srgbClr val="539DB1"/>
                </a:solidFill>
                <a:latin typeface="Calibri" panose="020F0502020204030204" pitchFamily="34" charset="0"/>
                <a:cs typeface="Calibri" panose="020F0502020204030204" pitchFamily="34" charset="0"/>
              </a:defRPr>
            </a:lvl4pPr>
            <a:lvl5pPr algn="ctr">
              <a:defRPr sz="1600">
                <a:solidFill>
                  <a:srgbClr val="539DB1"/>
                </a:solidFill>
                <a:latin typeface="Calibri" panose="020F0502020204030204" pitchFamily="34" charset="0"/>
                <a:cs typeface="Calibri" panose="020F0502020204030204" pitchFamily="34" charset="0"/>
              </a:defRPr>
            </a:lvl5pPr>
          </a:lstStyle>
          <a:p>
            <a:pPr lvl="0"/>
            <a:r>
              <a:rPr lang="fr-FR"/>
              <a:t>n°</a:t>
            </a:r>
          </a:p>
        </p:txBody>
      </p:sp>
      <p:sp>
        <p:nvSpPr>
          <p:cNvPr id="57" name="Espace réservé du texte 23">
            <a:extLst>
              <a:ext uri="{FF2B5EF4-FFF2-40B4-BE49-F238E27FC236}">
                <a16:creationId xmlns:a16="http://schemas.microsoft.com/office/drawing/2014/main" id="{3DA65E65-4FD3-8043-9BA3-ACEC849F4F5C}"/>
              </a:ext>
            </a:extLst>
          </p:cNvPr>
          <p:cNvSpPr>
            <a:spLocks noGrp="1"/>
          </p:cNvSpPr>
          <p:nvPr>
            <p:ph type="body" sz="quarter" idx="46" hasCustomPrompt="1"/>
          </p:nvPr>
        </p:nvSpPr>
        <p:spPr>
          <a:xfrm>
            <a:off x="685940" y="2911735"/>
            <a:ext cx="1440000" cy="1440000"/>
          </a:xfrm>
          <a:prstGeom prst="rect">
            <a:avLst/>
          </a:prstGeom>
          <a:solidFill>
            <a:srgbClr val="539DB1"/>
          </a:solidFill>
        </p:spPr>
        <p:txBody>
          <a:bodyPr tIns="180000" bIns="180000" anchor="b"/>
          <a:lstStyle>
            <a:lvl1pPr marL="0" indent="0" algn="ctr">
              <a:buNone/>
              <a:defRPr sz="1200" b="1" i="0">
                <a:solidFill>
                  <a:schemeClr val="bg1"/>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 Texte</a:t>
            </a:r>
          </a:p>
        </p:txBody>
      </p:sp>
      <p:sp>
        <p:nvSpPr>
          <p:cNvPr id="58" name="Espace réservé du texte 2">
            <a:extLst>
              <a:ext uri="{FF2B5EF4-FFF2-40B4-BE49-F238E27FC236}">
                <a16:creationId xmlns:a16="http://schemas.microsoft.com/office/drawing/2014/main" id="{D83069BD-A53E-A348-84D5-0A24A9664289}"/>
              </a:ext>
            </a:extLst>
          </p:cNvPr>
          <p:cNvSpPr>
            <a:spLocks noGrp="1"/>
          </p:cNvSpPr>
          <p:nvPr>
            <p:ph type="body" sz="quarter" idx="47" hasCustomPrompt="1"/>
          </p:nvPr>
        </p:nvSpPr>
        <p:spPr>
          <a:xfrm>
            <a:off x="1183929" y="3049863"/>
            <a:ext cx="444021" cy="444021"/>
          </a:xfrm>
          <a:prstGeom prst="ellipse">
            <a:avLst/>
          </a:prstGeom>
          <a:solidFill>
            <a:schemeClr val="bg1"/>
          </a:solidFill>
          <a:ln>
            <a:noFill/>
          </a:ln>
        </p:spPr>
        <p:txBody>
          <a:bodyPr lIns="0" tIns="0" rIns="0" bIns="0" anchor="ctr"/>
          <a:lstStyle>
            <a:lvl1pPr marL="0" indent="0" algn="ctr">
              <a:buNone/>
              <a:defRPr sz="1600" b="1">
                <a:solidFill>
                  <a:srgbClr val="539DB1"/>
                </a:solidFill>
                <a:latin typeface="Calibri" panose="020F0502020204030204" pitchFamily="34" charset="0"/>
                <a:cs typeface="Calibri" panose="020F0502020204030204" pitchFamily="34" charset="0"/>
              </a:defRPr>
            </a:lvl1pPr>
            <a:lvl2pPr>
              <a:defRPr sz="1000">
                <a:solidFill>
                  <a:srgbClr val="539DB1"/>
                </a:solidFill>
                <a:latin typeface="Calibri" panose="020F0502020204030204" pitchFamily="34" charset="0"/>
                <a:cs typeface="Calibri" panose="020F0502020204030204" pitchFamily="34" charset="0"/>
              </a:defRPr>
            </a:lvl2pPr>
            <a:lvl3pPr>
              <a:defRPr sz="900">
                <a:solidFill>
                  <a:srgbClr val="539DB1"/>
                </a:solidFill>
                <a:latin typeface="Calibri" panose="020F0502020204030204" pitchFamily="34" charset="0"/>
                <a:cs typeface="Calibri" panose="020F0502020204030204" pitchFamily="34" charset="0"/>
              </a:defRPr>
            </a:lvl3pPr>
            <a:lvl4pPr>
              <a:defRPr sz="800">
                <a:solidFill>
                  <a:srgbClr val="539DB1"/>
                </a:solidFill>
                <a:latin typeface="Calibri" panose="020F0502020204030204" pitchFamily="34" charset="0"/>
                <a:cs typeface="Calibri" panose="020F0502020204030204" pitchFamily="34" charset="0"/>
              </a:defRPr>
            </a:lvl4pPr>
            <a:lvl5pPr algn="ctr">
              <a:defRPr sz="1600">
                <a:solidFill>
                  <a:srgbClr val="539DB1"/>
                </a:solidFill>
                <a:latin typeface="Calibri" panose="020F0502020204030204" pitchFamily="34" charset="0"/>
                <a:cs typeface="Calibri" panose="020F0502020204030204" pitchFamily="34" charset="0"/>
              </a:defRPr>
            </a:lvl5pPr>
          </a:lstStyle>
          <a:p>
            <a:pPr lvl="0"/>
            <a:r>
              <a:rPr lang="fr-FR"/>
              <a:t>n°</a:t>
            </a:r>
          </a:p>
        </p:txBody>
      </p:sp>
      <p:sp>
        <p:nvSpPr>
          <p:cNvPr id="59" name="Espace réservé du texte 23">
            <a:extLst>
              <a:ext uri="{FF2B5EF4-FFF2-40B4-BE49-F238E27FC236}">
                <a16:creationId xmlns:a16="http://schemas.microsoft.com/office/drawing/2014/main" id="{EC46E71F-5144-8F44-B9D5-9D84DAA45237}"/>
              </a:ext>
            </a:extLst>
          </p:cNvPr>
          <p:cNvSpPr>
            <a:spLocks noGrp="1"/>
          </p:cNvSpPr>
          <p:nvPr>
            <p:ph type="body" sz="quarter" idx="48" hasCustomPrompt="1"/>
          </p:nvPr>
        </p:nvSpPr>
        <p:spPr>
          <a:xfrm>
            <a:off x="685940" y="4462795"/>
            <a:ext cx="1440000" cy="1440000"/>
          </a:xfrm>
          <a:prstGeom prst="rect">
            <a:avLst/>
          </a:prstGeom>
          <a:solidFill>
            <a:srgbClr val="539DB1"/>
          </a:solidFill>
        </p:spPr>
        <p:txBody>
          <a:bodyPr tIns="180000" bIns="180000" anchor="b"/>
          <a:lstStyle>
            <a:lvl1pPr marL="0" indent="0" algn="ctr">
              <a:buNone/>
              <a:defRPr sz="1200" b="1" i="0">
                <a:solidFill>
                  <a:schemeClr val="bg1"/>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 Texte</a:t>
            </a:r>
          </a:p>
        </p:txBody>
      </p:sp>
      <p:sp>
        <p:nvSpPr>
          <p:cNvPr id="60" name="Espace réservé du texte 2">
            <a:extLst>
              <a:ext uri="{FF2B5EF4-FFF2-40B4-BE49-F238E27FC236}">
                <a16:creationId xmlns:a16="http://schemas.microsoft.com/office/drawing/2014/main" id="{24C0B415-2568-0545-9429-F952CB47A605}"/>
              </a:ext>
            </a:extLst>
          </p:cNvPr>
          <p:cNvSpPr>
            <a:spLocks noGrp="1"/>
          </p:cNvSpPr>
          <p:nvPr>
            <p:ph type="body" sz="quarter" idx="49" hasCustomPrompt="1"/>
          </p:nvPr>
        </p:nvSpPr>
        <p:spPr>
          <a:xfrm>
            <a:off x="1183929" y="4600923"/>
            <a:ext cx="444021" cy="444021"/>
          </a:xfrm>
          <a:prstGeom prst="ellipse">
            <a:avLst/>
          </a:prstGeom>
          <a:solidFill>
            <a:schemeClr val="bg1"/>
          </a:solidFill>
          <a:ln>
            <a:noFill/>
          </a:ln>
        </p:spPr>
        <p:txBody>
          <a:bodyPr lIns="0" tIns="0" rIns="0" bIns="0" anchor="ctr"/>
          <a:lstStyle>
            <a:lvl1pPr marL="0" indent="0" algn="ctr">
              <a:buNone/>
              <a:defRPr sz="1600" b="1">
                <a:solidFill>
                  <a:srgbClr val="539DB1"/>
                </a:solidFill>
                <a:latin typeface="Calibri" panose="020F0502020204030204" pitchFamily="34" charset="0"/>
                <a:cs typeface="Calibri" panose="020F0502020204030204" pitchFamily="34" charset="0"/>
              </a:defRPr>
            </a:lvl1pPr>
            <a:lvl2pPr>
              <a:defRPr sz="1000">
                <a:solidFill>
                  <a:srgbClr val="539DB1"/>
                </a:solidFill>
                <a:latin typeface="Calibri" panose="020F0502020204030204" pitchFamily="34" charset="0"/>
                <a:cs typeface="Calibri" panose="020F0502020204030204" pitchFamily="34" charset="0"/>
              </a:defRPr>
            </a:lvl2pPr>
            <a:lvl3pPr>
              <a:defRPr sz="900">
                <a:solidFill>
                  <a:srgbClr val="539DB1"/>
                </a:solidFill>
                <a:latin typeface="Calibri" panose="020F0502020204030204" pitchFamily="34" charset="0"/>
                <a:cs typeface="Calibri" panose="020F0502020204030204" pitchFamily="34" charset="0"/>
              </a:defRPr>
            </a:lvl3pPr>
            <a:lvl4pPr>
              <a:defRPr sz="800">
                <a:solidFill>
                  <a:srgbClr val="539DB1"/>
                </a:solidFill>
                <a:latin typeface="Calibri" panose="020F0502020204030204" pitchFamily="34" charset="0"/>
                <a:cs typeface="Calibri" panose="020F0502020204030204" pitchFamily="34" charset="0"/>
              </a:defRPr>
            </a:lvl4pPr>
            <a:lvl5pPr algn="ctr">
              <a:defRPr sz="1600">
                <a:solidFill>
                  <a:srgbClr val="539DB1"/>
                </a:solidFill>
                <a:latin typeface="Calibri" panose="020F0502020204030204" pitchFamily="34" charset="0"/>
                <a:cs typeface="Calibri" panose="020F0502020204030204" pitchFamily="34" charset="0"/>
              </a:defRPr>
            </a:lvl5pPr>
          </a:lstStyle>
          <a:p>
            <a:pPr lvl="0"/>
            <a:r>
              <a:rPr lang="fr-FR"/>
              <a:t>n°</a:t>
            </a:r>
          </a:p>
        </p:txBody>
      </p:sp>
      <p:sp>
        <p:nvSpPr>
          <p:cNvPr id="61" name="Espace réservé du texte 23">
            <a:extLst>
              <a:ext uri="{FF2B5EF4-FFF2-40B4-BE49-F238E27FC236}">
                <a16:creationId xmlns:a16="http://schemas.microsoft.com/office/drawing/2014/main" id="{B4F766C0-256D-D042-830F-614269DF0181}"/>
              </a:ext>
            </a:extLst>
          </p:cNvPr>
          <p:cNvSpPr>
            <a:spLocks noGrp="1"/>
          </p:cNvSpPr>
          <p:nvPr>
            <p:ph type="body" sz="quarter" idx="12" hasCustomPrompt="1"/>
          </p:nvPr>
        </p:nvSpPr>
        <p:spPr>
          <a:xfrm>
            <a:off x="2623929" y="1863525"/>
            <a:ext cx="4063536" cy="1071341"/>
          </a:xfrm>
          <a:prstGeom prst="rect">
            <a:avLst/>
          </a:prstGeom>
        </p:spPr>
        <p:txBody>
          <a:bodyPr lIns="0" tIns="0" rIns="0" bIns="0" anchor="ctr"/>
          <a:lstStyle>
            <a:lvl1pPr marL="171450" indent="-171450" algn="l">
              <a:buClr>
                <a:srgbClr val="3E7888"/>
              </a:buClr>
              <a:buFont typeface="Wingdings" pitchFamily="2" charset="2"/>
              <a:buChar char="§"/>
              <a:defRPr sz="1200" b="0" i="0" spc="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Texte</a:t>
            </a:r>
          </a:p>
        </p:txBody>
      </p:sp>
      <p:sp>
        <p:nvSpPr>
          <p:cNvPr id="62" name="Espace réservé du texte 23">
            <a:extLst>
              <a:ext uri="{FF2B5EF4-FFF2-40B4-BE49-F238E27FC236}">
                <a16:creationId xmlns:a16="http://schemas.microsoft.com/office/drawing/2014/main" id="{C757A226-440B-EF4B-9F88-75585B0C26FD}"/>
              </a:ext>
            </a:extLst>
          </p:cNvPr>
          <p:cNvSpPr>
            <a:spLocks noGrp="1"/>
          </p:cNvSpPr>
          <p:nvPr>
            <p:ph type="body" sz="quarter" idx="50" hasCustomPrompt="1"/>
          </p:nvPr>
        </p:nvSpPr>
        <p:spPr>
          <a:xfrm>
            <a:off x="7442522" y="1863525"/>
            <a:ext cx="4063536" cy="1071336"/>
          </a:xfrm>
          <a:prstGeom prst="rect">
            <a:avLst/>
          </a:prstGeom>
        </p:spPr>
        <p:txBody>
          <a:bodyPr lIns="0" tIns="0" rIns="0" bIns="0" anchor="ctr"/>
          <a:lstStyle>
            <a:lvl1pPr marL="171450" indent="-171450" algn="l">
              <a:buClr>
                <a:srgbClr val="3E7888"/>
              </a:buClr>
              <a:buFont typeface="Wingdings" pitchFamily="2" charset="2"/>
              <a:buChar char="§"/>
              <a:defRPr sz="1200" b="1" i="0" spc="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Texte</a:t>
            </a:r>
          </a:p>
        </p:txBody>
      </p:sp>
      <p:sp>
        <p:nvSpPr>
          <p:cNvPr id="72" name="Flèche vers la droite 71">
            <a:extLst>
              <a:ext uri="{FF2B5EF4-FFF2-40B4-BE49-F238E27FC236}">
                <a16:creationId xmlns:a16="http://schemas.microsoft.com/office/drawing/2014/main" id="{7FDE90DB-FA27-F04A-84A7-4B3D563C9502}"/>
              </a:ext>
            </a:extLst>
          </p:cNvPr>
          <p:cNvSpPr/>
          <p:nvPr userDrawn="1"/>
        </p:nvSpPr>
        <p:spPr>
          <a:xfrm>
            <a:off x="6858201" y="3590409"/>
            <a:ext cx="391886" cy="333829"/>
          </a:xfrm>
          <a:prstGeom prst="rightArrow">
            <a:avLst/>
          </a:prstGeom>
          <a:solidFill>
            <a:srgbClr val="90C9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3" name="Espace réservé du texte 23">
            <a:extLst>
              <a:ext uri="{FF2B5EF4-FFF2-40B4-BE49-F238E27FC236}">
                <a16:creationId xmlns:a16="http://schemas.microsoft.com/office/drawing/2014/main" id="{A6692E30-33D1-504F-B0CB-D86F1EB98EF8}"/>
              </a:ext>
            </a:extLst>
          </p:cNvPr>
          <p:cNvSpPr>
            <a:spLocks noGrp="1"/>
          </p:cNvSpPr>
          <p:nvPr>
            <p:ph type="body" sz="quarter" idx="51" hasCustomPrompt="1"/>
          </p:nvPr>
        </p:nvSpPr>
        <p:spPr>
          <a:xfrm>
            <a:off x="2623929" y="3261617"/>
            <a:ext cx="4063536" cy="1071341"/>
          </a:xfrm>
          <a:prstGeom prst="rect">
            <a:avLst/>
          </a:prstGeom>
        </p:spPr>
        <p:txBody>
          <a:bodyPr lIns="0" tIns="0" rIns="0" bIns="0" anchor="ctr"/>
          <a:lstStyle>
            <a:lvl1pPr marL="171450" indent="-171450" algn="l">
              <a:buClr>
                <a:srgbClr val="3E7888"/>
              </a:buClr>
              <a:buFont typeface="Wingdings" pitchFamily="2" charset="2"/>
              <a:buChar char="§"/>
              <a:defRPr sz="1200" b="0" i="0" spc="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Texte</a:t>
            </a:r>
          </a:p>
        </p:txBody>
      </p:sp>
      <p:sp>
        <p:nvSpPr>
          <p:cNvPr id="74" name="Espace réservé du texte 23">
            <a:extLst>
              <a:ext uri="{FF2B5EF4-FFF2-40B4-BE49-F238E27FC236}">
                <a16:creationId xmlns:a16="http://schemas.microsoft.com/office/drawing/2014/main" id="{35EF68A7-BA92-024E-A76C-6290D9F095DC}"/>
              </a:ext>
            </a:extLst>
          </p:cNvPr>
          <p:cNvSpPr>
            <a:spLocks noGrp="1"/>
          </p:cNvSpPr>
          <p:nvPr>
            <p:ph type="body" sz="quarter" idx="52" hasCustomPrompt="1"/>
          </p:nvPr>
        </p:nvSpPr>
        <p:spPr>
          <a:xfrm>
            <a:off x="7442522" y="3261617"/>
            <a:ext cx="4063536" cy="1071336"/>
          </a:xfrm>
          <a:prstGeom prst="rect">
            <a:avLst/>
          </a:prstGeom>
        </p:spPr>
        <p:txBody>
          <a:bodyPr lIns="0" tIns="0" rIns="0" bIns="0" anchor="ctr"/>
          <a:lstStyle>
            <a:lvl1pPr marL="171450" indent="-171450" algn="l">
              <a:buClr>
                <a:srgbClr val="3E7888"/>
              </a:buClr>
              <a:buFont typeface="Wingdings" pitchFamily="2" charset="2"/>
              <a:buChar char="§"/>
              <a:defRPr sz="1200" b="1" i="0" spc="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Texte</a:t>
            </a:r>
          </a:p>
        </p:txBody>
      </p:sp>
      <p:sp>
        <p:nvSpPr>
          <p:cNvPr id="76" name="Flèche vers la droite 75">
            <a:extLst>
              <a:ext uri="{FF2B5EF4-FFF2-40B4-BE49-F238E27FC236}">
                <a16:creationId xmlns:a16="http://schemas.microsoft.com/office/drawing/2014/main" id="{084179CB-67CF-2B41-BD9E-81583A7C9857}"/>
              </a:ext>
            </a:extLst>
          </p:cNvPr>
          <p:cNvSpPr/>
          <p:nvPr userDrawn="1"/>
        </p:nvSpPr>
        <p:spPr>
          <a:xfrm>
            <a:off x="6847153" y="4988501"/>
            <a:ext cx="391886" cy="333829"/>
          </a:xfrm>
          <a:prstGeom prst="rightArrow">
            <a:avLst/>
          </a:prstGeom>
          <a:solidFill>
            <a:srgbClr val="90C9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7" name="Espace réservé du texte 23">
            <a:extLst>
              <a:ext uri="{FF2B5EF4-FFF2-40B4-BE49-F238E27FC236}">
                <a16:creationId xmlns:a16="http://schemas.microsoft.com/office/drawing/2014/main" id="{ECED7B8D-5808-BA4A-B728-678A97FE757B}"/>
              </a:ext>
            </a:extLst>
          </p:cNvPr>
          <p:cNvSpPr>
            <a:spLocks noGrp="1"/>
          </p:cNvSpPr>
          <p:nvPr>
            <p:ph type="body" sz="quarter" idx="53" hasCustomPrompt="1"/>
          </p:nvPr>
        </p:nvSpPr>
        <p:spPr>
          <a:xfrm>
            <a:off x="2623929" y="4659709"/>
            <a:ext cx="4063536" cy="1071341"/>
          </a:xfrm>
          <a:prstGeom prst="rect">
            <a:avLst/>
          </a:prstGeom>
        </p:spPr>
        <p:txBody>
          <a:bodyPr lIns="0" tIns="0" rIns="0" bIns="0" anchor="ctr"/>
          <a:lstStyle>
            <a:lvl1pPr marL="171450" indent="-171450" algn="l">
              <a:buClr>
                <a:srgbClr val="3E7888"/>
              </a:buClr>
              <a:buFont typeface="Wingdings" pitchFamily="2" charset="2"/>
              <a:buChar char="§"/>
              <a:defRPr sz="1200" b="0" i="0" spc="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Texte</a:t>
            </a:r>
          </a:p>
        </p:txBody>
      </p:sp>
      <p:sp>
        <p:nvSpPr>
          <p:cNvPr id="78" name="Espace réservé du texte 23">
            <a:extLst>
              <a:ext uri="{FF2B5EF4-FFF2-40B4-BE49-F238E27FC236}">
                <a16:creationId xmlns:a16="http://schemas.microsoft.com/office/drawing/2014/main" id="{D98057D3-CED6-844F-A727-B5DF3F9EEC54}"/>
              </a:ext>
            </a:extLst>
          </p:cNvPr>
          <p:cNvSpPr>
            <a:spLocks noGrp="1"/>
          </p:cNvSpPr>
          <p:nvPr>
            <p:ph type="body" sz="quarter" idx="54" hasCustomPrompt="1"/>
          </p:nvPr>
        </p:nvSpPr>
        <p:spPr>
          <a:xfrm>
            <a:off x="7442522" y="4667481"/>
            <a:ext cx="4063536" cy="1071336"/>
          </a:xfrm>
          <a:prstGeom prst="rect">
            <a:avLst/>
          </a:prstGeom>
        </p:spPr>
        <p:txBody>
          <a:bodyPr lIns="0" tIns="0" rIns="0" bIns="0" anchor="ctr"/>
          <a:lstStyle>
            <a:lvl1pPr marL="171450" indent="-171450" algn="l">
              <a:buClr>
                <a:srgbClr val="3E7888"/>
              </a:buClr>
              <a:buFont typeface="Wingdings" pitchFamily="2" charset="2"/>
              <a:buChar char="§"/>
              <a:defRPr sz="1200" b="1" i="0" spc="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Texte</a:t>
            </a:r>
          </a:p>
        </p:txBody>
      </p:sp>
      <p:sp>
        <p:nvSpPr>
          <p:cNvPr id="29" name="Espace réservé du texte 23">
            <a:extLst>
              <a:ext uri="{FF2B5EF4-FFF2-40B4-BE49-F238E27FC236}">
                <a16:creationId xmlns:a16="http://schemas.microsoft.com/office/drawing/2014/main" id="{E8F9E77E-9B08-2748-BA8C-1877E990BA82}"/>
              </a:ext>
            </a:extLst>
          </p:cNvPr>
          <p:cNvSpPr>
            <a:spLocks noGrp="1"/>
          </p:cNvSpPr>
          <p:nvPr>
            <p:ph type="body" sz="quarter" idx="18" hasCustomPrompt="1"/>
          </p:nvPr>
        </p:nvSpPr>
        <p:spPr>
          <a:xfrm>
            <a:off x="2623930" y="1298086"/>
            <a:ext cx="4063536" cy="342180"/>
          </a:xfrm>
          <a:prstGeom prst="rect">
            <a:avLst/>
          </a:prstGeom>
        </p:spPr>
        <p:txBody>
          <a:bodyPr lIns="0" tIns="0" rIns="0" bIns="0" anchor="t"/>
          <a:lstStyle>
            <a:lvl1pPr marL="0" indent="0" algn="ctr">
              <a:spcBef>
                <a:spcPts val="400"/>
              </a:spcBef>
              <a:buNone/>
              <a:defRPr sz="1600" b="1" i="0" spc="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Changer titre colonne de gauche</a:t>
            </a:r>
          </a:p>
        </p:txBody>
      </p:sp>
      <p:sp>
        <p:nvSpPr>
          <p:cNvPr id="30" name="Espace réservé du texte 23">
            <a:extLst>
              <a:ext uri="{FF2B5EF4-FFF2-40B4-BE49-F238E27FC236}">
                <a16:creationId xmlns:a16="http://schemas.microsoft.com/office/drawing/2014/main" id="{ABFE6774-E465-CC44-A5B7-8A9023E7895D}"/>
              </a:ext>
            </a:extLst>
          </p:cNvPr>
          <p:cNvSpPr>
            <a:spLocks noGrp="1"/>
          </p:cNvSpPr>
          <p:nvPr>
            <p:ph type="body" sz="quarter" idx="45" hasCustomPrompt="1"/>
          </p:nvPr>
        </p:nvSpPr>
        <p:spPr>
          <a:xfrm>
            <a:off x="7442522" y="1311393"/>
            <a:ext cx="4063536" cy="342180"/>
          </a:xfrm>
          <a:prstGeom prst="rect">
            <a:avLst/>
          </a:prstGeom>
        </p:spPr>
        <p:txBody>
          <a:bodyPr lIns="0" tIns="0" rIns="0" bIns="0" anchor="t"/>
          <a:lstStyle>
            <a:lvl1pPr marL="0" indent="0" algn="ctr">
              <a:spcBef>
                <a:spcPts val="400"/>
              </a:spcBef>
              <a:buNone/>
              <a:defRPr sz="1600" b="1" i="0" spc="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Changer titre colonne de droite</a:t>
            </a:r>
          </a:p>
        </p:txBody>
      </p:sp>
      <p:cxnSp>
        <p:nvCxnSpPr>
          <p:cNvPr id="31" name="Connecteur droit 30">
            <a:extLst>
              <a:ext uri="{FF2B5EF4-FFF2-40B4-BE49-F238E27FC236}">
                <a16:creationId xmlns:a16="http://schemas.microsoft.com/office/drawing/2014/main" id="{1BA8053A-F605-3E4C-BCAA-A462125DD707}"/>
              </a:ext>
            </a:extLst>
          </p:cNvPr>
          <p:cNvCxnSpPr>
            <a:cxnSpLocks/>
          </p:cNvCxnSpPr>
          <p:nvPr userDrawn="1"/>
        </p:nvCxnSpPr>
        <p:spPr>
          <a:xfrm>
            <a:off x="2621788" y="1759351"/>
            <a:ext cx="8884270" cy="0"/>
          </a:xfrm>
          <a:prstGeom prst="line">
            <a:avLst/>
          </a:prstGeom>
          <a:ln w="25400">
            <a:solidFill>
              <a:srgbClr val="41A4C7"/>
            </a:solidFill>
            <a:prstDash val="sysDot"/>
          </a:ln>
        </p:spPr>
        <p:style>
          <a:lnRef idx="1">
            <a:schemeClr val="accent1"/>
          </a:lnRef>
          <a:fillRef idx="0">
            <a:schemeClr val="accent1"/>
          </a:fillRef>
          <a:effectRef idx="0">
            <a:schemeClr val="accent1"/>
          </a:effectRef>
          <a:fontRef idx="minor">
            <a:schemeClr val="tx1"/>
          </a:fontRef>
        </p:style>
      </p:cxnSp>
      <p:cxnSp>
        <p:nvCxnSpPr>
          <p:cNvPr id="35" name="Connecteur droit 34">
            <a:extLst>
              <a:ext uri="{FF2B5EF4-FFF2-40B4-BE49-F238E27FC236}">
                <a16:creationId xmlns:a16="http://schemas.microsoft.com/office/drawing/2014/main" id="{24308253-88C6-CC42-8669-C8E31D959CF5}"/>
              </a:ext>
            </a:extLst>
          </p:cNvPr>
          <p:cNvCxnSpPr>
            <a:cxnSpLocks/>
          </p:cNvCxnSpPr>
          <p:nvPr userDrawn="1"/>
        </p:nvCxnSpPr>
        <p:spPr>
          <a:xfrm>
            <a:off x="2621788" y="3115517"/>
            <a:ext cx="8884270" cy="0"/>
          </a:xfrm>
          <a:prstGeom prst="line">
            <a:avLst/>
          </a:prstGeom>
          <a:ln w="25400">
            <a:solidFill>
              <a:srgbClr val="41A4C7"/>
            </a:solidFill>
            <a:prstDash val="sysDot"/>
          </a:ln>
        </p:spPr>
        <p:style>
          <a:lnRef idx="1">
            <a:schemeClr val="accent1"/>
          </a:lnRef>
          <a:fillRef idx="0">
            <a:schemeClr val="accent1"/>
          </a:fillRef>
          <a:effectRef idx="0">
            <a:schemeClr val="accent1"/>
          </a:effectRef>
          <a:fontRef idx="minor">
            <a:schemeClr val="tx1"/>
          </a:fontRef>
        </p:style>
      </p:cxnSp>
      <p:cxnSp>
        <p:nvCxnSpPr>
          <p:cNvPr id="36" name="Connecteur droit 35">
            <a:extLst>
              <a:ext uri="{FF2B5EF4-FFF2-40B4-BE49-F238E27FC236}">
                <a16:creationId xmlns:a16="http://schemas.microsoft.com/office/drawing/2014/main" id="{366C964C-6A11-F54A-91F4-BFA62F9C7059}"/>
              </a:ext>
            </a:extLst>
          </p:cNvPr>
          <p:cNvCxnSpPr>
            <a:cxnSpLocks/>
          </p:cNvCxnSpPr>
          <p:nvPr userDrawn="1"/>
        </p:nvCxnSpPr>
        <p:spPr>
          <a:xfrm>
            <a:off x="2621788" y="4508324"/>
            <a:ext cx="8884270" cy="0"/>
          </a:xfrm>
          <a:prstGeom prst="line">
            <a:avLst/>
          </a:prstGeom>
          <a:ln w="25400">
            <a:solidFill>
              <a:srgbClr val="41A4C7"/>
            </a:solidFill>
            <a:prstDash val="sysDot"/>
          </a:ln>
        </p:spPr>
        <p:style>
          <a:lnRef idx="1">
            <a:schemeClr val="accent1"/>
          </a:lnRef>
          <a:fillRef idx="0">
            <a:schemeClr val="accent1"/>
          </a:fillRef>
          <a:effectRef idx="0">
            <a:schemeClr val="accent1"/>
          </a:effectRef>
          <a:fontRef idx="minor">
            <a:schemeClr val="tx1"/>
          </a:fontRef>
        </p:style>
      </p:cxnSp>
      <p:cxnSp>
        <p:nvCxnSpPr>
          <p:cNvPr id="37" name="Connecteur droit 36">
            <a:extLst>
              <a:ext uri="{FF2B5EF4-FFF2-40B4-BE49-F238E27FC236}">
                <a16:creationId xmlns:a16="http://schemas.microsoft.com/office/drawing/2014/main" id="{641D7C50-2D19-A54B-BDE6-BE45329F7F6F}"/>
              </a:ext>
            </a:extLst>
          </p:cNvPr>
          <p:cNvCxnSpPr>
            <a:cxnSpLocks/>
          </p:cNvCxnSpPr>
          <p:nvPr userDrawn="1"/>
        </p:nvCxnSpPr>
        <p:spPr>
          <a:xfrm>
            <a:off x="2621788" y="5898922"/>
            <a:ext cx="8884270" cy="0"/>
          </a:xfrm>
          <a:prstGeom prst="line">
            <a:avLst/>
          </a:prstGeom>
          <a:ln w="25400">
            <a:solidFill>
              <a:srgbClr val="41A4C7"/>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163867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Équipe">
    <p:spTree>
      <p:nvGrpSpPr>
        <p:cNvPr id="1" name=""/>
        <p:cNvGrpSpPr/>
        <p:nvPr/>
      </p:nvGrpSpPr>
      <p:grpSpPr>
        <a:xfrm>
          <a:off x="0" y="0"/>
          <a:ext cx="0" cy="0"/>
          <a:chOff x="0" y="0"/>
          <a:chExt cx="0" cy="0"/>
        </a:xfrm>
      </p:grpSpPr>
      <p:pic>
        <p:nvPicPr>
          <p:cNvPr id="43" name="Image 42">
            <a:extLst>
              <a:ext uri="{FF2B5EF4-FFF2-40B4-BE49-F238E27FC236}">
                <a16:creationId xmlns:a16="http://schemas.microsoft.com/office/drawing/2014/main" id="{86C06759-3B92-ED4D-AEE4-7401404E029E}"/>
              </a:ext>
            </a:extLst>
          </p:cNvPr>
          <p:cNvPicPr>
            <a:picLocks noChangeAspect="1"/>
          </p:cNvPicPr>
          <p:nvPr userDrawn="1"/>
        </p:nvPicPr>
        <p:blipFill>
          <a:blip r:embed="rId2"/>
          <a:stretch>
            <a:fillRect/>
          </a:stretch>
        </p:blipFill>
        <p:spPr>
          <a:xfrm>
            <a:off x="1" y="-5035"/>
            <a:ext cx="12192000" cy="759633"/>
          </a:xfrm>
          <a:prstGeom prst="rect">
            <a:avLst/>
          </a:prstGeom>
        </p:spPr>
      </p:pic>
      <p:sp>
        <p:nvSpPr>
          <p:cNvPr id="52" name="Title 12">
            <a:extLst>
              <a:ext uri="{FF2B5EF4-FFF2-40B4-BE49-F238E27FC236}">
                <a16:creationId xmlns:a16="http://schemas.microsoft.com/office/drawing/2014/main" id="{7ED219E2-95A1-0943-AD7A-101DF2F5A920}"/>
              </a:ext>
            </a:extLst>
          </p:cNvPr>
          <p:cNvSpPr txBox="1">
            <a:spLocks/>
          </p:cNvSpPr>
          <p:nvPr userDrawn="1"/>
        </p:nvSpPr>
        <p:spPr>
          <a:xfrm>
            <a:off x="1" y="-20305"/>
            <a:ext cx="12192000" cy="774904"/>
          </a:xfrm>
          <a:prstGeom prst="rect">
            <a:avLst/>
          </a:prstGeom>
          <a:solidFill>
            <a:srgbClr val="1F5363">
              <a:alpha val="50000"/>
            </a:srgbClr>
          </a:solidFill>
        </p:spPr>
        <p:txBody>
          <a:bodyPr anchor="ctr"/>
          <a:lstStyle>
            <a:lvl1pPr algn="l" defTabSz="914400" rtl="0" eaLnBrk="1" latinLnBrk="0" hangingPunct="1">
              <a:lnSpc>
                <a:spcPct val="90000"/>
              </a:lnSpc>
              <a:spcBef>
                <a:spcPct val="0"/>
              </a:spcBef>
              <a:buNone/>
              <a:defRPr sz="1600" b="1" kern="1200">
                <a:solidFill>
                  <a:srgbClr val="1B445F"/>
                </a:solidFill>
                <a:latin typeface="AvantGarGotItcT"/>
                <a:ea typeface="+mj-ea"/>
                <a:cs typeface="+mj-cs"/>
              </a:defRPr>
            </a:lvl1pPr>
          </a:lstStyle>
          <a:p>
            <a:pPr marL="180000">
              <a:buClrTx/>
              <a:buFontTx/>
            </a:pPr>
            <a:endParaRPr lang="fr-FR" sz="2800">
              <a:solidFill>
                <a:schemeClr val="bg1"/>
              </a:solidFill>
              <a:latin typeface="Calibri" panose="020F0502020204030204" pitchFamily="34" charset="0"/>
              <a:cs typeface="Calibri" panose="020F0502020204030204" pitchFamily="34" charset="0"/>
            </a:endParaRPr>
          </a:p>
        </p:txBody>
      </p:sp>
      <p:sp>
        <p:nvSpPr>
          <p:cNvPr id="53" name="Espace réservé du texte 23">
            <a:extLst>
              <a:ext uri="{FF2B5EF4-FFF2-40B4-BE49-F238E27FC236}">
                <a16:creationId xmlns:a16="http://schemas.microsoft.com/office/drawing/2014/main" id="{F41D184B-0509-9344-87BD-F44776E00A48}"/>
              </a:ext>
            </a:extLst>
          </p:cNvPr>
          <p:cNvSpPr>
            <a:spLocks noGrp="1"/>
          </p:cNvSpPr>
          <p:nvPr>
            <p:ph type="body" sz="quarter" idx="11" hasCustomPrompt="1"/>
          </p:nvPr>
        </p:nvSpPr>
        <p:spPr>
          <a:xfrm>
            <a:off x="0" y="-1"/>
            <a:ext cx="12191999" cy="754597"/>
          </a:xfrm>
          <a:prstGeom prst="rect">
            <a:avLst/>
          </a:prstGeom>
        </p:spPr>
        <p:txBody>
          <a:bodyPr lIns="270000" tIns="46800" rIns="270000" bIns="46800" anchor="ctr"/>
          <a:lstStyle>
            <a:lvl1pPr marL="0" indent="0" algn="l">
              <a:buNone/>
              <a:defRPr sz="2800" b="1" i="0" spc="0">
                <a:solidFill>
                  <a:schemeClr val="bg1"/>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Changer titre de la diapositive</a:t>
            </a:r>
          </a:p>
        </p:txBody>
      </p:sp>
      <p:cxnSp>
        <p:nvCxnSpPr>
          <p:cNvPr id="54" name="Connecteur droit 53">
            <a:extLst>
              <a:ext uri="{FF2B5EF4-FFF2-40B4-BE49-F238E27FC236}">
                <a16:creationId xmlns:a16="http://schemas.microsoft.com/office/drawing/2014/main" id="{CBA568A4-37CD-CA45-8DCB-151D439348E1}"/>
              </a:ext>
            </a:extLst>
          </p:cNvPr>
          <p:cNvCxnSpPr>
            <a:cxnSpLocks/>
          </p:cNvCxnSpPr>
          <p:nvPr userDrawn="1"/>
        </p:nvCxnSpPr>
        <p:spPr>
          <a:xfrm>
            <a:off x="190063" y="3650477"/>
            <a:ext cx="11853802" cy="0"/>
          </a:xfrm>
          <a:prstGeom prst="line">
            <a:avLst/>
          </a:prstGeom>
          <a:ln w="25400">
            <a:solidFill>
              <a:srgbClr val="41A4C7"/>
            </a:solidFill>
            <a:prstDash val="sysDot"/>
          </a:ln>
        </p:spPr>
        <p:style>
          <a:lnRef idx="1">
            <a:schemeClr val="accent1"/>
          </a:lnRef>
          <a:fillRef idx="0">
            <a:schemeClr val="accent1"/>
          </a:fillRef>
          <a:effectRef idx="0">
            <a:schemeClr val="accent1"/>
          </a:effectRef>
          <a:fontRef idx="minor">
            <a:schemeClr val="tx1"/>
          </a:fontRef>
        </p:style>
      </p:cxnSp>
      <p:sp>
        <p:nvSpPr>
          <p:cNvPr id="68" name="Espace réservé du texte 23">
            <a:extLst>
              <a:ext uri="{FF2B5EF4-FFF2-40B4-BE49-F238E27FC236}">
                <a16:creationId xmlns:a16="http://schemas.microsoft.com/office/drawing/2014/main" id="{9285F349-F057-E044-BA63-42802881E285}"/>
              </a:ext>
            </a:extLst>
          </p:cNvPr>
          <p:cNvSpPr>
            <a:spLocks noGrp="1"/>
          </p:cNvSpPr>
          <p:nvPr>
            <p:ph type="body" sz="quarter" idx="42" hasCustomPrompt="1"/>
          </p:nvPr>
        </p:nvSpPr>
        <p:spPr>
          <a:xfrm>
            <a:off x="9009369" y="1226703"/>
            <a:ext cx="1440996" cy="378000"/>
          </a:xfrm>
          <a:prstGeom prst="rect">
            <a:avLst/>
          </a:prstGeom>
        </p:spPr>
        <p:txBody>
          <a:bodyPr lIns="0" tIns="0" rIns="0" bIns="0" anchor="t"/>
          <a:lstStyle>
            <a:lvl1pPr marL="0" indent="0" algn="l">
              <a:buNone/>
              <a:defRPr sz="1400" b="1" i="0" spc="0">
                <a:solidFill>
                  <a:srgbClr val="41A4C7"/>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Prénom Nom</a:t>
            </a:r>
          </a:p>
        </p:txBody>
      </p:sp>
      <p:sp>
        <p:nvSpPr>
          <p:cNvPr id="69" name="Espace réservé du texte 23">
            <a:extLst>
              <a:ext uri="{FF2B5EF4-FFF2-40B4-BE49-F238E27FC236}">
                <a16:creationId xmlns:a16="http://schemas.microsoft.com/office/drawing/2014/main" id="{6DA645EB-9B7E-B142-81B9-911160CC3BA6}"/>
              </a:ext>
            </a:extLst>
          </p:cNvPr>
          <p:cNvSpPr>
            <a:spLocks noGrp="1"/>
          </p:cNvSpPr>
          <p:nvPr>
            <p:ph type="body" sz="quarter" idx="43" hasCustomPrompt="1"/>
          </p:nvPr>
        </p:nvSpPr>
        <p:spPr>
          <a:xfrm>
            <a:off x="9009369" y="1634384"/>
            <a:ext cx="1440996" cy="576000"/>
          </a:xfrm>
          <a:prstGeom prst="rect">
            <a:avLst/>
          </a:prstGeom>
        </p:spPr>
        <p:txBody>
          <a:bodyPr lIns="0" tIns="0" rIns="0" bIns="0" anchor="t"/>
          <a:lstStyle>
            <a:lvl1pPr marL="0" indent="0" algn="l">
              <a:buNone/>
              <a:defRPr sz="1100" b="0" i="0" spc="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Informations</a:t>
            </a:r>
          </a:p>
        </p:txBody>
      </p:sp>
      <p:sp>
        <p:nvSpPr>
          <p:cNvPr id="70" name="Espace réservé du texte 23">
            <a:extLst>
              <a:ext uri="{FF2B5EF4-FFF2-40B4-BE49-F238E27FC236}">
                <a16:creationId xmlns:a16="http://schemas.microsoft.com/office/drawing/2014/main" id="{F8651C12-DE8D-CC4F-8CE2-5A8AE5B06FE0}"/>
              </a:ext>
            </a:extLst>
          </p:cNvPr>
          <p:cNvSpPr>
            <a:spLocks noGrp="1"/>
          </p:cNvSpPr>
          <p:nvPr>
            <p:ph type="body" sz="quarter" idx="44" hasCustomPrompt="1"/>
          </p:nvPr>
        </p:nvSpPr>
        <p:spPr>
          <a:xfrm>
            <a:off x="7779165" y="2410352"/>
            <a:ext cx="2671200" cy="1098000"/>
          </a:xfrm>
          <a:prstGeom prst="rect">
            <a:avLst/>
          </a:prstGeom>
        </p:spPr>
        <p:txBody>
          <a:bodyPr lIns="0" tIns="0" rIns="0" bIns="0" anchor="t"/>
          <a:lstStyle>
            <a:lvl1pPr marL="171450" indent="-171450" algn="l">
              <a:buFont typeface="Arial" panose="020B0604020202020204" pitchFamily="34" charset="0"/>
              <a:buChar char="•"/>
              <a:defRPr sz="1100" b="0" i="0" spc="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Informations</a:t>
            </a:r>
          </a:p>
        </p:txBody>
      </p:sp>
      <p:sp>
        <p:nvSpPr>
          <p:cNvPr id="71" name="Espace réservé pour une image  4">
            <a:extLst>
              <a:ext uri="{FF2B5EF4-FFF2-40B4-BE49-F238E27FC236}">
                <a16:creationId xmlns:a16="http://schemas.microsoft.com/office/drawing/2014/main" id="{923BD13F-6B3A-274E-BB1D-710DF4428967}"/>
              </a:ext>
            </a:extLst>
          </p:cNvPr>
          <p:cNvSpPr>
            <a:spLocks noGrp="1"/>
          </p:cNvSpPr>
          <p:nvPr>
            <p:ph type="pic" sz="quarter" idx="45" hasCustomPrompt="1"/>
          </p:nvPr>
        </p:nvSpPr>
        <p:spPr>
          <a:xfrm>
            <a:off x="7764559" y="1224953"/>
            <a:ext cx="1021744" cy="1021565"/>
          </a:xfrm>
          <a:prstGeom prst="ellipse">
            <a:avLst/>
          </a:prstGeom>
          <a:ln w="63500">
            <a:solidFill>
              <a:srgbClr val="539DB1"/>
            </a:solidFill>
          </a:ln>
        </p:spPr>
        <p:txBody>
          <a:bodyPr/>
          <a:lstStyle>
            <a:lvl1pPr marL="0" indent="0">
              <a:buFontTx/>
              <a:buNone/>
              <a:defRPr sz="1200"/>
            </a:lvl1pPr>
          </a:lstStyle>
          <a:p>
            <a:r>
              <a:rPr lang="fr-FR"/>
              <a:t>Photo</a:t>
            </a:r>
          </a:p>
        </p:txBody>
      </p:sp>
      <p:sp>
        <p:nvSpPr>
          <p:cNvPr id="73" name="Espace réservé du texte 23">
            <a:extLst>
              <a:ext uri="{FF2B5EF4-FFF2-40B4-BE49-F238E27FC236}">
                <a16:creationId xmlns:a16="http://schemas.microsoft.com/office/drawing/2014/main" id="{EBB8FAA2-1466-4C4E-8F48-9D30F07F2B5C}"/>
              </a:ext>
            </a:extLst>
          </p:cNvPr>
          <p:cNvSpPr>
            <a:spLocks noGrp="1"/>
          </p:cNvSpPr>
          <p:nvPr>
            <p:ph type="body" sz="quarter" idx="47" hasCustomPrompt="1"/>
          </p:nvPr>
        </p:nvSpPr>
        <p:spPr>
          <a:xfrm>
            <a:off x="1412121" y="3926785"/>
            <a:ext cx="1439223" cy="377425"/>
          </a:xfrm>
          <a:prstGeom prst="rect">
            <a:avLst/>
          </a:prstGeom>
        </p:spPr>
        <p:txBody>
          <a:bodyPr lIns="0" tIns="0" rIns="0" bIns="0" anchor="t"/>
          <a:lstStyle>
            <a:lvl1pPr marL="0" indent="0" algn="l">
              <a:buNone/>
              <a:defRPr sz="1400" b="1" i="0" spc="0">
                <a:solidFill>
                  <a:srgbClr val="41A4C7"/>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Prénom Nom</a:t>
            </a:r>
          </a:p>
        </p:txBody>
      </p:sp>
      <p:sp>
        <p:nvSpPr>
          <p:cNvPr id="74" name="Espace réservé du texte 23">
            <a:extLst>
              <a:ext uri="{FF2B5EF4-FFF2-40B4-BE49-F238E27FC236}">
                <a16:creationId xmlns:a16="http://schemas.microsoft.com/office/drawing/2014/main" id="{5DAE32A5-7F7F-CF42-8158-4D719435DFC6}"/>
              </a:ext>
            </a:extLst>
          </p:cNvPr>
          <p:cNvSpPr>
            <a:spLocks noGrp="1"/>
          </p:cNvSpPr>
          <p:nvPr>
            <p:ph type="body" sz="quarter" idx="48" hasCustomPrompt="1"/>
          </p:nvPr>
        </p:nvSpPr>
        <p:spPr>
          <a:xfrm>
            <a:off x="1412121" y="4320590"/>
            <a:ext cx="1439223" cy="577340"/>
          </a:xfrm>
          <a:prstGeom prst="rect">
            <a:avLst/>
          </a:prstGeom>
        </p:spPr>
        <p:txBody>
          <a:bodyPr lIns="0" tIns="0" rIns="0" bIns="0" anchor="t"/>
          <a:lstStyle>
            <a:lvl1pPr marL="0" indent="0" algn="l">
              <a:buNone/>
              <a:defRPr sz="1100" b="0" i="0" spc="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Informations</a:t>
            </a:r>
          </a:p>
        </p:txBody>
      </p:sp>
      <p:sp>
        <p:nvSpPr>
          <p:cNvPr id="75" name="Espace réservé du texte 23">
            <a:extLst>
              <a:ext uri="{FF2B5EF4-FFF2-40B4-BE49-F238E27FC236}">
                <a16:creationId xmlns:a16="http://schemas.microsoft.com/office/drawing/2014/main" id="{ACB44A5B-D369-5B4E-87EE-418603224C2F}"/>
              </a:ext>
            </a:extLst>
          </p:cNvPr>
          <p:cNvSpPr>
            <a:spLocks noGrp="1"/>
          </p:cNvSpPr>
          <p:nvPr>
            <p:ph type="body" sz="quarter" idx="49" hasCustomPrompt="1"/>
          </p:nvPr>
        </p:nvSpPr>
        <p:spPr>
          <a:xfrm>
            <a:off x="181917" y="5096556"/>
            <a:ext cx="2669428" cy="1097323"/>
          </a:xfrm>
          <a:prstGeom prst="rect">
            <a:avLst/>
          </a:prstGeom>
        </p:spPr>
        <p:txBody>
          <a:bodyPr lIns="0" tIns="0" rIns="0" bIns="0" anchor="t"/>
          <a:lstStyle>
            <a:lvl1pPr marL="171450" indent="-171450" algn="l">
              <a:buFont typeface="Arial" panose="020B0604020202020204" pitchFamily="34" charset="0"/>
              <a:buChar char="•"/>
              <a:defRPr sz="1100" b="0" i="0" spc="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Informations</a:t>
            </a:r>
          </a:p>
        </p:txBody>
      </p:sp>
      <p:sp>
        <p:nvSpPr>
          <p:cNvPr id="76" name="Espace réservé pour une image  4">
            <a:extLst>
              <a:ext uri="{FF2B5EF4-FFF2-40B4-BE49-F238E27FC236}">
                <a16:creationId xmlns:a16="http://schemas.microsoft.com/office/drawing/2014/main" id="{CD0B8505-EB75-BA48-A46A-885CB89DACB5}"/>
              </a:ext>
            </a:extLst>
          </p:cNvPr>
          <p:cNvSpPr>
            <a:spLocks noGrp="1"/>
          </p:cNvSpPr>
          <p:nvPr>
            <p:ph type="pic" sz="quarter" idx="50" hasCustomPrompt="1"/>
          </p:nvPr>
        </p:nvSpPr>
        <p:spPr>
          <a:xfrm>
            <a:off x="167311" y="3911158"/>
            <a:ext cx="1021744" cy="1021565"/>
          </a:xfrm>
          <a:prstGeom prst="ellipse">
            <a:avLst/>
          </a:prstGeom>
          <a:ln w="63500">
            <a:solidFill>
              <a:srgbClr val="539DB1"/>
            </a:solidFill>
          </a:ln>
        </p:spPr>
        <p:txBody>
          <a:bodyPr/>
          <a:lstStyle>
            <a:lvl1pPr marL="0" indent="0">
              <a:buFontTx/>
              <a:buNone/>
              <a:defRPr sz="1200"/>
            </a:lvl1pPr>
          </a:lstStyle>
          <a:p>
            <a:r>
              <a:rPr lang="fr-FR"/>
              <a:t>Photo</a:t>
            </a:r>
          </a:p>
        </p:txBody>
      </p:sp>
      <p:sp>
        <p:nvSpPr>
          <p:cNvPr id="46" name="Espace réservé du texte 23">
            <a:extLst>
              <a:ext uri="{FF2B5EF4-FFF2-40B4-BE49-F238E27FC236}">
                <a16:creationId xmlns:a16="http://schemas.microsoft.com/office/drawing/2014/main" id="{702AFC75-5274-DA4D-A5BF-9B3AFB7488CC}"/>
              </a:ext>
            </a:extLst>
          </p:cNvPr>
          <p:cNvSpPr>
            <a:spLocks noGrp="1"/>
          </p:cNvSpPr>
          <p:nvPr>
            <p:ph type="body" sz="quarter" idx="51" hasCustomPrompt="1"/>
          </p:nvPr>
        </p:nvSpPr>
        <p:spPr>
          <a:xfrm>
            <a:off x="4478409" y="3943165"/>
            <a:ext cx="1439223" cy="377425"/>
          </a:xfrm>
          <a:prstGeom prst="rect">
            <a:avLst/>
          </a:prstGeom>
        </p:spPr>
        <p:txBody>
          <a:bodyPr lIns="0" tIns="0" rIns="0" bIns="0" anchor="t"/>
          <a:lstStyle>
            <a:lvl1pPr marL="0" indent="0" algn="l">
              <a:buNone/>
              <a:defRPr sz="1400" b="1" i="0" spc="0">
                <a:solidFill>
                  <a:srgbClr val="41A4C7"/>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Prénom Nom</a:t>
            </a:r>
          </a:p>
        </p:txBody>
      </p:sp>
      <p:sp>
        <p:nvSpPr>
          <p:cNvPr id="47" name="Espace réservé du texte 23">
            <a:extLst>
              <a:ext uri="{FF2B5EF4-FFF2-40B4-BE49-F238E27FC236}">
                <a16:creationId xmlns:a16="http://schemas.microsoft.com/office/drawing/2014/main" id="{CFAB0BF0-BA0C-C544-BD92-BB8D69F6CAE1}"/>
              </a:ext>
            </a:extLst>
          </p:cNvPr>
          <p:cNvSpPr>
            <a:spLocks noGrp="1"/>
          </p:cNvSpPr>
          <p:nvPr>
            <p:ph type="body" sz="quarter" idx="52" hasCustomPrompt="1"/>
          </p:nvPr>
        </p:nvSpPr>
        <p:spPr>
          <a:xfrm>
            <a:off x="4478409" y="4336970"/>
            <a:ext cx="1439223" cy="577340"/>
          </a:xfrm>
          <a:prstGeom prst="rect">
            <a:avLst/>
          </a:prstGeom>
        </p:spPr>
        <p:txBody>
          <a:bodyPr lIns="0" tIns="0" rIns="0" bIns="0" anchor="t"/>
          <a:lstStyle>
            <a:lvl1pPr marL="0" indent="0" algn="l">
              <a:buNone/>
              <a:defRPr sz="1100" b="0" i="0" spc="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Informations</a:t>
            </a:r>
          </a:p>
        </p:txBody>
      </p:sp>
      <p:sp>
        <p:nvSpPr>
          <p:cNvPr id="48" name="Espace réservé du texte 23">
            <a:extLst>
              <a:ext uri="{FF2B5EF4-FFF2-40B4-BE49-F238E27FC236}">
                <a16:creationId xmlns:a16="http://schemas.microsoft.com/office/drawing/2014/main" id="{03788535-FDE8-6843-AD0A-A2D734E411AD}"/>
              </a:ext>
            </a:extLst>
          </p:cNvPr>
          <p:cNvSpPr>
            <a:spLocks noGrp="1"/>
          </p:cNvSpPr>
          <p:nvPr>
            <p:ph type="body" sz="quarter" idx="53" hasCustomPrompt="1"/>
          </p:nvPr>
        </p:nvSpPr>
        <p:spPr>
          <a:xfrm>
            <a:off x="3248205" y="5112936"/>
            <a:ext cx="2669428" cy="1097323"/>
          </a:xfrm>
          <a:prstGeom prst="rect">
            <a:avLst/>
          </a:prstGeom>
        </p:spPr>
        <p:txBody>
          <a:bodyPr lIns="0" tIns="0" rIns="0" bIns="0" anchor="t"/>
          <a:lstStyle>
            <a:lvl1pPr marL="171450" indent="-171450" algn="l">
              <a:buFont typeface="Arial" panose="020B0604020202020204" pitchFamily="34" charset="0"/>
              <a:buChar char="•"/>
              <a:defRPr sz="1100" b="0" i="0" spc="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Informations</a:t>
            </a:r>
          </a:p>
        </p:txBody>
      </p:sp>
      <p:sp>
        <p:nvSpPr>
          <p:cNvPr id="49" name="Espace réservé pour une image  4">
            <a:extLst>
              <a:ext uri="{FF2B5EF4-FFF2-40B4-BE49-F238E27FC236}">
                <a16:creationId xmlns:a16="http://schemas.microsoft.com/office/drawing/2014/main" id="{7F4AA648-DA73-1A49-B136-1632C96BA5C5}"/>
              </a:ext>
            </a:extLst>
          </p:cNvPr>
          <p:cNvSpPr>
            <a:spLocks noGrp="1"/>
          </p:cNvSpPr>
          <p:nvPr>
            <p:ph type="pic" sz="quarter" idx="54" hasCustomPrompt="1"/>
          </p:nvPr>
        </p:nvSpPr>
        <p:spPr>
          <a:xfrm>
            <a:off x="3233599" y="3927538"/>
            <a:ext cx="1021744" cy="1021565"/>
          </a:xfrm>
          <a:prstGeom prst="ellipse">
            <a:avLst/>
          </a:prstGeom>
          <a:ln w="63500">
            <a:solidFill>
              <a:srgbClr val="539DB1"/>
            </a:solidFill>
          </a:ln>
        </p:spPr>
        <p:txBody>
          <a:bodyPr/>
          <a:lstStyle>
            <a:lvl1pPr marL="0" indent="0">
              <a:buFontTx/>
              <a:buNone/>
              <a:defRPr sz="1200"/>
            </a:lvl1pPr>
          </a:lstStyle>
          <a:p>
            <a:r>
              <a:rPr lang="fr-FR"/>
              <a:t>Photo</a:t>
            </a:r>
          </a:p>
        </p:txBody>
      </p:sp>
      <p:sp>
        <p:nvSpPr>
          <p:cNvPr id="50" name="Espace réservé du texte 23">
            <a:extLst>
              <a:ext uri="{FF2B5EF4-FFF2-40B4-BE49-F238E27FC236}">
                <a16:creationId xmlns:a16="http://schemas.microsoft.com/office/drawing/2014/main" id="{B32F9C20-21F3-E445-B8F1-AC78571F6E03}"/>
              </a:ext>
            </a:extLst>
          </p:cNvPr>
          <p:cNvSpPr>
            <a:spLocks noGrp="1"/>
          </p:cNvSpPr>
          <p:nvPr>
            <p:ph type="body" sz="quarter" idx="55" hasCustomPrompt="1"/>
          </p:nvPr>
        </p:nvSpPr>
        <p:spPr>
          <a:xfrm>
            <a:off x="7552734" y="3908072"/>
            <a:ext cx="1439223" cy="377425"/>
          </a:xfrm>
          <a:prstGeom prst="rect">
            <a:avLst/>
          </a:prstGeom>
        </p:spPr>
        <p:txBody>
          <a:bodyPr lIns="0" tIns="0" rIns="0" bIns="0" anchor="t"/>
          <a:lstStyle>
            <a:lvl1pPr marL="0" indent="0" algn="l">
              <a:buNone/>
              <a:defRPr sz="1400" b="1" i="0" spc="0">
                <a:solidFill>
                  <a:srgbClr val="41A4C7"/>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Prénom Nom</a:t>
            </a:r>
          </a:p>
        </p:txBody>
      </p:sp>
      <p:sp>
        <p:nvSpPr>
          <p:cNvPr id="51" name="Espace réservé du texte 23">
            <a:extLst>
              <a:ext uri="{FF2B5EF4-FFF2-40B4-BE49-F238E27FC236}">
                <a16:creationId xmlns:a16="http://schemas.microsoft.com/office/drawing/2014/main" id="{2F5BC84D-BBB9-9A42-AB3F-98AB7978D424}"/>
              </a:ext>
            </a:extLst>
          </p:cNvPr>
          <p:cNvSpPr>
            <a:spLocks noGrp="1"/>
          </p:cNvSpPr>
          <p:nvPr>
            <p:ph type="body" sz="quarter" idx="56" hasCustomPrompt="1"/>
          </p:nvPr>
        </p:nvSpPr>
        <p:spPr>
          <a:xfrm>
            <a:off x="7552734" y="4301877"/>
            <a:ext cx="1439223" cy="577340"/>
          </a:xfrm>
          <a:prstGeom prst="rect">
            <a:avLst/>
          </a:prstGeom>
        </p:spPr>
        <p:txBody>
          <a:bodyPr lIns="0" tIns="0" rIns="0" bIns="0" anchor="t"/>
          <a:lstStyle>
            <a:lvl1pPr marL="0" indent="0" algn="l">
              <a:buNone/>
              <a:defRPr sz="1100" b="0" i="0" spc="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Informations</a:t>
            </a:r>
          </a:p>
        </p:txBody>
      </p:sp>
      <p:sp>
        <p:nvSpPr>
          <p:cNvPr id="55" name="Espace réservé du texte 23">
            <a:extLst>
              <a:ext uri="{FF2B5EF4-FFF2-40B4-BE49-F238E27FC236}">
                <a16:creationId xmlns:a16="http://schemas.microsoft.com/office/drawing/2014/main" id="{B4F0EAEB-1756-084F-B710-1F9E25AB5CC5}"/>
              </a:ext>
            </a:extLst>
          </p:cNvPr>
          <p:cNvSpPr>
            <a:spLocks noGrp="1"/>
          </p:cNvSpPr>
          <p:nvPr>
            <p:ph type="body" sz="quarter" idx="57" hasCustomPrompt="1"/>
          </p:nvPr>
        </p:nvSpPr>
        <p:spPr>
          <a:xfrm>
            <a:off x="6322530" y="5077843"/>
            <a:ext cx="2669428" cy="1097323"/>
          </a:xfrm>
          <a:prstGeom prst="rect">
            <a:avLst/>
          </a:prstGeom>
        </p:spPr>
        <p:txBody>
          <a:bodyPr lIns="0" tIns="0" rIns="0" bIns="0" anchor="t"/>
          <a:lstStyle>
            <a:lvl1pPr marL="171450" indent="-171450" algn="l">
              <a:buFont typeface="Arial" panose="020B0604020202020204" pitchFamily="34" charset="0"/>
              <a:buChar char="•"/>
              <a:defRPr sz="1100" b="0" i="0" spc="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Informations</a:t>
            </a:r>
          </a:p>
        </p:txBody>
      </p:sp>
      <p:sp>
        <p:nvSpPr>
          <p:cNvPr id="56" name="Espace réservé pour une image  4">
            <a:extLst>
              <a:ext uri="{FF2B5EF4-FFF2-40B4-BE49-F238E27FC236}">
                <a16:creationId xmlns:a16="http://schemas.microsoft.com/office/drawing/2014/main" id="{E08B2C3C-5F8E-014F-87B8-D46582E3EB0F}"/>
              </a:ext>
            </a:extLst>
          </p:cNvPr>
          <p:cNvSpPr>
            <a:spLocks noGrp="1"/>
          </p:cNvSpPr>
          <p:nvPr>
            <p:ph type="pic" sz="quarter" idx="58" hasCustomPrompt="1"/>
          </p:nvPr>
        </p:nvSpPr>
        <p:spPr>
          <a:xfrm>
            <a:off x="6307924" y="3892445"/>
            <a:ext cx="1021744" cy="1021565"/>
          </a:xfrm>
          <a:prstGeom prst="ellipse">
            <a:avLst/>
          </a:prstGeom>
          <a:ln w="63500">
            <a:solidFill>
              <a:srgbClr val="539DB1"/>
            </a:solidFill>
          </a:ln>
        </p:spPr>
        <p:txBody>
          <a:bodyPr/>
          <a:lstStyle>
            <a:lvl1pPr marL="0" indent="0">
              <a:buFontTx/>
              <a:buNone/>
              <a:defRPr sz="1200"/>
            </a:lvl1pPr>
          </a:lstStyle>
          <a:p>
            <a:r>
              <a:rPr lang="fr-FR"/>
              <a:t>Photo</a:t>
            </a:r>
          </a:p>
        </p:txBody>
      </p:sp>
      <p:sp>
        <p:nvSpPr>
          <p:cNvPr id="57" name="Espace réservé du texte 23">
            <a:extLst>
              <a:ext uri="{FF2B5EF4-FFF2-40B4-BE49-F238E27FC236}">
                <a16:creationId xmlns:a16="http://schemas.microsoft.com/office/drawing/2014/main" id="{DFC4B421-BEBE-E54E-8A9C-827E6DF281ED}"/>
              </a:ext>
            </a:extLst>
          </p:cNvPr>
          <p:cNvSpPr>
            <a:spLocks noGrp="1"/>
          </p:cNvSpPr>
          <p:nvPr>
            <p:ph type="body" sz="quarter" idx="59" hasCustomPrompt="1"/>
          </p:nvPr>
        </p:nvSpPr>
        <p:spPr>
          <a:xfrm>
            <a:off x="10604642" y="3830584"/>
            <a:ext cx="1439223" cy="377425"/>
          </a:xfrm>
          <a:prstGeom prst="rect">
            <a:avLst/>
          </a:prstGeom>
        </p:spPr>
        <p:txBody>
          <a:bodyPr lIns="0" tIns="0" rIns="0" bIns="0" anchor="t"/>
          <a:lstStyle>
            <a:lvl1pPr marL="0" indent="0" algn="l">
              <a:buNone/>
              <a:defRPr sz="1400" b="1" i="0" spc="0">
                <a:solidFill>
                  <a:srgbClr val="41A4C7"/>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Prénom Nom</a:t>
            </a:r>
          </a:p>
        </p:txBody>
      </p:sp>
      <p:sp>
        <p:nvSpPr>
          <p:cNvPr id="88" name="Espace réservé du texte 23">
            <a:extLst>
              <a:ext uri="{FF2B5EF4-FFF2-40B4-BE49-F238E27FC236}">
                <a16:creationId xmlns:a16="http://schemas.microsoft.com/office/drawing/2014/main" id="{FEA20074-0875-6344-91A1-E98FAA3A5FE1}"/>
              </a:ext>
            </a:extLst>
          </p:cNvPr>
          <p:cNvSpPr>
            <a:spLocks noGrp="1"/>
          </p:cNvSpPr>
          <p:nvPr>
            <p:ph type="body" sz="quarter" idx="60" hasCustomPrompt="1"/>
          </p:nvPr>
        </p:nvSpPr>
        <p:spPr>
          <a:xfrm>
            <a:off x="10604642" y="4224389"/>
            <a:ext cx="1439223" cy="577340"/>
          </a:xfrm>
          <a:prstGeom prst="rect">
            <a:avLst/>
          </a:prstGeom>
        </p:spPr>
        <p:txBody>
          <a:bodyPr lIns="0" tIns="0" rIns="0" bIns="0" anchor="t"/>
          <a:lstStyle>
            <a:lvl1pPr marL="0" indent="0" algn="l">
              <a:buNone/>
              <a:defRPr sz="1100" b="0" i="0" spc="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Informations</a:t>
            </a:r>
          </a:p>
        </p:txBody>
      </p:sp>
      <p:sp>
        <p:nvSpPr>
          <p:cNvPr id="89" name="Espace réservé du texte 23">
            <a:extLst>
              <a:ext uri="{FF2B5EF4-FFF2-40B4-BE49-F238E27FC236}">
                <a16:creationId xmlns:a16="http://schemas.microsoft.com/office/drawing/2014/main" id="{90CD6637-B776-3345-8328-36503E80870F}"/>
              </a:ext>
            </a:extLst>
          </p:cNvPr>
          <p:cNvSpPr>
            <a:spLocks noGrp="1"/>
          </p:cNvSpPr>
          <p:nvPr>
            <p:ph type="body" sz="quarter" idx="61" hasCustomPrompt="1"/>
          </p:nvPr>
        </p:nvSpPr>
        <p:spPr>
          <a:xfrm>
            <a:off x="9374438" y="5000355"/>
            <a:ext cx="2669428" cy="1097323"/>
          </a:xfrm>
          <a:prstGeom prst="rect">
            <a:avLst/>
          </a:prstGeom>
        </p:spPr>
        <p:txBody>
          <a:bodyPr lIns="0" tIns="0" rIns="0" bIns="0" anchor="t"/>
          <a:lstStyle>
            <a:lvl1pPr marL="171450" indent="-171450" algn="l">
              <a:buFont typeface="Arial" panose="020B0604020202020204" pitchFamily="34" charset="0"/>
              <a:buChar char="•"/>
              <a:defRPr sz="1100" b="0" i="0" spc="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Informations</a:t>
            </a:r>
          </a:p>
        </p:txBody>
      </p:sp>
      <p:sp>
        <p:nvSpPr>
          <p:cNvPr id="90" name="Espace réservé pour une image  4">
            <a:extLst>
              <a:ext uri="{FF2B5EF4-FFF2-40B4-BE49-F238E27FC236}">
                <a16:creationId xmlns:a16="http://schemas.microsoft.com/office/drawing/2014/main" id="{DA54D27D-6737-4147-9056-5C0961E9A3DD}"/>
              </a:ext>
            </a:extLst>
          </p:cNvPr>
          <p:cNvSpPr>
            <a:spLocks noGrp="1"/>
          </p:cNvSpPr>
          <p:nvPr>
            <p:ph type="pic" sz="quarter" idx="62" hasCustomPrompt="1"/>
          </p:nvPr>
        </p:nvSpPr>
        <p:spPr>
          <a:xfrm>
            <a:off x="9359832" y="3814957"/>
            <a:ext cx="1021744" cy="1021565"/>
          </a:xfrm>
          <a:prstGeom prst="ellipse">
            <a:avLst/>
          </a:prstGeom>
          <a:ln w="63500">
            <a:solidFill>
              <a:srgbClr val="539DB1"/>
            </a:solidFill>
          </a:ln>
        </p:spPr>
        <p:txBody>
          <a:bodyPr/>
          <a:lstStyle>
            <a:lvl1pPr marL="0" indent="0">
              <a:buFontTx/>
              <a:buNone/>
              <a:defRPr sz="1200"/>
            </a:lvl1pPr>
          </a:lstStyle>
          <a:p>
            <a:r>
              <a:rPr lang="fr-FR"/>
              <a:t>Photo</a:t>
            </a:r>
          </a:p>
        </p:txBody>
      </p:sp>
      <p:cxnSp>
        <p:nvCxnSpPr>
          <p:cNvPr id="91" name="Connecteur droit 90">
            <a:extLst>
              <a:ext uri="{FF2B5EF4-FFF2-40B4-BE49-F238E27FC236}">
                <a16:creationId xmlns:a16="http://schemas.microsoft.com/office/drawing/2014/main" id="{597A3344-E9EF-9F43-8BF6-8E4A4F97A8A7}"/>
              </a:ext>
            </a:extLst>
          </p:cNvPr>
          <p:cNvCxnSpPr>
            <a:cxnSpLocks/>
          </p:cNvCxnSpPr>
          <p:nvPr userDrawn="1"/>
        </p:nvCxnSpPr>
        <p:spPr>
          <a:xfrm flipV="1">
            <a:off x="6140805" y="3661617"/>
            <a:ext cx="0" cy="2592000"/>
          </a:xfrm>
          <a:prstGeom prst="line">
            <a:avLst/>
          </a:prstGeom>
          <a:ln w="25400">
            <a:solidFill>
              <a:srgbClr val="41A4C7"/>
            </a:solidFill>
            <a:prstDash val="sysDot"/>
          </a:ln>
        </p:spPr>
        <p:style>
          <a:lnRef idx="1">
            <a:schemeClr val="accent1"/>
          </a:lnRef>
          <a:fillRef idx="0">
            <a:schemeClr val="accent1"/>
          </a:fillRef>
          <a:effectRef idx="0">
            <a:schemeClr val="accent1"/>
          </a:effectRef>
          <a:fontRef idx="minor">
            <a:schemeClr val="tx1"/>
          </a:fontRef>
        </p:style>
      </p:cxnSp>
      <p:cxnSp>
        <p:nvCxnSpPr>
          <p:cNvPr id="92" name="Connecteur droit 91">
            <a:extLst>
              <a:ext uri="{FF2B5EF4-FFF2-40B4-BE49-F238E27FC236}">
                <a16:creationId xmlns:a16="http://schemas.microsoft.com/office/drawing/2014/main" id="{326AE1F6-3523-D54D-9A4B-F1279A73519F}"/>
              </a:ext>
            </a:extLst>
          </p:cNvPr>
          <p:cNvCxnSpPr>
            <a:cxnSpLocks/>
          </p:cNvCxnSpPr>
          <p:nvPr userDrawn="1"/>
        </p:nvCxnSpPr>
        <p:spPr>
          <a:xfrm flipV="1">
            <a:off x="3086709" y="3650477"/>
            <a:ext cx="0" cy="2592000"/>
          </a:xfrm>
          <a:prstGeom prst="line">
            <a:avLst/>
          </a:prstGeom>
          <a:ln w="25400">
            <a:solidFill>
              <a:srgbClr val="41A4C7"/>
            </a:solidFill>
            <a:prstDash val="sysDot"/>
          </a:ln>
        </p:spPr>
        <p:style>
          <a:lnRef idx="1">
            <a:schemeClr val="accent1"/>
          </a:lnRef>
          <a:fillRef idx="0">
            <a:schemeClr val="accent1"/>
          </a:fillRef>
          <a:effectRef idx="0">
            <a:schemeClr val="accent1"/>
          </a:effectRef>
          <a:fontRef idx="minor">
            <a:schemeClr val="tx1"/>
          </a:fontRef>
        </p:style>
      </p:cxnSp>
      <p:cxnSp>
        <p:nvCxnSpPr>
          <p:cNvPr id="93" name="Connecteur droit 92">
            <a:extLst>
              <a:ext uri="{FF2B5EF4-FFF2-40B4-BE49-F238E27FC236}">
                <a16:creationId xmlns:a16="http://schemas.microsoft.com/office/drawing/2014/main" id="{1F5924AF-27C0-6643-A8C2-9B3A8430792B}"/>
              </a:ext>
            </a:extLst>
          </p:cNvPr>
          <p:cNvCxnSpPr>
            <a:cxnSpLocks/>
          </p:cNvCxnSpPr>
          <p:nvPr userDrawn="1"/>
        </p:nvCxnSpPr>
        <p:spPr>
          <a:xfrm flipV="1">
            <a:off x="9182709" y="3650477"/>
            <a:ext cx="0" cy="2592000"/>
          </a:xfrm>
          <a:prstGeom prst="line">
            <a:avLst/>
          </a:prstGeom>
          <a:ln w="25400">
            <a:solidFill>
              <a:srgbClr val="41A4C7"/>
            </a:solidFill>
            <a:prstDash val="sysDot"/>
          </a:ln>
        </p:spPr>
        <p:style>
          <a:lnRef idx="1">
            <a:schemeClr val="accent1"/>
          </a:lnRef>
          <a:fillRef idx="0">
            <a:schemeClr val="accent1"/>
          </a:fillRef>
          <a:effectRef idx="0">
            <a:schemeClr val="accent1"/>
          </a:effectRef>
          <a:fontRef idx="minor">
            <a:schemeClr val="tx1"/>
          </a:fontRef>
        </p:style>
      </p:cxnSp>
      <p:cxnSp>
        <p:nvCxnSpPr>
          <p:cNvPr id="94" name="Connecteur droit 93">
            <a:extLst>
              <a:ext uri="{FF2B5EF4-FFF2-40B4-BE49-F238E27FC236}">
                <a16:creationId xmlns:a16="http://schemas.microsoft.com/office/drawing/2014/main" id="{0921032E-D40D-C740-8C6A-FAF1B4676D85}"/>
              </a:ext>
            </a:extLst>
          </p:cNvPr>
          <p:cNvCxnSpPr>
            <a:cxnSpLocks/>
          </p:cNvCxnSpPr>
          <p:nvPr userDrawn="1"/>
        </p:nvCxnSpPr>
        <p:spPr>
          <a:xfrm flipV="1">
            <a:off x="4517118" y="1047204"/>
            <a:ext cx="0" cy="2592000"/>
          </a:xfrm>
          <a:prstGeom prst="line">
            <a:avLst/>
          </a:prstGeom>
          <a:ln w="25400">
            <a:solidFill>
              <a:srgbClr val="41A4C7"/>
            </a:solidFill>
            <a:prstDash val="sysDot"/>
          </a:ln>
        </p:spPr>
        <p:style>
          <a:lnRef idx="1">
            <a:schemeClr val="accent1"/>
          </a:lnRef>
          <a:fillRef idx="0">
            <a:schemeClr val="accent1"/>
          </a:fillRef>
          <a:effectRef idx="0">
            <a:schemeClr val="accent1"/>
          </a:effectRef>
          <a:fontRef idx="minor">
            <a:schemeClr val="tx1"/>
          </a:fontRef>
        </p:style>
      </p:cxnSp>
      <p:cxnSp>
        <p:nvCxnSpPr>
          <p:cNvPr id="95" name="Connecteur droit 94">
            <a:extLst>
              <a:ext uri="{FF2B5EF4-FFF2-40B4-BE49-F238E27FC236}">
                <a16:creationId xmlns:a16="http://schemas.microsoft.com/office/drawing/2014/main" id="{8BBA6C04-D7A1-2D42-8AB6-AF487DD911EF}"/>
              </a:ext>
            </a:extLst>
          </p:cNvPr>
          <p:cNvCxnSpPr>
            <a:cxnSpLocks/>
          </p:cNvCxnSpPr>
          <p:nvPr userDrawn="1"/>
        </p:nvCxnSpPr>
        <p:spPr>
          <a:xfrm flipV="1">
            <a:off x="7577100" y="1047204"/>
            <a:ext cx="0" cy="2592000"/>
          </a:xfrm>
          <a:prstGeom prst="line">
            <a:avLst/>
          </a:prstGeom>
          <a:ln w="25400">
            <a:solidFill>
              <a:srgbClr val="41A4C7"/>
            </a:solidFill>
            <a:prstDash val="sysDot"/>
          </a:ln>
        </p:spPr>
        <p:style>
          <a:lnRef idx="1">
            <a:schemeClr val="accent1"/>
          </a:lnRef>
          <a:fillRef idx="0">
            <a:schemeClr val="accent1"/>
          </a:fillRef>
          <a:effectRef idx="0">
            <a:schemeClr val="accent1"/>
          </a:effectRef>
          <a:fontRef idx="minor">
            <a:schemeClr val="tx1"/>
          </a:fontRef>
        </p:style>
      </p:cxnSp>
      <p:sp>
        <p:nvSpPr>
          <p:cNvPr id="96" name="Espace réservé du texte 23">
            <a:extLst>
              <a:ext uri="{FF2B5EF4-FFF2-40B4-BE49-F238E27FC236}">
                <a16:creationId xmlns:a16="http://schemas.microsoft.com/office/drawing/2014/main" id="{EFADFAC6-FFD9-3E46-9B84-064E3109D8EE}"/>
              </a:ext>
            </a:extLst>
          </p:cNvPr>
          <p:cNvSpPr>
            <a:spLocks noGrp="1"/>
          </p:cNvSpPr>
          <p:nvPr>
            <p:ph type="body" sz="quarter" idx="63" hasCustomPrompt="1"/>
          </p:nvPr>
        </p:nvSpPr>
        <p:spPr>
          <a:xfrm>
            <a:off x="5934040" y="1194995"/>
            <a:ext cx="1440996" cy="378000"/>
          </a:xfrm>
          <a:prstGeom prst="rect">
            <a:avLst/>
          </a:prstGeom>
        </p:spPr>
        <p:txBody>
          <a:bodyPr lIns="0" tIns="0" rIns="0" bIns="0" anchor="t"/>
          <a:lstStyle>
            <a:lvl1pPr marL="0" indent="0" algn="l">
              <a:buNone/>
              <a:defRPr sz="1400" b="1" i="0" spc="0">
                <a:solidFill>
                  <a:srgbClr val="41A4C7"/>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Prénom Nom</a:t>
            </a:r>
          </a:p>
        </p:txBody>
      </p:sp>
      <p:sp>
        <p:nvSpPr>
          <p:cNvPr id="97" name="Espace réservé du texte 23">
            <a:extLst>
              <a:ext uri="{FF2B5EF4-FFF2-40B4-BE49-F238E27FC236}">
                <a16:creationId xmlns:a16="http://schemas.microsoft.com/office/drawing/2014/main" id="{A23DDE5E-765E-8646-AF52-103E6D7727CD}"/>
              </a:ext>
            </a:extLst>
          </p:cNvPr>
          <p:cNvSpPr>
            <a:spLocks noGrp="1"/>
          </p:cNvSpPr>
          <p:nvPr>
            <p:ph type="body" sz="quarter" idx="64" hasCustomPrompt="1"/>
          </p:nvPr>
        </p:nvSpPr>
        <p:spPr>
          <a:xfrm>
            <a:off x="5934040" y="1602676"/>
            <a:ext cx="1440996" cy="576000"/>
          </a:xfrm>
          <a:prstGeom prst="rect">
            <a:avLst/>
          </a:prstGeom>
        </p:spPr>
        <p:txBody>
          <a:bodyPr lIns="0" tIns="0" rIns="0" bIns="0" anchor="t"/>
          <a:lstStyle>
            <a:lvl1pPr marL="0" indent="0" algn="l">
              <a:buNone/>
              <a:defRPr sz="1100" b="0" i="0" spc="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Informations</a:t>
            </a:r>
          </a:p>
        </p:txBody>
      </p:sp>
      <p:sp>
        <p:nvSpPr>
          <p:cNvPr id="98" name="Espace réservé du texte 23">
            <a:extLst>
              <a:ext uri="{FF2B5EF4-FFF2-40B4-BE49-F238E27FC236}">
                <a16:creationId xmlns:a16="http://schemas.microsoft.com/office/drawing/2014/main" id="{55DFCCA3-2FA7-EF43-9261-E5472DDA4A09}"/>
              </a:ext>
            </a:extLst>
          </p:cNvPr>
          <p:cNvSpPr>
            <a:spLocks noGrp="1"/>
          </p:cNvSpPr>
          <p:nvPr>
            <p:ph type="body" sz="quarter" idx="65" hasCustomPrompt="1"/>
          </p:nvPr>
        </p:nvSpPr>
        <p:spPr>
          <a:xfrm>
            <a:off x="4703836" y="2378644"/>
            <a:ext cx="2671200" cy="1098000"/>
          </a:xfrm>
          <a:prstGeom prst="rect">
            <a:avLst/>
          </a:prstGeom>
        </p:spPr>
        <p:txBody>
          <a:bodyPr lIns="0" tIns="0" rIns="0" bIns="0" anchor="t"/>
          <a:lstStyle>
            <a:lvl1pPr marL="171450" indent="-171450" algn="l">
              <a:buFont typeface="Arial" panose="020B0604020202020204" pitchFamily="34" charset="0"/>
              <a:buChar char="•"/>
              <a:defRPr sz="1100" b="0" i="0" spc="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Informations</a:t>
            </a:r>
          </a:p>
        </p:txBody>
      </p:sp>
      <p:sp>
        <p:nvSpPr>
          <p:cNvPr id="99" name="Espace réservé pour une image  4">
            <a:extLst>
              <a:ext uri="{FF2B5EF4-FFF2-40B4-BE49-F238E27FC236}">
                <a16:creationId xmlns:a16="http://schemas.microsoft.com/office/drawing/2014/main" id="{39015A28-F0E8-184D-A77B-FE17868DA6E9}"/>
              </a:ext>
            </a:extLst>
          </p:cNvPr>
          <p:cNvSpPr>
            <a:spLocks noGrp="1"/>
          </p:cNvSpPr>
          <p:nvPr>
            <p:ph type="pic" sz="quarter" idx="66" hasCustomPrompt="1"/>
          </p:nvPr>
        </p:nvSpPr>
        <p:spPr>
          <a:xfrm>
            <a:off x="4689230" y="1193245"/>
            <a:ext cx="1021744" cy="1021565"/>
          </a:xfrm>
          <a:prstGeom prst="ellipse">
            <a:avLst/>
          </a:prstGeom>
          <a:ln w="63500">
            <a:solidFill>
              <a:srgbClr val="539DB1"/>
            </a:solidFill>
          </a:ln>
        </p:spPr>
        <p:txBody>
          <a:bodyPr/>
          <a:lstStyle>
            <a:lvl1pPr marL="0" indent="0">
              <a:buFontTx/>
              <a:buNone/>
              <a:defRPr sz="1200"/>
            </a:lvl1pPr>
          </a:lstStyle>
          <a:p>
            <a:r>
              <a:rPr lang="fr-FR"/>
              <a:t>Photo</a:t>
            </a:r>
          </a:p>
        </p:txBody>
      </p:sp>
      <p:sp>
        <p:nvSpPr>
          <p:cNvPr id="100" name="Espace réservé du texte 23">
            <a:extLst>
              <a:ext uri="{FF2B5EF4-FFF2-40B4-BE49-F238E27FC236}">
                <a16:creationId xmlns:a16="http://schemas.microsoft.com/office/drawing/2014/main" id="{B5E81CF3-C567-5B45-8A47-62555B0F9354}"/>
              </a:ext>
            </a:extLst>
          </p:cNvPr>
          <p:cNvSpPr>
            <a:spLocks noGrp="1"/>
          </p:cNvSpPr>
          <p:nvPr>
            <p:ph type="body" sz="quarter" idx="67" hasCustomPrompt="1"/>
          </p:nvPr>
        </p:nvSpPr>
        <p:spPr>
          <a:xfrm>
            <a:off x="2874058" y="1197903"/>
            <a:ext cx="1440996" cy="378000"/>
          </a:xfrm>
          <a:prstGeom prst="rect">
            <a:avLst/>
          </a:prstGeom>
        </p:spPr>
        <p:txBody>
          <a:bodyPr lIns="0" tIns="0" rIns="0" bIns="0" anchor="t"/>
          <a:lstStyle>
            <a:lvl1pPr marL="0" indent="0" algn="l">
              <a:buNone/>
              <a:defRPr sz="1400" b="1" i="0" spc="0">
                <a:solidFill>
                  <a:srgbClr val="41A4C7"/>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Prénom Nom</a:t>
            </a:r>
          </a:p>
        </p:txBody>
      </p:sp>
      <p:sp>
        <p:nvSpPr>
          <p:cNvPr id="101" name="Espace réservé du texte 23">
            <a:extLst>
              <a:ext uri="{FF2B5EF4-FFF2-40B4-BE49-F238E27FC236}">
                <a16:creationId xmlns:a16="http://schemas.microsoft.com/office/drawing/2014/main" id="{F5104BF3-562F-2742-A598-DD29624E9C42}"/>
              </a:ext>
            </a:extLst>
          </p:cNvPr>
          <p:cNvSpPr>
            <a:spLocks noGrp="1"/>
          </p:cNvSpPr>
          <p:nvPr>
            <p:ph type="body" sz="quarter" idx="68" hasCustomPrompt="1"/>
          </p:nvPr>
        </p:nvSpPr>
        <p:spPr>
          <a:xfrm>
            <a:off x="2874058" y="1605584"/>
            <a:ext cx="1440996" cy="576000"/>
          </a:xfrm>
          <a:prstGeom prst="rect">
            <a:avLst/>
          </a:prstGeom>
        </p:spPr>
        <p:txBody>
          <a:bodyPr lIns="0" tIns="0" rIns="0" bIns="0" anchor="t"/>
          <a:lstStyle>
            <a:lvl1pPr marL="0" indent="0" algn="l">
              <a:buNone/>
              <a:defRPr sz="1100" b="0" i="0" spc="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Informations</a:t>
            </a:r>
          </a:p>
        </p:txBody>
      </p:sp>
      <p:sp>
        <p:nvSpPr>
          <p:cNvPr id="102" name="Espace réservé du texte 23">
            <a:extLst>
              <a:ext uri="{FF2B5EF4-FFF2-40B4-BE49-F238E27FC236}">
                <a16:creationId xmlns:a16="http://schemas.microsoft.com/office/drawing/2014/main" id="{E7DAF3A5-3763-8C4B-8677-0F138AAC36D7}"/>
              </a:ext>
            </a:extLst>
          </p:cNvPr>
          <p:cNvSpPr>
            <a:spLocks noGrp="1"/>
          </p:cNvSpPr>
          <p:nvPr>
            <p:ph type="body" sz="quarter" idx="69" hasCustomPrompt="1"/>
          </p:nvPr>
        </p:nvSpPr>
        <p:spPr>
          <a:xfrm>
            <a:off x="1643854" y="2381552"/>
            <a:ext cx="2671200" cy="1098000"/>
          </a:xfrm>
          <a:prstGeom prst="rect">
            <a:avLst/>
          </a:prstGeom>
        </p:spPr>
        <p:txBody>
          <a:bodyPr lIns="0" tIns="0" rIns="0" bIns="0" anchor="t"/>
          <a:lstStyle>
            <a:lvl1pPr marL="171450" indent="-171450" algn="l">
              <a:buFont typeface="Arial" panose="020B0604020202020204" pitchFamily="34" charset="0"/>
              <a:buChar char="•"/>
              <a:defRPr sz="1100" b="0" i="0" spc="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Informations</a:t>
            </a:r>
          </a:p>
        </p:txBody>
      </p:sp>
      <p:sp>
        <p:nvSpPr>
          <p:cNvPr id="103" name="Espace réservé pour une image  4">
            <a:extLst>
              <a:ext uri="{FF2B5EF4-FFF2-40B4-BE49-F238E27FC236}">
                <a16:creationId xmlns:a16="http://schemas.microsoft.com/office/drawing/2014/main" id="{4BABB430-907D-C04B-A46C-E0CEB9E10509}"/>
              </a:ext>
            </a:extLst>
          </p:cNvPr>
          <p:cNvSpPr>
            <a:spLocks noGrp="1"/>
          </p:cNvSpPr>
          <p:nvPr>
            <p:ph type="pic" sz="quarter" idx="70" hasCustomPrompt="1"/>
          </p:nvPr>
        </p:nvSpPr>
        <p:spPr>
          <a:xfrm>
            <a:off x="1629248" y="1196153"/>
            <a:ext cx="1021744" cy="1021565"/>
          </a:xfrm>
          <a:prstGeom prst="ellipse">
            <a:avLst/>
          </a:prstGeom>
          <a:ln w="63500">
            <a:solidFill>
              <a:srgbClr val="539DB1"/>
            </a:solidFill>
          </a:ln>
        </p:spPr>
        <p:txBody>
          <a:bodyPr/>
          <a:lstStyle>
            <a:lvl1pPr marL="0" indent="0">
              <a:buFontTx/>
              <a:buNone/>
              <a:defRPr sz="1200"/>
            </a:lvl1pPr>
          </a:lstStyle>
          <a:p>
            <a:r>
              <a:rPr lang="fr-FR"/>
              <a:t>Photo</a:t>
            </a:r>
          </a:p>
        </p:txBody>
      </p:sp>
    </p:spTree>
    <p:extLst>
      <p:ext uri="{BB962C8B-B14F-4D97-AF65-F5344CB8AC3E}">
        <p14:creationId xmlns:p14="http://schemas.microsoft.com/office/powerpoint/2010/main" val="4734794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chéma">
    <p:spTree>
      <p:nvGrpSpPr>
        <p:cNvPr id="1" name=""/>
        <p:cNvGrpSpPr/>
        <p:nvPr/>
      </p:nvGrpSpPr>
      <p:grpSpPr>
        <a:xfrm>
          <a:off x="0" y="0"/>
          <a:ext cx="0" cy="0"/>
          <a:chOff x="0" y="0"/>
          <a:chExt cx="0" cy="0"/>
        </a:xfrm>
      </p:grpSpPr>
      <p:pic>
        <p:nvPicPr>
          <p:cNvPr id="43" name="Image 42">
            <a:extLst>
              <a:ext uri="{FF2B5EF4-FFF2-40B4-BE49-F238E27FC236}">
                <a16:creationId xmlns:a16="http://schemas.microsoft.com/office/drawing/2014/main" id="{86C06759-3B92-ED4D-AEE4-7401404E029E}"/>
              </a:ext>
            </a:extLst>
          </p:cNvPr>
          <p:cNvPicPr>
            <a:picLocks noChangeAspect="1"/>
          </p:cNvPicPr>
          <p:nvPr userDrawn="1"/>
        </p:nvPicPr>
        <p:blipFill>
          <a:blip r:embed="rId2"/>
          <a:stretch>
            <a:fillRect/>
          </a:stretch>
        </p:blipFill>
        <p:spPr>
          <a:xfrm>
            <a:off x="1" y="-5035"/>
            <a:ext cx="12192000" cy="759633"/>
          </a:xfrm>
          <a:prstGeom prst="rect">
            <a:avLst/>
          </a:prstGeom>
        </p:spPr>
      </p:pic>
      <p:sp>
        <p:nvSpPr>
          <p:cNvPr id="52" name="Title 12">
            <a:extLst>
              <a:ext uri="{FF2B5EF4-FFF2-40B4-BE49-F238E27FC236}">
                <a16:creationId xmlns:a16="http://schemas.microsoft.com/office/drawing/2014/main" id="{7ED219E2-95A1-0943-AD7A-101DF2F5A920}"/>
              </a:ext>
            </a:extLst>
          </p:cNvPr>
          <p:cNvSpPr txBox="1">
            <a:spLocks/>
          </p:cNvSpPr>
          <p:nvPr userDrawn="1"/>
        </p:nvSpPr>
        <p:spPr>
          <a:xfrm>
            <a:off x="1" y="-20305"/>
            <a:ext cx="12192000" cy="774904"/>
          </a:xfrm>
          <a:prstGeom prst="rect">
            <a:avLst/>
          </a:prstGeom>
          <a:solidFill>
            <a:srgbClr val="1F5363">
              <a:alpha val="50000"/>
            </a:srgbClr>
          </a:solidFill>
        </p:spPr>
        <p:txBody>
          <a:bodyPr anchor="ctr"/>
          <a:lstStyle>
            <a:lvl1pPr algn="l" defTabSz="914400" rtl="0" eaLnBrk="1" latinLnBrk="0" hangingPunct="1">
              <a:lnSpc>
                <a:spcPct val="90000"/>
              </a:lnSpc>
              <a:spcBef>
                <a:spcPct val="0"/>
              </a:spcBef>
              <a:buNone/>
              <a:defRPr sz="1600" b="1" kern="1200">
                <a:solidFill>
                  <a:srgbClr val="1B445F"/>
                </a:solidFill>
                <a:latin typeface="AvantGarGotItcT"/>
                <a:ea typeface="+mj-ea"/>
                <a:cs typeface="+mj-cs"/>
              </a:defRPr>
            </a:lvl1pPr>
          </a:lstStyle>
          <a:p>
            <a:pPr marL="180000">
              <a:buClrTx/>
              <a:buFontTx/>
            </a:pPr>
            <a:endParaRPr lang="fr-FR" sz="2800">
              <a:solidFill>
                <a:schemeClr val="bg1"/>
              </a:solidFill>
              <a:latin typeface="Calibri" panose="020F0502020204030204" pitchFamily="34" charset="0"/>
              <a:cs typeface="Calibri" panose="020F0502020204030204" pitchFamily="34" charset="0"/>
            </a:endParaRPr>
          </a:p>
        </p:txBody>
      </p:sp>
      <p:sp>
        <p:nvSpPr>
          <p:cNvPr id="53" name="Espace réservé du texte 23">
            <a:extLst>
              <a:ext uri="{FF2B5EF4-FFF2-40B4-BE49-F238E27FC236}">
                <a16:creationId xmlns:a16="http://schemas.microsoft.com/office/drawing/2014/main" id="{F41D184B-0509-9344-87BD-F44776E00A48}"/>
              </a:ext>
            </a:extLst>
          </p:cNvPr>
          <p:cNvSpPr>
            <a:spLocks noGrp="1"/>
          </p:cNvSpPr>
          <p:nvPr>
            <p:ph type="body" sz="quarter" idx="11" hasCustomPrompt="1"/>
          </p:nvPr>
        </p:nvSpPr>
        <p:spPr>
          <a:xfrm>
            <a:off x="0" y="-1"/>
            <a:ext cx="12191999" cy="754597"/>
          </a:xfrm>
          <a:prstGeom prst="rect">
            <a:avLst/>
          </a:prstGeom>
        </p:spPr>
        <p:txBody>
          <a:bodyPr lIns="270000" tIns="46800" rIns="270000" bIns="46800" anchor="ctr"/>
          <a:lstStyle>
            <a:lvl1pPr marL="0" indent="0" algn="l">
              <a:buNone/>
              <a:defRPr sz="2800" b="1" i="0" spc="0">
                <a:solidFill>
                  <a:schemeClr val="bg1"/>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Changer titre de la diapositive</a:t>
            </a:r>
          </a:p>
        </p:txBody>
      </p:sp>
      <p:sp>
        <p:nvSpPr>
          <p:cNvPr id="38" name="Espace réservé du texte 23">
            <a:extLst>
              <a:ext uri="{FF2B5EF4-FFF2-40B4-BE49-F238E27FC236}">
                <a16:creationId xmlns:a16="http://schemas.microsoft.com/office/drawing/2014/main" id="{1B69723A-750D-AF46-BD7B-DA5FC3C52AAC}"/>
              </a:ext>
            </a:extLst>
          </p:cNvPr>
          <p:cNvSpPr>
            <a:spLocks noGrp="1"/>
          </p:cNvSpPr>
          <p:nvPr>
            <p:ph type="body" sz="quarter" idx="36" hasCustomPrompt="1"/>
          </p:nvPr>
        </p:nvSpPr>
        <p:spPr>
          <a:xfrm>
            <a:off x="685939" y="1241035"/>
            <a:ext cx="2220601" cy="506379"/>
          </a:xfrm>
          <a:prstGeom prst="rect">
            <a:avLst/>
          </a:prstGeom>
          <a:solidFill>
            <a:srgbClr val="1B445F"/>
          </a:solidFill>
        </p:spPr>
        <p:txBody>
          <a:bodyPr anchor="ctr"/>
          <a:lstStyle>
            <a:lvl1pPr marL="0" indent="0" algn="ctr">
              <a:buNone/>
              <a:defRPr sz="1200" b="0" i="0">
                <a:solidFill>
                  <a:schemeClr val="bg1"/>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 Texte</a:t>
            </a:r>
          </a:p>
        </p:txBody>
      </p:sp>
      <p:sp>
        <p:nvSpPr>
          <p:cNvPr id="39" name="Espace réservé du texte 23">
            <a:extLst>
              <a:ext uri="{FF2B5EF4-FFF2-40B4-BE49-F238E27FC236}">
                <a16:creationId xmlns:a16="http://schemas.microsoft.com/office/drawing/2014/main" id="{CE7A6769-F238-FF4E-8F4E-FD06AA230284}"/>
              </a:ext>
            </a:extLst>
          </p:cNvPr>
          <p:cNvSpPr>
            <a:spLocks noGrp="1"/>
          </p:cNvSpPr>
          <p:nvPr>
            <p:ph type="body" sz="quarter" idx="37" hasCustomPrompt="1"/>
          </p:nvPr>
        </p:nvSpPr>
        <p:spPr>
          <a:xfrm>
            <a:off x="685941" y="1905196"/>
            <a:ext cx="2220601" cy="506379"/>
          </a:xfrm>
          <a:prstGeom prst="rect">
            <a:avLst/>
          </a:prstGeom>
          <a:solidFill>
            <a:srgbClr val="539DB1"/>
          </a:solidFill>
        </p:spPr>
        <p:txBody>
          <a:bodyPr anchor="ctr"/>
          <a:lstStyle>
            <a:lvl1pPr marL="0" indent="0" algn="ctr">
              <a:buNone/>
              <a:defRPr sz="1200" b="0" i="0">
                <a:solidFill>
                  <a:schemeClr val="bg1"/>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 Texte</a:t>
            </a:r>
          </a:p>
        </p:txBody>
      </p:sp>
      <p:sp>
        <p:nvSpPr>
          <p:cNvPr id="40" name="Espace réservé du texte 23">
            <a:extLst>
              <a:ext uri="{FF2B5EF4-FFF2-40B4-BE49-F238E27FC236}">
                <a16:creationId xmlns:a16="http://schemas.microsoft.com/office/drawing/2014/main" id="{8DAE4A22-9E53-9E44-B9C8-BEF40E18E53C}"/>
              </a:ext>
            </a:extLst>
          </p:cNvPr>
          <p:cNvSpPr>
            <a:spLocks noGrp="1"/>
          </p:cNvSpPr>
          <p:nvPr>
            <p:ph type="body" sz="quarter" idx="38" hasCustomPrompt="1"/>
          </p:nvPr>
        </p:nvSpPr>
        <p:spPr>
          <a:xfrm>
            <a:off x="685939" y="2569357"/>
            <a:ext cx="2220601" cy="506379"/>
          </a:xfrm>
          <a:prstGeom prst="rect">
            <a:avLst/>
          </a:prstGeom>
          <a:solidFill>
            <a:srgbClr val="90C9DB"/>
          </a:solidFill>
        </p:spPr>
        <p:txBody>
          <a:bodyPr anchor="ctr"/>
          <a:lstStyle>
            <a:lvl1pPr marL="0" indent="0" algn="ctr">
              <a:buNone/>
              <a:defRPr sz="1200" b="0" i="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 Texte</a:t>
            </a:r>
          </a:p>
        </p:txBody>
      </p:sp>
      <p:sp>
        <p:nvSpPr>
          <p:cNvPr id="41" name="Espace réservé du texte 23">
            <a:extLst>
              <a:ext uri="{FF2B5EF4-FFF2-40B4-BE49-F238E27FC236}">
                <a16:creationId xmlns:a16="http://schemas.microsoft.com/office/drawing/2014/main" id="{F69CC65E-0416-8748-8D00-F93A2366C606}"/>
              </a:ext>
            </a:extLst>
          </p:cNvPr>
          <p:cNvSpPr>
            <a:spLocks noGrp="1"/>
          </p:cNvSpPr>
          <p:nvPr>
            <p:ph type="body" sz="quarter" idx="39" hasCustomPrompt="1"/>
          </p:nvPr>
        </p:nvSpPr>
        <p:spPr>
          <a:xfrm>
            <a:off x="685938" y="3233518"/>
            <a:ext cx="2220601" cy="506379"/>
          </a:xfrm>
          <a:prstGeom prst="rect">
            <a:avLst/>
          </a:prstGeom>
          <a:solidFill>
            <a:srgbClr val="E1E6EB"/>
          </a:solidFill>
        </p:spPr>
        <p:txBody>
          <a:bodyPr anchor="ctr"/>
          <a:lstStyle>
            <a:lvl1pPr marL="0" indent="0" algn="ctr">
              <a:buNone/>
              <a:defRPr sz="1200" b="0" i="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 Texte</a:t>
            </a:r>
          </a:p>
        </p:txBody>
      </p:sp>
      <p:sp>
        <p:nvSpPr>
          <p:cNvPr id="51" name="Espace réservé du texte 23">
            <a:extLst>
              <a:ext uri="{FF2B5EF4-FFF2-40B4-BE49-F238E27FC236}">
                <a16:creationId xmlns:a16="http://schemas.microsoft.com/office/drawing/2014/main" id="{6A1E629E-1AE0-5147-9CD7-06329F571879}"/>
              </a:ext>
            </a:extLst>
          </p:cNvPr>
          <p:cNvSpPr>
            <a:spLocks noGrp="1"/>
          </p:cNvSpPr>
          <p:nvPr>
            <p:ph type="body" sz="quarter" idx="12" hasCustomPrompt="1"/>
          </p:nvPr>
        </p:nvSpPr>
        <p:spPr>
          <a:xfrm>
            <a:off x="685939" y="5347915"/>
            <a:ext cx="10820123" cy="506380"/>
          </a:xfrm>
          <a:prstGeom prst="rect">
            <a:avLst/>
          </a:prstGeom>
        </p:spPr>
        <p:txBody>
          <a:bodyPr lIns="0" tIns="0" rIns="0" bIns="0" anchor="t"/>
          <a:lstStyle>
            <a:lvl1pPr marL="0" indent="0" algn="l">
              <a:buNone/>
              <a:defRPr sz="1400" b="0" i="0" spc="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Texte de bas de page</a:t>
            </a:r>
          </a:p>
        </p:txBody>
      </p:sp>
      <p:sp>
        <p:nvSpPr>
          <p:cNvPr id="56" name="Espace réservé du texte 23">
            <a:extLst>
              <a:ext uri="{FF2B5EF4-FFF2-40B4-BE49-F238E27FC236}">
                <a16:creationId xmlns:a16="http://schemas.microsoft.com/office/drawing/2014/main" id="{680F8411-7B5B-D54F-8143-D243AC37E830}"/>
              </a:ext>
            </a:extLst>
          </p:cNvPr>
          <p:cNvSpPr>
            <a:spLocks noGrp="1"/>
          </p:cNvSpPr>
          <p:nvPr>
            <p:ph type="body" sz="quarter" idx="40" hasCustomPrompt="1"/>
          </p:nvPr>
        </p:nvSpPr>
        <p:spPr>
          <a:xfrm>
            <a:off x="685938" y="3897679"/>
            <a:ext cx="2220601" cy="506379"/>
          </a:xfrm>
          <a:prstGeom prst="rect">
            <a:avLst/>
          </a:prstGeom>
          <a:solidFill>
            <a:srgbClr val="E1E6EB"/>
          </a:solidFill>
        </p:spPr>
        <p:txBody>
          <a:bodyPr anchor="ctr"/>
          <a:lstStyle>
            <a:lvl1pPr marL="0" indent="0" algn="ctr">
              <a:buNone/>
              <a:defRPr sz="1200" b="0" i="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 Texte</a:t>
            </a:r>
          </a:p>
        </p:txBody>
      </p:sp>
      <p:sp>
        <p:nvSpPr>
          <p:cNvPr id="88" name="Espace réservé du texte 23">
            <a:extLst>
              <a:ext uri="{FF2B5EF4-FFF2-40B4-BE49-F238E27FC236}">
                <a16:creationId xmlns:a16="http://schemas.microsoft.com/office/drawing/2014/main" id="{D4591BC7-2817-1F45-88D2-A34A3B65720A}"/>
              </a:ext>
            </a:extLst>
          </p:cNvPr>
          <p:cNvSpPr>
            <a:spLocks noGrp="1"/>
          </p:cNvSpPr>
          <p:nvPr>
            <p:ph type="body" sz="quarter" idx="41" hasCustomPrompt="1"/>
          </p:nvPr>
        </p:nvSpPr>
        <p:spPr>
          <a:xfrm>
            <a:off x="685938" y="4561840"/>
            <a:ext cx="2220601" cy="506379"/>
          </a:xfrm>
          <a:prstGeom prst="rect">
            <a:avLst/>
          </a:prstGeom>
          <a:solidFill>
            <a:srgbClr val="E1E6EB"/>
          </a:solidFill>
        </p:spPr>
        <p:txBody>
          <a:bodyPr anchor="ctr"/>
          <a:lstStyle>
            <a:lvl1pPr marL="0" indent="0" algn="ctr">
              <a:buNone/>
              <a:defRPr sz="1200" b="0" i="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 Texte</a:t>
            </a:r>
          </a:p>
        </p:txBody>
      </p:sp>
      <p:sp>
        <p:nvSpPr>
          <p:cNvPr id="89" name="Espace réservé du texte 23">
            <a:extLst>
              <a:ext uri="{FF2B5EF4-FFF2-40B4-BE49-F238E27FC236}">
                <a16:creationId xmlns:a16="http://schemas.microsoft.com/office/drawing/2014/main" id="{5D7E2B6C-2C17-3645-B1C4-D3C5AC78A821}"/>
              </a:ext>
            </a:extLst>
          </p:cNvPr>
          <p:cNvSpPr>
            <a:spLocks noGrp="1"/>
          </p:cNvSpPr>
          <p:nvPr>
            <p:ph type="body" sz="quarter" idx="42" hasCustomPrompt="1"/>
          </p:nvPr>
        </p:nvSpPr>
        <p:spPr>
          <a:xfrm>
            <a:off x="3072253" y="1241035"/>
            <a:ext cx="2220601" cy="506379"/>
          </a:xfrm>
          <a:prstGeom prst="rect">
            <a:avLst/>
          </a:prstGeom>
          <a:solidFill>
            <a:srgbClr val="1B445F"/>
          </a:solidFill>
        </p:spPr>
        <p:txBody>
          <a:bodyPr anchor="ctr"/>
          <a:lstStyle>
            <a:lvl1pPr marL="0" indent="0" algn="ctr">
              <a:buNone/>
              <a:defRPr sz="1200" b="0" i="0">
                <a:solidFill>
                  <a:schemeClr val="bg1"/>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 Texte</a:t>
            </a:r>
          </a:p>
        </p:txBody>
      </p:sp>
      <p:sp>
        <p:nvSpPr>
          <p:cNvPr id="90" name="Espace réservé du texte 23">
            <a:extLst>
              <a:ext uri="{FF2B5EF4-FFF2-40B4-BE49-F238E27FC236}">
                <a16:creationId xmlns:a16="http://schemas.microsoft.com/office/drawing/2014/main" id="{BD3BAEEB-2D03-2944-80B0-7B19DE4CAB1D}"/>
              </a:ext>
            </a:extLst>
          </p:cNvPr>
          <p:cNvSpPr>
            <a:spLocks noGrp="1"/>
          </p:cNvSpPr>
          <p:nvPr>
            <p:ph type="body" sz="quarter" idx="43" hasCustomPrompt="1"/>
          </p:nvPr>
        </p:nvSpPr>
        <p:spPr>
          <a:xfrm>
            <a:off x="3072255" y="1905196"/>
            <a:ext cx="2220601" cy="506379"/>
          </a:xfrm>
          <a:prstGeom prst="rect">
            <a:avLst/>
          </a:prstGeom>
          <a:solidFill>
            <a:srgbClr val="539DB1"/>
          </a:solidFill>
        </p:spPr>
        <p:txBody>
          <a:bodyPr anchor="ctr"/>
          <a:lstStyle>
            <a:lvl1pPr marL="0" indent="0" algn="ctr">
              <a:buNone/>
              <a:defRPr sz="1200" b="0" i="0">
                <a:solidFill>
                  <a:schemeClr val="bg1"/>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 Texte</a:t>
            </a:r>
          </a:p>
        </p:txBody>
      </p:sp>
      <p:sp>
        <p:nvSpPr>
          <p:cNvPr id="91" name="Espace réservé du texte 23">
            <a:extLst>
              <a:ext uri="{FF2B5EF4-FFF2-40B4-BE49-F238E27FC236}">
                <a16:creationId xmlns:a16="http://schemas.microsoft.com/office/drawing/2014/main" id="{20789B73-2345-B344-89EC-9AFEC2CD70BF}"/>
              </a:ext>
            </a:extLst>
          </p:cNvPr>
          <p:cNvSpPr>
            <a:spLocks noGrp="1"/>
          </p:cNvSpPr>
          <p:nvPr>
            <p:ph type="body" sz="quarter" idx="44" hasCustomPrompt="1"/>
          </p:nvPr>
        </p:nvSpPr>
        <p:spPr>
          <a:xfrm>
            <a:off x="3072253" y="2569357"/>
            <a:ext cx="2220601" cy="506379"/>
          </a:xfrm>
          <a:prstGeom prst="rect">
            <a:avLst/>
          </a:prstGeom>
          <a:solidFill>
            <a:srgbClr val="90C9DB"/>
          </a:solidFill>
        </p:spPr>
        <p:txBody>
          <a:bodyPr anchor="ctr"/>
          <a:lstStyle>
            <a:lvl1pPr marL="0" indent="0" algn="ctr">
              <a:buNone/>
              <a:defRPr sz="1200" b="0" i="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 Texte</a:t>
            </a:r>
          </a:p>
        </p:txBody>
      </p:sp>
      <p:sp>
        <p:nvSpPr>
          <p:cNvPr id="92" name="Espace réservé du texte 23">
            <a:extLst>
              <a:ext uri="{FF2B5EF4-FFF2-40B4-BE49-F238E27FC236}">
                <a16:creationId xmlns:a16="http://schemas.microsoft.com/office/drawing/2014/main" id="{115DA821-2917-754E-AAD9-01F3C9A43A5F}"/>
              </a:ext>
            </a:extLst>
          </p:cNvPr>
          <p:cNvSpPr>
            <a:spLocks noGrp="1"/>
          </p:cNvSpPr>
          <p:nvPr>
            <p:ph type="body" sz="quarter" idx="45" hasCustomPrompt="1"/>
          </p:nvPr>
        </p:nvSpPr>
        <p:spPr>
          <a:xfrm>
            <a:off x="3072252" y="3233518"/>
            <a:ext cx="2220601" cy="506379"/>
          </a:xfrm>
          <a:prstGeom prst="rect">
            <a:avLst/>
          </a:prstGeom>
          <a:solidFill>
            <a:srgbClr val="E1E6EB"/>
          </a:solidFill>
        </p:spPr>
        <p:txBody>
          <a:bodyPr anchor="ctr"/>
          <a:lstStyle>
            <a:lvl1pPr marL="0" indent="0" algn="ctr">
              <a:buNone/>
              <a:defRPr sz="1200" b="0" i="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 Texte</a:t>
            </a:r>
          </a:p>
        </p:txBody>
      </p:sp>
      <p:sp>
        <p:nvSpPr>
          <p:cNvPr id="93" name="Espace réservé du texte 23">
            <a:extLst>
              <a:ext uri="{FF2B5EF4-FFF2-40B4-BE49-F238E27FC236}">
                <a16:creationId xmlns:a16="http://schemas.microsoft.com/office/drawing/2014/main" id="{C9EE8ECA-72D9-3F40-82BB-D2613EE18AF4}"/>
              </a:ext>
            </a:extLst>
          </p:cNvPr>
          <p:cNvSpPr>
            <a:spLocks noGrp="1"/>
          </p:cNvSpPr>
          <p:nvPr>
            <p:ph type="body" sz="quarter" idx="46" hasCustomPrompt="1"/>
          </p:nvPr>
        </p:nvSpPr>
        <p:spPr>
          <a:xfrm>
            <a:off x="3072252" y="3897679"/>
            <a:ext cx="2220601" cy="506379"/>
          </a:xfrm>
          <a:prstGeom prst="rect">
            <a:avLst/>
          </a:prstGeom>
          <a:solidFill>
            <a:srgbClr val="E1E6EB"/>
          </a:solidFill>
        </p:spPr>
        <p:txBody>
          <a:bodyPr anchor="ctr"/>
          <a:lstStyle>
            <a:lvl1pPr marL="0" indent="0" algn="ctr">
              <a:buNone/>
              <a:defRPr sz="1200" b="0" i="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 Texte</a:t>
            </a:r>
          </a:p>
        </p:txBody>
      </p:sp>
      <p:sp>
        <p:nvSpPr>
          <p:cNvPr id="94" name="Espace réservé du texte 23">
            <a:extLst>
              <a:ext uri="{FF2B5EF4-FFF2-40B4-BE49-F238E27FC236}">
                <a16:creationId xmlns:a16="http://schemas.microsoft.com/office/drawing/2014/main" id="{C12537C3-55A7-F142-82FE-7D10176C9C51}"/>
              </a:ext>
            </a:extLst>
          </p:cNvPr>
          <p:cNvSpPr>
            <a:spLocks noGrp="1"/>
          </p:cNvSpPr>
          <p:nvPr>
            <p:ph type="body" sz="quarter" idx="47" hasCustomPrompt="1"/>
          </p:nvPr>
        </p:nvSpPr>
        <p:spPr>
          <a:xfrm>
            <a:off x="3072252" y="4561840"/>
            <a:ext cx="2220601" cy="506379"/>
          </a:xfrm>
          <a:prstGeom prst="rect">
            <a:avLst/>
          </a:prstGeom>
          <a:solidFill>
            <a:srgbClr val="E1E6EB"/>
          </a:solidFill>
        </p:spPr>
        <p:txBody>
          <a:bodyPr anchor="ctr"/>
          <a:lstStyle>
            <a:lvl1pPr marL="0" indent="0" algn="ctr">
              <a:buNone/>
              <a:defRPr sz="1200" b="0" i="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 Texte</a:t>
            </a:r>
          </a:p>
        </p:txBody>
      </p:sp>
    </p:spTree>
    <p:extLst>
      <p:ext uri="{BB962C8B-B14F-4D97-AF65-F5344CB8AC3E}">
        <p14:creationId xmlns:p14="http://schemas.microsoft.com/office/powerpoint/2010/main" val="55706657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Image seule">
    <p:spTree>
      <p:nvGrpSpPr>
        <p:cNvPr id="1" name=""/>
        <p:cNvGrpSpPr/>
        <p:nvPr/>
      </p:nvGrpSpPr>
      <p:grpSpPr>
        <a:xfrm>
          <a:off x="0" y="0"/>
          <a:ext cx="0" cy="0"/>
          <a:chOff x="0" y="0"/>
          <a:chExt cx="0" cy="0"/>
        </a:xfrm>
      </p:grpSpPr>
      <p:pic>
        <p:nvPicPr>
          <p:cNvPr id="43" name="Image 42">
            <a:extLst>
              <a:ext uri="{FF2B5EF4-FFF2-40B4-BE49-F238E27FC236}">
                <a16:creationId xmlns:a16="http://schemas.microsoft.com/office/drawing/2014/main" id="{86C06759-3B92-ED4D-AEE4-7401404E029E}"/>
              </a:ext>
            </a:extLst>
          </p:cNvPr>
          <p:cNvPicPr>
            <a:picLocks noChangeAspect="1"/>
          </p:cNvPicPr>
          <p:nvPr userDrawn="1"/>
        </p:nvPicPr>
        <p:blipFill>
          <a:blip r:embed="rId2"/>
          <a:stretch>
            <a:fillRect/>
          </a:stretch>
        </p:blipFill>
        <p:spPr>
          <a:xfrm>
            <a:off x="1" y="-5035"/>
            <a:ext cx="12192000" cy="759633"/>
          </a:xfrm>
          <a:prstGeom prst="rect">
            <a:avLst/>
          </a:prstGeom>
        </p:spPr>
      </p:pic>
      <p:sp>
        <p:nvSpPr>
          <p:cNvPr id="52" name="Title 12">
            <a:extLst>
              <a:ext uri="{FF2B5EF4-FFF2-40B4-BE49-F238E27FC236}">
                <a16:creationId xmlns:a16="http://schemas.microsoft.com/office/drawing/2014/main" id="{7ED219E2-95A1-0943-AD7A-101DF2F5A920}"/>
              </a:ext>
            </a:extLst>
          </p:cNvPr>
          <p:cNvSpPr txBox="1">
            <a:spLocks/>
          </p:cNvSpPr>
          <p:nvPr userDrawn="1"/>
        </p:nvSpPr>
        <p:spPr>
          <a:xfrm>
            <a:off x="1" y="-20305"/>
            <a:ext cx="12192000" cy="774904"/>
          </a:xfrm>
          <a:prstGeom prst="rect">
            <a:avLst/>
          </a:prstGeom>
          <a:solidFill>
            <a:srgbClr val="1F5363">
              <a:alpha val="50000"/>
            </a:srgbClr>
          </a:solidFill>
        </p:spPr>
        <p:txBody>
          <a:bodyPr anchor="ctr"/>
          <a:lstStyle>
            <a:lvl1pPr algn="l" defTabSz="914400" rtl="0" eaLnBrk="1" latinLnBrk="0" hangingPunct="1">
              <a:lnSpc>
                <a:spcPct val="90000"/>
              </a:lnSpc>
              <a:spcBef>
                <a:spcPct val="0"/>
              </a:spcBef>
              <a:buNone/>
              <a:defRPr sz="1600" b="1" kern="1200">
                <a:solidFill>
                  <a:srgbClr val="1B445F"/>
                </a:solidFill>
                <a:latin typeface="AvantGarGotItcT"/>
                <a:ea typeface="+mj-ea"/>
                <a:cs typeface="+mj-cs"/>
              </a:defRPr>
            </a:lvl1pPr>
          </a:lstStyle>
          <a:p>
            <a:pPr marL="180000">
              <a:buClrTx/>
              <a:buFontTx/>
            </a:pPr>
            <a:endParaRPr lang="fr-FR" sz="2800">
              <a:solidFill>
                <a:schemeClr val="bg1"/>
              </a:solidFill>
              <a:latin typeface="Calibri" panose="020F0502020204030204" pitchFamily="34" charset="0"/>
              <a:cs typeface="Calibri" panose="020F0502020204030204" pitchFamily="34" charset="0"/>
            </a:endParaRPr>
          </a:p>
        </p:txBody>
      </p:sp>
      <p:sp>
        <p:nvSpPr>
          <p:cNvPr id="53" name="Espace réservé du texte 23">
            <a:extLst>
              <a:ext uri="{FF2B5EF4-FFF2-40B4-BE49-F238E27FC236}">
                <a16:creationId xmlns:a16="http://schemas.microsoft.com/office/drawing/2014/main" id="{F41D184B-0509-9344-87BD-F44776E00A48}"/>
              </a:ext>
            </a:extLst>
          </p:cNvPr>
          <p:cNvSpPr>
            <a:spLocks noGrp="1"/>
          </p:cNvSpPr>
          <p:nvPr>
            <p:ph type="body" sz="quarter" idx="11" hasCustomPrompt="1"/>
          </p:nvPr>
        </p:nvSpPr>
        <p:spPr>
          <a:xfrm>
            <a:off x="0" y="-1"/>
            <a:ext cx="12191999" cy="754597"/>
          </a:xfrm>
          <a:prstGeom prst="rect">
            <a:avLst/>
          </a:prstGeom>
        </p:spPr>
        <p:txBody>
          <a:bodyPr lIns="270000" tIns="46800" rIns="270000" bIns="46800" anchor="ctr"/>
          <a:lstStyle>
            <a:lvl1pPr marL="0" indent="0" algn="l">
              <a:buNone/>
              <a:defRPr sz="2800" b="1" i="0" spc="0">
                <a:solidFill>
                  <a:schemeClr val="bg1"/>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Changer titre de la diapositive</a:t>
            </a:r>
          </a:p>
        </p:txBody>
      </p:sp>
      <p:sp>
        <p:nvSpPr>
          <p:cNvPr id="10" name="Espace réservé pour une image  2">
            <a:extLst>
              <a:ext uri="{FF2B5EF4-FFF2-40B4-BE49-F238E27FC236}">
                <a16:creationId xmlns:a16="http://schemas.microsoft.com/office/drawing/2014/main" id="{7D9C95A2-C8E2-DE45-A2FD-E16C973C27C5}"/>
              </a:ext>
            </a:extLst>
          </p:cNvPr>
          <p:cNvSpPr>
            <a:spLocks noGrp="1"/>
          </p:cNvSpPr>
          <p:nvPr>
            <p:ph type="pic" sz="quarter" idx="14" hasCustomPrompt="1"/>
          </p:nvPr>
        </p:nvSpPr>
        <p:spPr>
          <a:xfrm>
            <a:off x="685938" y="1238735"/>
            <a:ext cx="10820123" cy="4613260"/>
          </a:xfrm>
          <a:prstGeom prst="rect">
            <a:avLst/>
          </a:prstGeom>
        </p:spPr>
        <p:txBody>
          <a:bodyPr/>
          <a:lstStyle>
            <a:lvl1pPr marL="0" indent="0">
              <a:buFontTx/>
              <a:buNone/>
              <a:defRPr sz="2000">
                <a:solidFill>
                  <a:srgbClr val="1B445F"/>
                </a:solidFill>
                <a:latin typeface="Calibri" panose="020F0502020204030204" pitchFamily="34" charset="0"/>
                <a:cs typeface="Calibri" panose="020F0502020204030204" pitchFamily="34" charset="0"/>
              </a:defRPr>
            </a:lvl1pPr>
          </a:lstStyle>
          <a:p>
            <a:r>
              <a:rPr lang="fr-FR"/>
              <a:t>Cliquer pour insérer une image</a:t>
            </a:r>
          </a:p>
        </p:txBody>
      </p:sp>
    </p:spTree>
    <p:extLst>
      <p:ext uri="{BB962C8B-B14F-4D97-AF65-F5344CB8AC3E}">
        <p14:creationId xmlns:p14="http://schemas.microsoft.com/office/powerpoint/2010/main" val="381673442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Vierge">
    <p:spTree>
      <p:nvGrpSpPr>
        <p:cNvPr id="1" name=""/>
        <p:cNvGrpSpPr/>
        <p:nvPr/>
      </p:nvGrpSpPr>
      <p:grpSpPr>
        <a:xfrm>
          <a:off x="0" y="0"/>
          <a:ext cx="0" cy="0"/>
          <a:chOff x="0" y="0"/>
          <a:chExt cx="0" cy="0"/>
        </a:xfrm>
      </p:grpSpPr>
      <p:pic>
        <p:nvPicPr>
          <p:cNvPr id="43" name="Image 42">
            <a:extLst>
              <a:ext uri="{FF2B5EF4-FFF2-40B4-BE49-F238E27FC236}">
                <a16:creationId xmlns:a16="http://schemas.microsoft.com/office/drawing/2014/main" id="{86C06759-3B92-ED4D-AEE4-7401404E029E}"/>
              </a:ext>
            </a:extLst>
          </p:cNvPr>
          <p:cNvPicPr>
            <a:picLocks noChangeAspect="1"/>
          </p:cNvPicPr>
          <p:nvPr userDrawn="1"/>
        </p:nvPicPr>
        <p:blipFill>
          <a:blip r:embed="rId2"/>
          <a:stretch>
            <a:fillRect/>
          </a:stretch>
        </p:blipFill>
        <p:spPr>
          <a:xfrm>
            <a:off x="1" y="-5035"/>
            <a:ext cx="12192000" cy="759633"/>
          </a:xfrm>
          <a:prstGeom prst="rect">
            <a:avLst/>
          </a:prstGeom>
        </p:spPr>
      </p:pic>
      <p:sp>
        <p:nvSpPr>
          <p:cNvPr id="52" name="Title 12">
            <a:extLst>
              <a:ext uri="{FF2B5EF4-FFF2-40B4-BE49-F238E27FC236}">
                <a16:creationId xmlns:a16="http://schemas.microsoft.com/office/drawing/2014/main" id="{7ED219E2-95A1-0943-AD7A-101DF2F5A920}"/>
              </a:ext>
            </a:extLst>
          </p:cNvPr>
          <p:cNvSpPr txBox="1">
            <a:spLocks/>
          </p:cNvSpPr>
          <p:nvPr userDrawn="1"/>
        </p:nvSpPr>
        <p:spPr>
          <a:xfrm>
            <a:off x="1" y="-20305"/>
            <a:ext cx="12192000" cy="774904"/>
          </a:xfrm>
          <a:prstGeom prst="rect">
            <a:avLst/>
          </a:prstGeom>
          <a:solidFill>
            <a:srgbClr val="1F5363">
              <a:alpha val="50000"/>
            </a:srgbClr>
          </a:solidFill>
        </p:spPr>
        <p:txBody>
          <a:bodyPr anchor="ctr"/>
          <a:lstStyle>
            <a:lvl1pPr algn="l" defTabSz="914400" rtl="0" eaLnBrk="1" latinLnBrk="0" hangingPunct="1">
              <a:lnSpc>
                <a:spcPct val="90000"/>
              </a:lnSpc>
              <a:spcBef>
                <a:spcPct val="0"/>
              </a:spcBef>
              <a:buNone/>
              <a:defRPr sz="1600" b="1" kern="1200">
                <a:solidFill>
                  <a:srgbClr val="1B445F"/>
                </a:solidFill>
                <a:latin typeface="AvantGarGotItcT"/>
                <a:ea typeface="+mj-ea"/>
                <a:cs typeface="+mj-cs"/>
              </a:defRPr>
            </a:lvl1pPr>
          </a:lstStyle>
          <a:p>
            <a:pPr marL="180000">
              <a:buClrTx/>
              <a:buFontTx/>
            </a:pPr>
            <a:endParaRPr lang="fr-FR" sz="2800">
              <a:solidFill>
                <a:schemeClr val="bg1"/>
              </a:solidFill>
              <a:latin typeface="Calibri" panose="020F0502020204030204" pitchFamily="34" charset="0"/>
              <a:cs typeface="Calibri" panose="020F0502020204030204" pitchFamily="34" charset="0"/>
            </a:endParaRPr>
          </a:p>
        </p:txBody>
      </p:sp>
      <p:sp>
        <p:nvSpPr>
          <p:cNvPr id="53" name="Espace réservé du texte 23">
            <a:extLst>
              <a:ext uri="{FF2B5EF4-FFF2-40B4-BE49-F238E27FC236}">
                <a16:creationId xmlns:a16="http://schemas.microsoft.com/office/drawing/2014/main" id="{F41D184B-0509-9344-87BD-F44776E00A48}"/>
              </a:ext>
            </a:extLst>
          </p:cNvPr>
          <p:cNvSpPr>
            <a:spLocks noGrp="1"/>
          </p:cNvSpPr>
          <p:nvPr>
            <p:ph type="body" sz="quarter" idx="11" hasCustomPrompt="1"/>
          </p:nvPr>
        </p:nvSpPr>
        <p:spPr>
          <a:xfrm>
            <a:off x="0" y="-1"/>
            <a:ext cx="12191999" cy="754597"/>
          </a:xfrm>
          <a:prstGeom prst="rect">
            <a:avLst/>
          </a:prstGeom>
        </p:spPr>
        <p:txBody>
          <a:bodyPr lIns="270000" tIns="46800" rIns="270000" bIns="46800" anchor="ctr"/>
          <a:lstStyle>
            <a:lvl1pPr marL="0" indent="0" algn="l">
              <a:buNone/>
              <a:defRPr sz="2800" b="1" i="0" spc="0">
                <a:solidFill>
                  <a:schemeClr val="bg1"/>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Changer titre de la diapositive</a:t>
            </a:r>
          </a:p>
        </p:txBody>
      </p:sp>
    </p:spTree>
    <p:extLst>
      <p:ext uri="{BB962C8B-B14F-4D97-AF65-F5344CB8AC3E}">
        <p14:creationId xmlns:p14="http://schemas.microsoft.com/office/powerpoint/2010/main" val="101417633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Contacts en 5">
    <p:bg>
      <p:bgPr>
        <a:solidFill>
          <a:srgbClr val="E1E6EB"/>
        </a:solidFill>
        <a:effectLst/>
      </p:bgPr>
    </p:bg>
    <p:spTree>
      <p:nvGrpSpPr>
        <p:cNvPr id="1" name=""/>
        <p:cNvGrpSpPr/>
        <p:nvPr/>
      </p:nvGrpSpPr>
      <p:grpSpPr>
        <a:xfrm>
          <a:off x="0" y="0"/>
          <a:ext cx="0" cy="0"/>
          <a:chOff x="0" y="0"/>
          <a:chExt cx="0" cy="0"/>
        </a:xfrm>
      </p:grpSpPr>
      <p:grpSp>
        <p:nvGrpSpPr>
          <p:cNvPr id="19" name="Groupe 18">
            <a:extLst>
              <a:ext uri="{FF2B5EF4-FFF2-40B4-BE49-F238E27FC236}">
                <a16:creationId xmlns:a16="http://schemas.microsoft.com/office/drawing/2014/main" id="{00E7E6CF-74B3-DA4E-8C67-8227EDDA7AAB}"/>
              </a:ext>
            </a:extLst>
          </p:cNvPr>
          <p:cNvGrpSpPr/>
          <p:nvPr userDrawn="1"/>
        </p:nvGrpSpPr>
        <p:grpSpPr>
          <a:xfrm>
            <a:off x="2943532" y="3394359"/>
            <a:ext cx="1035293" cy="1013989"/>
            <a:chOff x="556126" y="4311990"/>
            <a:chExt cx="1035293" cy="1013989"/>
          </a:xfrm>
        </p:grpSpPr>
        <p:sp>
          <p:nvSpPr>
            <p:cNvPr id="20" name="Rectangle 19">
              <a:extLst>
                <a:ext uri="{FF2B5EF4-FFF2-40B4-BE49-F238E27FC236}">
                  <a16:creationId xmlns:a16="http://schemas.microsoft.com/office/drawing/2014/main" id="{2773A585-9E83-DD4B-8D68-6A444547E8B8}"/>
                </a:ext>
              </a:extLst>
            </p:cNvPr>
            <p:cNvSpPr/>
            <p:nvPr/>
          </p:nvSpPr>
          <p:spPr>
            <a:xfrm>
              <a:off x="556126" y="4311990"/>
              <a:ext cx="294108" cy="1013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Rectangle 20">
              <a:extLst>
                <a:ext uri="{FF2B5EF4-FFF2-40B4-BE49-F238E27FC236}">
                  <a16:creationId xmlns:a16="http://schemas.microsoft.com/office/drawing/2014/main" id="{7360EE6C-98DC-D746-A335-B57A0B3ECC6F}"/>
                </a:ext>
              </a:extLst>
            </p:cNvPr>
            <p:cNvSpPr/>
            <p:nvPr/>
          </p:nvSpPr>
          <p:spPr>
            <a:xfrm rot="16200000">
              <a:off x="1071100" y="4805660"/>
              <a:ext cx="299453" cy="7411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2" name="Groupe 21">
            <a:extLst>
              <a:ext uri="{FF2B5EF4-FFF2-40B4-BE49-F238E27FC236}">
                <a16:creationId xmlns:a16="http://schemas.microsoft.com/office/drawing/2014/main" id="{6B913E42-0CA4-F740-8CF9-E221CF7EB0DD}"/>
              </a:ext>
            </a:extLst>
          </p:cNvPr>
          <p:cNvGrpSpPr/>
          <p:nvPr userDrawn="1"/>
        </p:nvGrpSpPr>
        <p:grpSpPr>
          <a:xfrm rot="10800000">
            <a:off x="8220858" y="2421946"/>
            <a:ext cx="1061675" cy="1007054"/>
            <a:chOff x="529744" y="4318924"/>
            <a:chExt cx="1061675" cy="1007054"/>
          </a:xfrm>
          <a:solidFill>
            <a:schemeClr val="bg1"/>
          </a:solidFill>
        </p:grpSpPr>
        <p:sp>
          <p:nvSpPr>
            <p:cNvPr id="23" name="Rectangle 22">
              <a:extLst>
                <a:ext uri="{FF2B5EF4-FFF2-40B4-BE49-F238E27FC236}">
                  <a16:creationId xmlns:a16="http://schemas.microsoft.com/office/drawing/2014/main" id="{9A582717-A057-C541-B69E-2DB4590C87F2}"/>
                </a:ext>
              </a:extLst>
            </p:cNvPr>
            <p:cNvSpPr/>
            <p:nvPr/>
          </p:nvSpPr>
          <p:spPr>
            <a:xfrm>
              <a:off x="529744" y="4318924"/>
              <a:ext cx="320490" cy="10001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Rectangle 23">
              <a:extLst>
                <a:ext uri="{FF2B5EF4-FFF2-40B4-BE49-F238E27FC236}">
                  <a16:creationId xmlns:a16="http://schemas.microsoft.com/office/drawing/2014/main" id="{3E5B0188-42B0-0E4B-BCD4-DE083C4842DC}"/>
                </a:ext>
              </a:extLst>
            </p:cNvPr>
            <p:cNvSpPr/>
            <p:nvPr/>
          </p:nvSpPr>
          <p:spPr>
            <a:xfrm rot="16200000">
              <a:off x="1071100" y="4805660"/>
              <a:ext cx="299453" cy="7411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25" name="Espace réservé du texte 23">
            <a:extLst>
              <a:ext uri="{FF2B5EF4-FFF2-40B4-BE49-F238E27FC236}">
                <a16:creationId xmlns:a16="http://schemas.microsoft.com/office/drawing/2014/main" id="{42C7297B-9020-DF4C-8BF0-A8B862F4FAAE}"/>
              </a:ext>
            </a:extLst>
          </p:cNvPr>
          <p:cNvSpPr>
            <a:spLocks noGrp="1"/>
          </p:cNvSpPr>
          <p:nvPr>
            <p:ph type="body" sz="quarter" idx="11" hasCustomPrompt="1"/>
          </p:nvPr>
        </p:nvSpPr>
        <p:spPr>
          <a:xfrm>
            <a:off x="3541642" y="3051701"/>
            <a:ext cx="5108717" cy="754598"/>
          </a:xfrm>
          <a:prstGeom prst="rect">
            <a:avLst/>
          </a:prstGeom>
        </p:spPr>
        <p:txBody>
          <a:bodyPr lIns="0" tIns="0" rIns="0" bIns="0" anchor="ctr"/>
          <a:lstStyle>
            <a:lvl1pPr marL="0" indent="0" algn="ctr">
              <a:buNone/>
              <a:defRPr sz="3200" b="1" i="0" spc="30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TITRE</a:t>
            </a:r>
          </a:p>
        </p:txBody>
      </p:sp>
    </p:spTree>
    <p:extLst>
      <p:ext uri="{BB962C8B-B14F-4D97-AF65-F5344CB8AC3E}">
        <p14:creationId xmlns:p14="http://schemas.microsoft.com/office/powerpoint/2010/main" val="125453041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acts en 5">
    <p:bg>
      <p:bgPr>
        <a:solidFill>
          <a:srgbClr val="E1E6EB"/>
        </a:solidFill>
        <a:effectLst/>
      </p:bgPr>
    </p:bg>
    <p:spTree>
      <p:nvGrpSpPr>
        <p:cNvPr id="1" name=""/>
        <p:cNvGrpSpPr/>
        <p:nvPr/>
      </p:nvGrpSpPr>
      <p:grpSpPr>
        <a:xfrm>
          <a:off x="0" y="0"/>
          <a:ext cx="0" cy="0"/>
          <a:chOff x="0" y="0"/>
          <a:chExt cx="0" cy="0"/>
        </a:xfrm>
      </p:grpSpPr>
      <p:pic>
        <p:nvPicPr>
          <p:cNvPr id="10" name="Picture 4">
            <a:extLst>
              <a:ext uri="{FF2B5EF4-FFF2-40B4-BE49-F238E27FC236}">
                <a16:creationId xmlns:a16="http://schemas.microsoft.com/office/drawing/2014/main" id="{DE0B3A84-7641-E849-9F22-19BE3BFD8E6C}"/>
              </a:ext>
            </a:extLst>
          </p:cNvPr>
          <p:cNvPicPr>
            <a:picLocks noChangeAspect="1"/>
          </p:cNvPicPr>
          <p:nvPr userDrawn="1"/>
        </p:nvPicPr>
        <p:blipFill>
          <a:blip r:embed="rId2"/>
          <a:stretch>
            <a:fillRect/>
          </a:stretch>
        </p:blipFill>
        <p:spPr>
          <a:xfrm>
            <a:off x="4286451" y="530021"/>
            <a:ext cx="3619098" cy="792950"/>
          </a:xfrm>
          <a:prstGeom prst="rect">
            <a:avLst/>
          </a:prstGeom>
        </p:spPr>
      </p:pic>
      <p:sp>
        <p:nvSpPr>
          <p:cNvPr id="12" name="Rectangle 11">
            <a:extLst>
              <a:ext uri="{FF2B5EF4-FFF2-40B4-BE49-F238E27FC236}">
                <a16:creationId xmlns:a16="http://schemas.microsoft.com/office/drawing/2014/main" id="{C528CACF-90FE-2244-AF50-50352D75EEEC}"/>
              </a:ext>
            </a:extLst>
          </p:cNvPr>
          <p:cNvSpPr/>
          <p:nvPr userDrawn="1"/>
        </p:nvSpPr>
        <p:spPr>
          <a:xfrm>
            <a:off x="685939" y="5292106"/>
            <a:ext cx="10820121" cy="792950"/>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spcAft>
                <a:spcPts val="600"/>
              </a:spcAft>
            </a:pPr>
            <a:r>
              <a:rPr lang="fr-FR" b="1">
                <a:solidFill>
                  <a:srgbClr val="1B445F"/>
                </a:solidFill>
                <a:latin typeface="Calibri" panose="020F0502020204030204" pitchFamily="34" charset="0"/>
                <a:cs typeface="Calibri" panose="020F0502020204030204" pitchFamily="34" charset="0"/>
              </a:rPr>
              <a:t>Disclaimer: </a:t>
            </a:r>
            <a:r>
              <a:rPr lang="fr-FR">
                <a:solidFill>
                  <a:srgbClr val="1B445F"/>
                </a:solidFill>
                <a:latin typeface="Calibri" panose="020F0502020204030204" pitchFamily="34" charset="0"/>
                <a:cs typeface="Calibri" panose="020F0502020204030204" pitchFamily="34" charset="0"/>
              </a:rPr>
              <a:t>The information contained here is of a general nature and is not intended to reflect the characteristics of a particular institution. Although we endeavor to provide accurate and timely information, there can be no guarantee that such information is accurate as of the date it is received or that will continue to be accurate in the future.</a:t>
            </a:r>
          </a:p>
        </p:txBody>
      </p:sp>
      <p:sp>
        <p:nvSpPr>
          <p:cNvPr id="4" name="Espace réservé pour une image  4">
            <a:extLst>
              <a:ext uri="{FF2B5EF4-FFF2-40B4-BE49-F238E27FC236}">
                <a16:creationId xmlns:a16="http://schemas.microsoft.com/office/drawing/2014/main" id="{346B39B8-F985-C24E-B036-CD09034F89B5}"/>
              </a:ext>
            </a:extLst>
          </p:cNvPr>
          <p:cNvSpPr>
            <a:spLocks noGrp="1"/>
          </p:cNvSpPr>
          <p:nvPr>
            <p:ph type="pic" sz="quarter" idx="17" hasCustomPrompt="1"/>
          </p:nvPr>
        </p:nvSpPr>
        <p:spPr>
          <a:xfrm>
            <a:off x="1268102" y="2270045"/>
            <a:ext cx="1021744" cy="1021565"/>
          </a:xfrm>
          <a:prstGeom prst="ellipse">
            <a:avLst/>
          </a:prstGeom>
          <a:ln w="63500">
            <a:solidFill>
              <a:srgbClr val="539DB1"/>
            </a:solidFill>
          </a:ln>
        </p:spPr>
        <p:txBody>
          <a:bodyPr/>
          <a:lstStyle>
            <a:lvl1pPr marL="0" indent="0">
              <a:buFontTx/>
              <a:buNone/>
              <a:defRPr sz="1200"/>
            </a:lvl1pPr>
          </a:lstStyle>
          <a:p>
            <a:r>
              <a:rPr lang="fr-FR"/>
              <a:t>Photo</a:t>
            </a:r>
          </a:p>
        </p:txBody>
      </p:sp>
      <p:sp>
        <p:nvSpPr>
          <p:cNvPr id="5" name="Espace réservé pour une image  4">
            <a:extLst>
              <a:ext uri="{FF2B5EF4-FFF2-40B4-BE49-F238E27FC236}">
                <a16:creationId xmlns:a16="http://schemas.microsoft.com/office/drawing/2014/main" id="{C471FAB8-DE9E-764F-A20B-6E1240636A51}"/>
              </a:ext>
            </a:extLst>
          </p:cNvPr>
          <p:cNvSpPr>
            <a:spLocks noGrp="1"/>
          </p:cNvSpPr>
          <p:nvPr>
            <p:ph type="pic" sz="quarter" idx="18" hasCustomPrompt="1"/>
          </p:nvPr>
        </p:nvSpPr>
        <p:spPr>
          <a:xfrm>
            <a:off x="3426614" y="2270043"/>
            <a:ext cx="1021744" cy="1021565"/>
          </a:xfrm>
          <a:prstGeom prst="ellipse">
            <a:avLst/>
          </a:prstGeom>
          <a:ln w="63500">
            <a:solidFill>
              <a:srgbClr val="539DB1"/>
            </a:solidFill>
          </a:ln>
        </p:spPr>
        <p:txBody>
          <a:bodyPr/>
          <a:lstStyle>
            <a:lvl1pPr marL="0" indent="0">
              <a:buFontTx/>
              <a:buNone/>
              <a:defRPr sz="1200"/>
            </a:lvl1pPr>
          </a:lstStyle>
          <a:p>
            <a:r>
              <a:rPr lang="fr-FR"/>
              <a:t>Photo</a:t>
            </a:r>
          </a:p>
        </p:txBody>
      </p:sp>
      <p:sp>
        <p:nvSpPr>
          <p:cNvPr id="6" name="Espace réservé pour une image  4">
            <a:extLst>
              <a:ext uri="{FF2B5EF4-FFF2-40B4-BE49-F238E27FC236}">
                <a16:creationId xmlns:a16="http://schemas.microsoft.com/office/drawing/2014/main" id="{28A6D991-AFE3-3742-A641-D958134B3AD2}"/>
              </a:ext>
            </a:extLst>
          </p:cNvPr>
          <p:cNvSpPr>
            <a:spLocks noGrp="1"/>
          </p:cNvSpPr>
          <p:nvPr>
            <p:ph type="pic" sz="quarter" idx="19" hasCustomPrompt="1"/>
          </p:nvPr>
        </p:nvSpPr>
        <p:spPr>
          <a:xfrm>
            <a:off x="5585127" y="2270043"/>
            <a:ext cx="1021744" cy="1021565"/>
          </a:xfrm>
          <a:prstGeom prst="ellipse">
            <a:avLst/>
          </a:prstGeom>
          <a:ln w="63500">
            <a:solidFill>
              <a:srgbClr val="539DB1"/>
            </a:solidFill>
          </a:ln>
        </p:spPr>
        <p:txBody>
          <a:bodyPr/>
          <a:lstStyle>
            <a:lvl1pPr marL="0" indent="0">
              <a:buFontTx/>
              <a:buNone/>
              <a:defRPr sz="1200"/>
            </a:lvl1pPr>
          </a:lstStyle>
          <a:p>
            <a:r>
              <a:rPr lang="fr-FR"/>
              <a:t>Photo</a:t>
            </a:r>
          </a:p>
        </p:txBody>
      </p:sp>
      <p:sp>
        <p:nvSpPr>
          <p:cNvPr id="7" name="Espace réservé pour une image  4">
            <a:extLst>
              <a:ext uri="{FF2B5EF4-FFF2-40B4-BE49-F238E27FC236}">
                <a16:creationId xmlns:a16="http://schemas.microsoft.com/office/drawing/2014/main" id="{2C845469-64D0-F149-93A9-7E82F0DFFF55}"/>
              </a:ext>
            </a:extLst>
          </p:cNvPr>
          <p:cNvSpPr>
            <a:spLocks noGrp="1"/>
          </p:cNvSpPr>
          <p:nvPr>
            <p:ph type="pic" sz="quarter" idx="20" hasCustomPrompt="1"/>
          </p:nvPr>
        </p:nvSpPr>
        <p:spPr>
          <a:xfrm>
            <a:off x="7743641" y="2270043"/>
            <a:ext cx="1021744" cy="1021565"/>
          </a:xfrm>
          <a:prstGeom prst="ellipse">
            <a:avLst/>
          </a:prstGeom>
          <a:ln w="63500">
            <a:solidFill>
              <a:srgbClr val="539DB1"/>
            </a:solidFill>
          </a:ln>
        </p:spPr>
        <p:txBody>
          <a:bodyPr/>
          <a:lstStyle>
            <a:lvl1pPr marL="0" indent="0">
              <a:buFontTx/>
              <a:buNone/>
              <a:defRPr sz="1200"/>
            </a:lvl1pPr>
          </a:lstStyle>
          <a:p>
            <a:r>
              <a:rPr lang="fr-FR"/>
              <a:t>Photo</a:t>
            </a:r>
          </a:p>
        </p:txBody>
      </p:sp>
      <p:sp>
        <p:nvSpPr>
          <p:cNvPr id="8" name="Espace réservé pour une image  4">
            <a:extLst>
              <a:ext uri="{FF2B5EF4-FFF2-40B4-BE49-F238E27FC236}">
                <a16:creationId xmlns:a16="http://schemas.microsoft.com/office/drawing/2014/main" id="{5E7B4EF7-1E08-294C-9899-11C5C3AA4551}"/>
              </a:ext>
            </a:extLst>
          </p:cNvPr>
          <p:cNvSpPr>
            <a:spLocks noGrp="1"/>
          </p:cNvSpPr>
          <p:nvPr>
            <p:ph type="pic" sz="quarter" idx="21" hasCustomPrompt="1"/>
          </p:nvPr>
        </p:nvSpPr>
        <p:spPr>
          <a:xfrm>
            <a:off x="9902154" y="2270043"/>
            <a:ext cx="1021744" cy="1021565"/>
          </a:xfrm>
          <a:prstGeom prst="ellipse">
            <a:avLst/>
          </a:prstGeom>
          <a:ln w="63500">
            <a:solidFill>
              <a:srgbClr val="539DB1"/>
            </a:solidFill>
          </a:ln>
        </p:spPr>
        <p:txBody>
          <a:bodyPr/>
          <a:lstStyle>
            <a:lvl1pPr marL="0" indent="0">
              <a:buFontTx/>
              <a:buNone/>
              <a:defRPr sz="1200"/>
            </a:lvl1pPr>
          </a:lstStyle>
          <a:p>
            <a:r>
              <a:rPr lang="fr-FR"/>
              <a:t>Photo</a:t>
            </a:r>
          </a:p>
        </p:txBody>
      </p:sp>
      <p:sp>
        <p:nvSpPr>
          <p:cNvPr id="9" name="Espace réservé du texte 23">
            <a:extLst>
              <a:ext uri="{FF2B5EF4-FFF2-40B4-BE49-F238E27FC236}">
                <a16:creationId xmlns:a16="http://schemas.microsoft.com/office/drawing/2014/main" id="{5B1D51E9-169E-3448-8456-4DA2F04B88A0}"/>
              </a:ext>
            </a:extLst>
          </p:cNvPr>
          <p:cNvSpPr>
            <a:spLocks noGrp="1"/>
          </p:cNvSpPr>
          <p:nvPr>
            <p:ph type="body" sz="quarter" idx="14" hasCustomPrompt="1"/>
          </p:nvPr>
        </p:nvSpPr>
        <p:spPr>
          <a:xfrm>
            <a:off x="725438" y="3586170"/>
            <a:ext cx="2107072" cy="1021565"/>
          </a:xfrm>
          <a:prstGeom prst="rect">
            <a:avLst/>
          </a:prstGeom>
        </p:spPr>
        <p:txBody>
          <a:bodyPr lIns="0" tIns="0" rIns="0" bIns="0" anchor="t"/>
          <a:lstStyle>
            <a:lvl1pPr marL="0" indent="0" algn="ctr">
              <a:buNone/>
              <a:defRPr sz="1100" b="0" i="0" spc="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Informations</a:t>
            </a:r>
          </a:p>
        </p:txBody>
      </p:sp>
      <p:sp>
        <p:nvSpPr>
          <p:cNvPr id="11" name="Espace réservé du texte 23">
            <a:extLst>
              <a:ext uri="{FF2B5EF4-FFF2-40B4-BE49-F238E27FC236}">
                <a16:creationId xmlns:a16="http://schemas.microsoft.com/office/drawing/2014/main" id="{7278057E-1AA3-324B-AA0A-58D771966824}"/>
              </a:ext>
            </a:extLst>
          </p:cNvPr>
          <p:cNvSpPr>
            <a:spLocks noGrp="1"/>
          </p:cNvSpPr>
          <p:nvPr>
            <p:ph type="body" sz="quarter" idx="22" hasCustomPrompt="1"/>
          </p:nvPr>
        </p:nvSpPr>
        <p:spPr>
          <a:xfrm>
            <a:off x="2883950" y="3586170"/>
            <a:ext cx="2107072" cy="1021565"/>
          </a:xfrm>
          <a:prstGeom prst="rect">
            <a:avLst/>
          </a:prstGeom>
        </p:spPr>
        <p:txBody>
          <a:bodyPr lIns="0" tIns="0" rIns="0" bIns="0" anchor="t"/>
          <a:lstStyle>
            <a:lvl1pPr marL="0" indent="0" algn="ctr">
              <a:buNone/>
              <a:defRPr sz="1100" b="0" i="0" spc="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Informations</a:t>
            </a:r>
          </a:p>
        </p:txBody>
      </p:sp>
      <p:sp>
        <p:nvSpPr>
          <p:cNvPr id="13" name="Espace réservé du texte 23">
            <a:extLst>
              <a:ext uri="{FF2B5EF4-FFF2-40B4-BE49-F238E27FC236}">
                <a16:creationId xmlns:a16="http://schemas.microsoft.com/office/drawing/2014/main" id="{1776C3AB-F8D6-ED46-8EE1-42B0DD1D714D}"/>
              </a:ext>
            </a:extLst>
          </p:cNvPr>
          <p:cNvSpPr>
            <a:spLocks noGrp="1"/>
          </p:cNvSpPr>
          <p:nvPr>
            <p:ph type="body" sz="quarter" idx="23" hasCustomPrompt="1"/>
          </p:nvPr>
        </p:nvSpPr>
        <p:spPr>
          <a:xfrm>
            <a:off x="5042462" y="3586170"/>
            <a:ext cx="2107072" cy="1021565"/>
          </a:xfrm>
          <a:prstGeom prst="rect">
            <a:avLst/>
          </a:prstGeom>
        </p:spPr>
        <p:txBody>
          <a:bodyPr lIns="0" tIns="0" rIns="0" bIns="0" anchor="t"/>
          <a:lstStyle>
            <a:lvl1pPr marL="0" indent="0" algn="ctr">
              <a:buNone/>
              <a:defRPr sz="1100" b="0" i="0" spc="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Informations</a:t>
            </a:r>
          </a:p>
        </p:txBody>
      </p:sp>
      <p:sp>
        <p:nvSpPr>
          <p:cNvPr id="14" name="Espace réservé du texte 23">
            <a:extLst>
              <a:ext uri="{FF2B5EF4-FFF2-40B4-BE49-F238E27FC236}">
                <a16:creationId xmlns:a16="http://schemas.microsoft.com/office/drawing/2014/main" id="{80213029-391D-664E-8F79-8D7C4ED1237E}"/>
              </a:ext>
            </a:extLst>
          </p:cNvPr>
          <p:cNvSpPr>
            <a:spLocks noGrp="1"/>
          </p:cNvSpPr>
          <p:nvPr>
            <p:ph type="body" sz="quarter" idx="24" hasCustomPrompt="1"/>
          </p:nvPr>
        </p:nvSpPr>
        <p:spPr>
          <a:xfrm>
            <a:off x="7200978" y="3586170"/>
            <a:ext cx="2107072" cy="1021565"/>
          </a:xfrm>
          <a:prstGeom prst="rect">
            <a:avLst/>
          </a:prstGeom>
        </p:spPr>
        <p:txBody>
          <a:bodyPr lIns="0" tIns="0" rIns="0" bIns="0" anchor="t"/>
          <a:lstStyle>
            <a:lvl1pPr marL="0" indent="0" algn="ctr">
              <a:buNone/>
              <a:defRPr sz="1100" b="0" i="0" spc="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Informations</a:t>
            </a:r>
          </a:p>
        </p:txBody>
      </p:sp>
      <p:sp>
        <p:nvSpPr>
          <p:cNvPr id="15" name="Espace réservé du texte 23">
            <a:extLst>
              <a:ext uri="{FF2B5EF4-FFF2-40B4-BE49-F238E27FC236}">
                <a16:creationId xmlns:a16="http://schemas.microsoft.com/office/drawing/2014/main" id="{93D5A8F6-C5B1-8247-B926-67F48D762A97}"/>
              </a:ext>
            </a:extLst>
          </p:cNvPr>
          <p:cNvSpPr>
            <a:spLocks noGrp="1"/>
          </p:cNvSpPr>
          <p:nvPr>
            <p:ph type="body" sz="quarter" idx="25" hasCustomPrompt="1"/>
          </p:nvPr>
        </p:nvSpPr>
        <p:spPr>
          <a:xfrm>
            <a:off x="9359494" y="3586169"/>
            <a:ext cx="2107072" cy="1021565"/>
          </a:xfrm>
          <a:prstGeom prst="rect">
            <a:avLst/>
          </a:prstGeom>
        </p:spPr>
        <p:txBody>
          <a:bodyPr lIns="0" tIns="0" rIns="0" bIns="0" anchor="t"/>
          <a:lstStyle>
            <a:lvl1pPr marL="0" indent="0" algn="ctr">
              <a:buNone/>
              <a:defRPr sz="1100" b="0" i="0" spc="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Informations</a:t>
            </a:r>
          </a:p>
        </p:txBody>
      </p:sp>
      <p:cxnSp>
        <p:nvCxnSpPr>
          <p:cNvPr id="16" name="Connecteur droit 15">
            <a:extLst>
              <a:ext uri="{FF2B5EF4-FFF2-40B4-BE49-F238E27FC236}">
                <a16:creationId xmlns:a16="http://schemas.microsoft.com/office/drawing/2014/main" id="{915C36DC-E286-5943-85D5-87CF475B44FC}"/>
              </a:ext>
            </a:extLst>
          </p:cNvPr>
          <p:cNvCxnSpPr>
            <a:cxnSpLocks/>
          </p:cNvCxnSpPr>
          <p:nvPr userDrawn="1"/>
        </p:nvCxnSpPr>
        <p:spPr>
          <a:xfrm>
            <a:off x="685940" y="1855907"/>
            <a:ext cx="10820121" cy="0"/>
          </a:xfrm>
          <a:prstGeom prst="line">
            <a:avLst/>
          </a:prstGeom>
          <a:ln w="25400">
            <a:solidFill>
              <a:srgbClr val="41A4C7"/>
            </a:solidFill>
            <a:prstDash val="sysDot"/>
          </a:ln>
        </p:spPr>
        <p:style>
          <a:lnRef idx="1">
            <a:schemeClr val="accent1"/>
          </a:lnRef>
          <a:fillRef idx="0">
            <a:schemeClr val="accent1"/>
          </a:fillRef>
          <a:effectRef idx="0">
            <a:schemeClr val="accent1"/>
          </a:effectRef>
          <a:fontRef idx="minor">
            <a:schemeClr val="tx1"/>
          </a:fontRef>
        </p:style>
      </p:cxnSp>
      <p:cxnSp>
        <p:nvCxnSpPr>
          <p:cNvPr id="17" name="Connecteur droit 16">
            <a:extLst>
              <a:ext uri="{FF2B5EF4-FFF2-40B4-BE49-F238E27FC236}">
                <a16:creationId xmlns:a16="http://schemas.microsoft.com/office/drawing/2014/main" id="{13CC7F2B-C83E-8B4F-A5B8-59193414067D}"/>
              </a:ext>
            </a:extLst>
          </p:cNvPr>
          <p:cNvCxnSpPr>
            <a:cxnSpLocks/>
          </p:cNvCxnSpPr>
          <p:nvPr userDrawn="1"/>
        </p:nvCxnSpPr>
        <p:spPr>
          <a:xfrm>
            <a:off x="685939" y="4960054"/>
            <a:ext cx="10820121" cy="0"/>
          </a:xfrm>
          <a:prstGeom prst="line">
            <a:avLst/>
          </a:prstGeom>
          <a:ln w="25400">
            <a:solidFill>
              <a:srgbClr val="41A4C7"/>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2876496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acts en 6">
    <p:bg>
      <p:bgPr>
        <a:solidFill>
          <a:srgbClr val="E1E6EB"/>
        </a:solidFill>
        <a:effectLst/>
      </p:bgPr>
    </p:bg>
    <p:spTree>
      <p:nvGrpSpPr>
        <p:cNvPr id="1" name=""/>
        <p:cNvGrpSpPr/>
        <p:nvPr/>
      </p:nvGrpSpPr>
      <p:grpSpPr>
        <a:xfrm>
          <a:off x="0" y="0"/>
          <a:ext cx="0" cy="0"/>
          <a:chOff x="0" y="0"/>
          <a:chExt cx="0" cy="0"/>
        </a:xfrm>
      </p:grpSpPr>
      <p:pic>
        <p:nvPicPr>
          <p:cNvPr id="10" name="Picture 4">
            <a:extLst>
              <a:ext uri="{FF2B5EF4-FFF2-40B4-BE49-F238E27FC236}">
                <a16:creationId xmlns:a16="http://schemas.microsoft.com/office/drawing/2014/main" id="{DE0B3A84-7641-E849-9F22-19BE3BFD8E6C}"/>
              </a:ext>
            </a:extLst>
          </p:cNvPr>
          <p:cNvPicPr>
            <a:picLocks noChangeAspect="1"/>
          </p:cNvPicPr>
          <p:nvPr userDrawn="1"/>
        </p:nvPicPr>
        <p:blipFill>
          <a:blip r:embed="rId2"/>
          <a:stretch>
            <a:fillRect/>
          </a:stretch>
        </p:blipFill>
        <p:spPr>
          <a:xfrm>
            <a:off x="4286451" y="530021"/>
            <a:ext cx="3619098" cy="792950"/>
          </a:xfrm>
          <a:prstGeom prst="rect">
            <a:avLst/>
          </a:prstGeom>
        </p:spPr>
      </p:pic>
      <p:sp>
        <p:nvSpPr>
          <p:cNvPr id="12" name="Rectangle 11">
            <a:extLst>
              <a:ext uri="{FF2B5EF4-FFF2-40B4-BE49-F238E27FC236}">
                <a16:creationId xmlns:a16="http://schemas.microsoft.com/office/drawing/2014/main" id="{C528CACF-90FE-2244-AF50-50352D75EEEC}"/>
              </a:ext>
            </a:extLst>
          </p:cNvPr>
          <p:cNvSpPr/>
          <p:nvPr userDrawn="1"/>
        </p:nvSpPr>
        <p:spPr>
          <a:xfrm>
            <a:off x="685939" y="5292106"/>
            <a:ext cx="10820121" cy="792950"/>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spcAft>
                <a:spcPts val="600"/>
              </a:spcAft>
            </a:pPr>
            <a:r>
              <a:rPr lang="fr-FR" b="1">
                <a:solidFill>
                  <a:srgbClr val="1B445F"/>
                </a:solidFill>
                <a:latin typeface="Calibri" panose="020F0502020204030204" pitchFamily="34" charset="0"/>
                <a:cs typeface="Calibri" panose="020F0502020204030204" pitchFamily="34" charset="0"/>
              </a:rPr>
              <a:t>Disclaimer: </a:t>
            </a:r>
            <a:r>
              <a:rPr lang="fr-FR">
                <a:solidFill>
                  <a:srgbClr val="1B445F"/>
                </a:solidFill>
                <a:latin typeface="Calibri" panose="020F0502020204030204" pitchFamily="34" charset="0"/>
                <a:cs typeface="Calibri" panose="020F0502020204030204" pitchFamily="34" charset="0"/>
              </a:rPr>
              <a:t>The information contained here is of a general nature and is not intended to reflect the characteristics of a particular institution. Although we endeavor to provide accurate and timely information, there can be no guarantee that such information is accurate as of the date it is received or that will continue to be accurate in the future.</a:t>
            </a:r>
          </a:p>
        </p:txBody>
      </p:sp>
      <p:sp>
        <p:nvSpPr>
          <p:cNvPr id="4" name="Espace réservé pour une image  4">
            <a:extLst>
              <a:ext uri="{FF2B5EF4-FFF2-40B4-BE49-F238E27FC236}">
                <a16:creationId xmlns:a16="http://schemas.microsoft.com/office/drawing/2014/main" id="{346B39B8-F985-C24E-B036-CD09034F89B5}"/>
              </a:ext>
            </a:extLst>
          </p:cNvPr>
          <p:cNvSpPr>
            <a:spLocks noGrp="1"/>
          </p:cNvSpPr>
          <p:nvPr>
            <p:ph type="pic" sz="quarter" idx="17" hasCustomPrompt="1"/>
          </p:nvPr>
        </p:nvSpPr>
        <p:spPr>
          <a:xfrm>
            <a:off x="1117037" y="2330409"/>
            <a:ext cx="903595" cy="903437"/>
          </a:xfrm>
          <a:prstGeom prst="ellipse">
            <a:avLst/>
          </a:prstGeom>
          <a:ln w="63500">
            <a:solidFill>
              <a:srgbClr val="539DB1"/>
            </a:solidFill>
          </a:ln>
        </p:spPr>
        <p:txBody>
          <a:bodyPr/>
          <a:lstStyle>
            <a:lvl1pPr marL="0" indent="0">
              <a:buFontTx/>
              <a:buNone/>
              <a:defRPr sz="1200"/>
            </a:lvl1pPr>
          </a:lstStyle>
          <a:p>
            <a:r>
              <a:rPr lang="fr-FR"/>
              <a:t>Photo</a:t>
            </a:r>
          </a:p>
        </p:txBody>
      </p:sp>
      <p:sp>
        <p:nvSpPr>
          <p:cNvPr id="9" name="Espace réservé du texte 23">
            <a:extLst>
              <a:ext uri="{FF2B5EF4-FFF2-40B4-BE49-F238E27FC236}">
                <a16:creationId xmlns:a16="http://schemas.microsoft.com/office/drawing/2014/main" id="{5B1D51E9-169E-3448-8456-4DA2F04B88A0}"/>
              </a:ext>
            </a:extLst>
          </p:cNvPr>
          <p:cNvSpPr>
            <a:spLocks noGrp="1"/>
          </p:cNvSpPr>
          <p:nvPr>
            <p:ph type="body" sz="quarter" idx="14" hasCustomPrompt="1"/>
          </p:nvPr>
        </p:nvSpPr>
        <p:spPr>
          <a:xfrm>
            <a:off x="685939" y="3582110"/>
            <a:ext cx="1765789" cy="1021565"/>
          </a:xfrm>
          <a:prstGeom prst="rect">
            <a:avLst/>
          </a:prstGeom>
        </p:spPr>
        <p:txBody>
          <a:bodyPr lIns="0" tIns="0" rIns="0" bIns="0" anchor="t"/>
          <a:lstStyle>
            <a:lvl1pPr marL="0" indent="0" algn="ctr">
              <a:buNone/>
              <a:defRPr sz="900" b="0" i="0" spc="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Informations</a:t>
            </a:r>
          </a:p>
        </p:txBody>
      </p:sp>
      <p:cxnSp>
        <p:nvCxnSpPr>
          <p:cNvPr id="16" name="Connecteur droit 15">
            <a:extLst>
              <a:ext uri="{FF2B5EF4-FFF2-40B4-BE49-F238E27FC236}">
                <a16:creationId xmlns:a16="http://schemas.microsoft.com/office/drawing/2014/main" id="{915C36DC-E286-5943-85D5-87CF475B44FC}"/>
              </a:ext>
            </a:extLst>
          </p:cNvPr>
          <p:cNvCxnSpPr>
            <a:cxnSpLocks/>
          </p:cNvCxnSpPr>
          <p:nvPr userDrawn="1"/>
        </p:nvCxnSpPr>
        <p:spPr>
          <a:xfrm>
            <a:off x="685940" y="1855907"/>
            <a:ext cx="10820121" cy="0"/>
          </a:xfrm>
          <a:prstGeom prst="line">
            <a:avLst/>
          </a:prstGeom>
          <a:ln w="25400">
            <a:solidFill>
              <a:srgbClr val="41A4C7"/>
            </a:solidFill>
            <a:prstDash val="sysDot"/>
          </a:ln>
        </p:spPr>
        <p:style>
          <a:lnRef idx="1">
            <a:schemeClr val="accent1"/>
          </a:lnRef>
          <a:fillRef idx="0">
            <a:schemeClr val="accent1"/>
          </a:fillRef>
          <a:effectRef idx="0">
            <a:schemeClr val="accent1"/>
          </a:effectRef>
          <a:fontRef idx="minor">
            <a:schemeClr val="tx1"/>
          </a:fontRef>
        </p:style>
      </p:cxnSp>
      <p:cxnSp>
        <p:nvCxnSpPr>
          <p:cNvPr id="17" name="Connecteur droit 16">
            <a:extLst>
              <a:ext uri="{FF2B5EF4-FFF2-40B4-BE49-F238E27FC236}">
                <a16:creationId xmlns:a16="http://schemas.microsoft.com/office/drawing/2014/main" id="{13CC7F2B-C83E-8B4F-A5B8-59193414067D}"/>
              </a:ext>
            </a:extLst>
          </p:cNvPr>
          <p:cNvCxnSpPr>
            <a:cxnSpLocks/>
          </p:cNvCxnSpPr>
          <p:nvPr userDrawn="1"/>
        </p:nvCxnSpPr>
        <p:spPr>
          <a:xfrm>
            <a:off x="685939" y="4960054"/>
            <a:ext cx="10820121" cy="0"/>
          </a:xfrm>
          <a:prstGeom prst="line">
            <a:avLst/>
          </a:prstGeom>
          <a:ln w="25400">
            <a:solidFill>
              <a:srgbClr val="41A4C7"/>
            </a:solidFill>
            <a:prstDash val="sysDot"/>
          </a:ln>
        </p:spPr>
        <p:style>
          <a:lnRef idx="1">
            <a:schemeClr val="accent1"/>
          </a:lnRef>
          <a:fillRef idx="0">
            <a:schemeClr val="accent1"/>
          </a:fillRef>
          <a:effectRef idx="0">
            <a:schemeClr val="accent1"/>
          </a:effectRef>
          <a:fontRef idx="minor">
            <a:schemeClr val="tx1"/>
          </a:fontRef>
        </p:style>
      </p:cxnSp>
      <p:sp>
        <p:nvSpPr>
          <p:cNvPr id="18" name="Espace réservé pour une image  4">
            <a:extLst>
              <a:ext uri="{FF2B5EF4-FFF2-40B4-BE49-F238E27FC236}">
                <a16:creationId xmlns:a16="http://schemas.microsoft.com/office/drawing/2014/main" id="{CE743C43-E5B3-FD43-ACEE-795FCAE1C407}"/>
              </a:ext>
            </a:extLst>
          </p:cNvPr>
          <p:cNvSpPr>
            <a:spLocks noGrp="1"/>
          </p:cNvSpPr>
          <p:nvPr>
            <p:ph type="pic" sz="quarter" idx="26" hasCustomPrompt="1"/>
          </p:nvPr>
        </p:nvSpPr>
        <p:spPr>
          <a:xfrm>
            <a:off x="2934211" y="2330412"/>
            <a:ext cx="903595" cy="903437"/>
          </a:xfrm>
          <a:prstGeom prst="ellipse">
            <a:avLst/>
          </a:prstGeom>
          <a:ln w="63500">
            <a:solidFill>
              <a:srgbClr val="539DB1"/>
            </a:solidFill>
          </a:ln>
        </p:spPr>
        <p:txBody>
          <a:bodyPr/>
          <a:lstStyle>
            <a:lvl1pPr marL="0" indent="0">
              <a:buFontTx/>
              <a:buNone/>
              <a:defRPr sz="1200"/>
            </a:lvl1pPr>
          </a:lstStyle>
          <a:p>
            <a:r>
              <a:rPr lang="fr-FR"/>
              <a:t>Photo</a:t>
            </a:r>
          </a:p>
        </p:txBody>
      </p:sp>
      <p:sp>
        <p:nvSpPr>
          <p:cNvPr id="28" name="Espace réservé du texte 23">
            <a:extLst>
              <a:ext uri="{FF2B5EF4-FFF2-40B4-BE49-F238E27FC236}">
                <a16:creationId xmlns:a16="http://schemas.microsoft.com/office/drawing/2014/main" id="{87A26503-3DF3-D84D-8CA5-0C91E5C41175}"/>
              </a:ext>
            </a:extLst>
          </p:cNvPr>
          <p:cNvSpPr>
            <a:spLocks noGrp="1"/>
          </p:cNvSpPr>
          <p:nvPr>
            <p:ph type="body" sz="quarter" idx="31" hasCustomPrompt="1"/>
          </p:nvPr>
        </p:nvSpPr>
        <p:spPr>
          <a:xfrm>
            <a:off x="2503115" y="3582112"/>
            <a:ext cx="1765789" cy="1021565"/>
          </a:xfrm>
          <a:prstGeom prst="rect">
            <a:avLst/>
          </a:prstGeom>
        </p:spPr>
        <p:txBody>
          <a:bodyPr lIns="0" tIns="0" rIns="0" bIns="0" anchor="t"/>
          <a:lstStyle>
            <a:lvl1pPr marL="0" indent="0" algn="ctr">
              <a:buNone/>
              <a:defRPr sz="900" b="0" i="0" spc="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Informations</a:t>
            </a:r>
          </a:p>
        </p:txBody>
      </p:sp>
      <p:sp>
        <p:nvSpPr>
          <p:cNvPr id="33" name="Espace réservé du texte 23">
            <a:extLst>
              <a:ext uri="{FF2B5EF4-FFF2-40B4-BE49-F238E27FC236}">
                <a16:creationId xmlns:a16="http://schemas.microsoft.com/office/drawing/2014/main" id="{0A2ADEE0-807B-6141-B406-1CDF99F8A191}"/>
              </a:ext>
            </a:extLst>
          </p:cNvPr>
          <p:cNvSpPr>
            <a:spLocks noGrp="1"/>
          </p:cNvSpPr>
          <p:nvPr>
            <p:ph type="body" sz="quarter" idx="32" hasCustomPrompt="1"/>
          </p:nvPr>
        </p:nvSpPr>
        <p:spPr>
          <a:xfrm>
            <a:off x="4311814" y="3582112"/>
            <a:ext cx="1765789" cy="1021565"/>
          </a:xfrm>
          <a:prstGeom prst="rect">
            <a:avLst/>
          </a:prstGeom>
        </p:spPr>
        <p:txBody>
          <a:bodyPr lIns="0" tIns="0" rIns="0" bIns="0" anchor="t"/>
          <a:lstStyle>
            <a:lvl1pPr marL="0" indent="0" algn="ctr">
              <a:buNone/>
              <a:defRPr sz="900" b="0" i="0" spc="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Informations</a:t>
            </a:r>
          </a:p>
        </p:txBody>
      </p:sp>
      <p:sp>
        <p:nvSpPr>
          <p:cNvPr id="34" name="Espace réservé du texte 23">
            <a:extLst>
              <a:ext uri="{FF2B5EF4-FFF2-40B4-BE49-F238E27FC236}">
                <a16:creationId xmlns:a16="http://schemas.microsoft.com/office/drawing/2014/main" id="{48E4C2A0-F1A8-744E-87B1-19E361844B25}"/>
              </a:ext>
            </a:extLst>
          </p:cNvPr>
          <p:cNvSpPr>
            <a:spLocks noGrp="1"/>
          </p:cNvSpPr>
          <p:nvPr>
            <p:ph type="body" sz="quarter" idx="33" hasCustomPrompt="1"/>
          </p:nvPr>
        </p:nvSpPr>
        <p:spPr>
          <a:xfrm>
            <a:off x="6121472" y="3582111"/>
            <a:ext cx="1765789" cy="1021565"/>
          </a:xfrm>
          <a:prstGeom prst="rect">
            <a:avLst/>
          </a:prstGeom>
        </p:spPr>
        <p:txBody>
          <a:bodyPr lIns="0" tIns="0" rIns="0" bIns="0" anchor="t"/>
          <a:lstStyle>
            <a:lvl1pPr marL="0" indent="0" algn="ctr">
              <a:buNone/>
              <a:defRPr sz="900" b="0" i="0" spc="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Informations</a:t>
            </a:r>
          </a:p>
        </p:txBody>
      </p:sp>
      <p:sp>
        <p:nvSpPr>
          <p:cNvPr id="37" name="Espace réservé du texte 23">
            <a:extLst>
              <a:ext uri="{FF2B5EF4-FFF2-40B4-BE49-F238E27FC236}">
                <a16:creationId xmlns:a16="http://schemas.microsoft.com/office/drawing/2014/main" id="{C5541B0C-4423-FF45-8009-3BAC197DE6C9}"/>
              </a:ext>
            </a:extLst>
          </p:cNvPr>
          <p:cNvSpPr>
            <a:spLocks noGrp="1"/>
          </p:cNvSpPr>
          <p:nvPr>
            <p:ph type="body" sz="quarter" idx="34" hasCustomPrompt="1"/>
          </p:nvPr>
        </p:nvSpPr>
        <p:spPr>
          <a:xfrm>
            <a:off x="7932693" y="3582111"/>
            <a:ext cx="1765789" cy="1021565"/>
          </a:xfrm>
          <a:prstGeom prst="rect">
            <a:avLst/>
          </a:prstGeom>
        </p:spPr>
        <p:txBody>
          <a:bodyPr lIns="0" tIns="0" rIns="0" bIns="0" anchor="t"/>
          <a:lstStyle>
            <a:lvl1pPr marL="0" indent="0" algn="ctr">
              <a:buNone/>
              <a:defRPr sz="900" b="0" i="0" spc="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Informations</a:t>
            </a:r>
          </a:p>
        </p:txBody>
      </p:sp>
      <p:sp>
        <p:nvSpPr>
          <p:cNvPr id="38" name="Espace réservé du texte 23">
            <a:extLst>
              <a:ext uri="{FF2B5EF4-FFF2-40B4-BE49-F238E27FC236}">
                <a16:creationId xmlns:a16="http://schemas.microsoft.com/office/drawing/2014/main" id="{C048F24D-2DC8-5B4A-A354-0328B500B8A6}"/>
              </a:ext>
            </a:extLst>
          </p:cNvPr>
          <p:cNvSpPr>
            <a:spLocks noGrp="1"/>
          </p:cNvSpPr>
          <p:nvPr>
            <p:ph type="body" sz="quarter" idx="35" hasCustomPrompt="1"/>
          </p:nvPr>
        </p:nvSpPr>
        <p:spPr>
          <a:xfrm>
            <a:off x="9740271" y="3582110"/>
            <a:ext cx="1765789" cy="1021565"/>
          </a:xfrm>
          <a:prstGeom prst="rect">
            <a:avLst/>
          </a:prstGeom>
        </p:spPr>
        <p:txBody>
          <a:bodyPr lIns="0" tIns="0" rIns="0" bIns="0" anchor="t"/>
          <a:lstStyle>
            <a:lvl1pPr marL="0" indent="0" algn="ctr">
              <a:buNone/>
              <a:defRPr sz="900" b="0" i="0" spc="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Informations</a:t>
            </a:r>
          </a:p>
        </p:txBody>
      </p:sp>
      <p:sp>
        <p:nvSpPr>
          <p:cNvPr id="39" name="Espace réservé pour une image  4">
            <a:extLst>
              <a:ext uri="{FF2B5EF4-FFF2-40B4-BE49-F238E27FC236}">
                <a16:creationId xmlns:a16="http://schemas.microsoft.com/office/drawing/2014/main" id="{F7434E2E-7990-2F44-95C4-23B90179453C}"/>
              </a:ext>
            </a:extLst>
          </p:cNvPr>
          <p:cNvSpPr>
            <a:spLocks noGrp="1"/>
          </p:cNvSpPr>
          <p:nvPr>
            <p:ph type="pic" sz="quarter" idx="36" hasCustomPrompt="1"/>
          </p:nvPr>
        </p:nvSpPr>
        <p:spPr>
          <a:xfrm>
            <a:off x="4742910" y="2330412"/>
            <a:ext cx="903595" cy="903437"/>
          </a:xfrm>
          <a:prstGeom prst="ellipse">
            <a:avLst/>
          </a:prstGeom>
          <a:ln w="63500">
            <a:solidFill>
              <a:srgbClr val="539DB1"/>
            </a:solidFill>
          </a:ln>
        </p:spPr>
        <p:txBody>
          <a:bodyPr/>
          <a:lstStyle>
            <a:lvl1pPr marL="0" indent="0">
              <a:buFontTx/>
              <a:buNone/>
              <a:defRPr sz="1200"/>
            </a:lvl1pPr>
          </a:lstStyle>
          <a:p>
            <a:r>
              <a:rPr lang="fr-FR"/>
              <a:t>Photo</a:t>
            </a:r>
          </a:p>
        </p:txBody>
      </p:sp>
      <p:sp>
        <p:nvSpPr>
          <p:cNvPr id="40" name="Espace réservé pour une image  4">
            <a:extLst>
              <a:ext uri="{FF2B5EF4-FFF2-40B4-BE49-F238E27FC236}">
                <a16:creationId xmlns:a16="http://schemas.microsoft.com/office/drawing/2014/main" id="{944E060F-F495-4843-B9C5-0500C18BFBF3}"/>
              </a:ext>
            </a:extLst>
          </p:cNvPr>
          <p:cNvSpPr>
            <a:spLocks noGrp="1"/>
          </p:cNvSpPr>
          <p:nvPr>
            <p:ph type="pic" sz="quarter" idx="37" hasCustomPrompt="1"/>
          </p:nvPr>
        </p:nvSpPr>
        <p:spPr>
          <a:xfrm>
            <a:off x="6552568" y="2330411"/>
            <a:ext cx="903595" cy="903437"/>
          </a:xfrm>
          <a:prstGeom prst="ellipse">
            <a:avLst/>
          </a:prstGeom>
          <a:ln w="63500">
            <a:solidFill>
              <a:srgbClr val="539DB1"/>
            </a:solidFill>
          </a:ln>
        </p:spPr>
        <p:txBody>
          <a:bodyPr/>
          <a:lstStyle>
            <a:lvl1pPr marL="0" indent="0">
              <a:buFontTx/>
              <a:buNone/>
              <a:defRPr sz="1200"/>
            </a:lvl1pPr>
          </a:lstStyle>
          <a:p>
            <a:r>
              <a:rPr lang="fr-FR"/>
              <a:t>Photo</a:t>
            </a:r>
          </a:p>
        </p:txBody>
      </p:sp>
      <p:sp>
        <p:nvSpPr>
          <p:cNvPr id="41" name="Espace réservé pour une image  4">
            <a:extLst>
              <a:ext uri="{FF2B5EF4-FFF2-40B4-BE49-F238E27FC236}">
                <a16:creationId xmlns:a16="http://schemas.microsoft.com/office/drawing/2014/main" id="{E8C667B2-DF7B-A34B-9117-D884CDD3B6E8}"/>
              </a:ext>
            </a:extLst>
          </p:cNvPr>
          <p:cNvSpPr>
            <a:spLocks noGrp="1"/>
          </p:cNvSpPr>
          <p:nvPr>
            <p:ph type="pic" sz="quarter" idx="38" hasCustomPrompt="1"/>
          </p:nvPr>
        </p:nvSpPr>
        <p:spPr>
          <a:xfrm>
            <a:off x="8363789" y="2330411"/>
            <a:ext cx="903595" cy="903437"/>
          </a:xfrm>
          <a:prstGeom prst="ellipse">
            <a:avLst/>
          </a:prstGeom>
          <a:ln w="63500">
            <a:solidFill>
              <a:srgbClr val="539DB1"/>
            </a:solidFill>
          </a:ln>
        </p:spPr>
        <p:txBody>
          <a:bodyPr/>
          <a:lstStyle>
            <a:lvl1pPr marL="0" indent="0">
              <a:buFontTx/>
              <a:buNone/>
              <a:defRPr sz="1200"/>
            </a:lvl1pPr>
          </a:lstStyle>
          <a:p>
            <a:r>
              <a:rPr lang="fr-FR"/>
              <a:t>Photo</a:t>
            </a:r>
          </a:p>
        </p:txBody>
      </p:sp>
      <p:sp>
        <p:nvSpPr>
          <p:cNvPr id="42" name="Espace réservé pour une image  4">
            <a:extLst>
              <a:ext uri="{FF2B5EF4-FFF2-40B4-BE49-F238E27FC236}">
                <a16:creationId xmlns:a16="http://schemas.microsoft.com/office/drawing/2014/main" id="{23675D11-CE12-B84E-A3E4-10E2DE2F3A16}"/>
              </a:ext>
            </a:extLst>
          </p:cNvPr>
          <p:cNvSpPr>
            <a:spLocks noGrp="1"/>
          </p:cNvSpPr>
          <p:nvPr>
            <p:ph type="pic" sz="quarter" idx="39" hasCustomPrompt="1"/>
          </p:nvPr>
        </p:nvSpPr>
        <p:spPr>
          <a:xfrm>
            <a:off x="10171367" y="2330411"/>
            <a:ext cx="903595" cy="903437"/>
          </a:xfrm>
          <a:prstGeom prst="ellipse">
            <a:avLst/>
          </a:prstGeom>
          <a:ln w="63500">
            <a:solidFill>
              <a:srgbClr val="539DB1"/>
            </a:solidFill>
          </a:ln>
        </p:spPr>
        <p:txBody>
          <a:bodyPr/>
          <a:lstStyle>
            <a:lvl1pPr marL="0" indent="0">
              <a:buFontTx/>
              <a:buNone/>
              <a:defRPr sz="1200"/>
            </a:lvl1pPr>
          </a:lstStyle>
          <a:p>
            <a:r>
              <a:rPr lang="fr-FR"/>
              <a:t>Photo</a:t>
            </a:r>
          </a:p>
        </p:txBody>
      </p:sp>
    </p:spTree>
    <p:extLst>
      <p:ext uri="{BB962C8B-B14F-4D97-AF65-F5344CB8AC3E}">
        <p14:creationId xmlns:p14="http://schemas.microsoft.com/office/powerpoint/2010/main" val="102996922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Partie">
    <p:bg>
      <p:bgPr>
        <a:solidFill>
          <a:schemeClr val="bg1">
            <a:lumMod val="95000"/>
          </a:schemeClr>
        </a:solidFill>
        <a:effectLst/>
      </p:bgPr>
    </p:bg>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824DF183-42C5-AA43-B8A3-13FE0925B232}"/>
              </a:ext>
            </a:extLst>
          </p:cNvPr>
          <p:cNvSpPr/>
          <p:nvPr userDrawn="1"/>
        </p:nvSpPr>
        <p:spPr>
          <a:xfrm>
            <a:off x="0" y="0"/>
            <a:ext cx="4766382" cy="685799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5" name="Espace réservé pour une image  2">
            <a:extLst>
              <a:ext uri="{FF2B5EF4-FFF2-40B4-BE49-F238E27FC236}">
                <a16:creationId xmlns:a16="http://schemas.microsoft.com/office/drawing/2014/main" id="{C37B4505-3E74-0347-B6E1-39FBC1C329B0}"/>
              </a:ext>
            </a:extLst>
          </p:cNvPr>
          <p:cNvSpPr>
            <a:spLocks noGrp="1"/>
          </p:cNvSpPr>
          <p:nvPr>
            <p:ph type="pic" sz="quarter" idx="28" hasCustomPrompt="1"/>
          </p:nvPr>
        </p:nvSpPr>
        <p:spPr>
          <a:xfrm>
            <a:off x="0" y="21680"/>
            <a:ext cx="4780455" cy="6836319"/>
          </a:xfrm>
          <a:prstGeom prst="rect">
            <a:avLst/>
          </a:prstGeom>
        </p:spPr>
        <p:txBody>
          <a:bodyPr lIns="180000" rIns="180000" anchor="ctr"/>
          <a:lstStyle>
            <a:lvl1pPr marL="0" indent="0" algn="l">
              <a:buFontTx/>
              <a:buNone/>
              <a:defRPr/>
            </a:lvl1pPr>
          </a:lstStyle>
          <a:p>
            <a:r>
              <a:rPr lang="fr-FR"/>
              <a:t>Glisser déposer image</a:t>
            </a:r>
          </a:p>
        </p:txBody>
      </p:sp>
      <p:sp>
        <p:nvSpPr>
          <p:cNvPr id="29" name="Triangle rectangle 28">
            <a:extLst>
              <a:ext uri="{FF2B5EF4-FFF2-40B4-BE49-F238E27FC236}">
                <a16:creationId xmlns:a16="http://schemas.microsoft.com/office/drawing/2014/main" id="{29C08C9D-CC31-5941-AFBE-260907A879A9}"/>
              </a:ext>
            </a:extLst>
          </p:cNvPr>
          <p:cNvSpPr/>
          <p:nvPr userDrawn="1"/>
        </p:nvSpPr>
        <p:spPr>
          <a:xfrm flipH="1" flipV="1">
            <a:off x="3074245" y="0"/>
            <a:ext cx="1709152" cy="6858000"/>
          </a:xfrm>
          <a:prstGeom prst="r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4" name="Espace réservé du texte 23">
            <a:extLst>
              <a:ext uri="{FF2B5EF4-FFF2-40B4-BE49-F238E27FC236}">
                <a16:creationId xmlns:a16="http://schemas.microsoft.com/office/drawing/2014/main" id="{4A5D28AA-6084-184B-9BBA-BE0F677BB23D}"/>
              </a:ext>
            </a:extLst>
          </p:cNvPr>
          <p:cNvSpPr>
            <a:spLocks noGrp="1"/>
          </p:cNvSpPr>
          <p:nvPr>
            <p:ph type="body" sz="quarter" idx="27" hasCustomPrompt="1"/>
          </p:nvPr>
        </p:nvSpPr>
        <p:spPr>
          <a:xfrm>
            <a:off x="-11120" y="-2"/>
            <a:ext cx="4791570" cy="6858001"/>
          </a:xfrm>
          <a:prstGeom prst="rect">
            <a:avLst/>
          </a:prstGeom>
          <a:solidFill>
            <a:srgbClr val="1F5363">
              <a:alpha val="50000"/>
            </a:srgbClr>
          </a:solidFill>
        </p:spPr>
        <p:txBody>
          <a:bodyPr lIns="0" tIns="0" rIns="0" bIns="0" anchor="ctr"/>
          <a:lstStyle>
            <a:lvl1pPr marL="0" indent="0" algn="l">
              <a:buNone/>
              <a:defRPr sz="1800" b="1" i="0">
                <a:solidFill>
                  <a:schemeClr val="bg1"/>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 </a:t>
            </a:r>
          </a:p>
        </p:txBody>
      </p:sp>
      <p:sp>
        <p:nvSpPr>
          <p:cNvPr id="24" name="Espace réservé du texte 23">
            <a:extLst>
              <a:ext uri="{FF2B5EF4-FFF2-40B4-BE49-F238E27FC236}">
                <a16:creationId xmlns:a16="http://schemas.microsoft.com/office/drawing/2014/main" id="{93DE3B23-4391-F945-88BB-1C45771DF4E0}"/>
              </a:ext>
            </a:extLst>
          </p:cNvPr>
          <p:cNvSpPr>
            <a:spLocks noGrp="1"/>
          </p:cNvSpPr>
          <p:nvPr>
            <p:ph type="body" sz="quarter" idx="29" hasCustomPrompt="1"/>
          </p:nvPr>
        </p:nvSpPr>
        <p:spPr>
          <a:xfrm flipH="1" flipV="1">
            <a:off x="2988779" y="-1"/>
            <a:ext cx="1791669" cy="6836318"/>
          </a:xfrm>
          <a:prstGeom prst="rtTriangle">
            <a:avLst/>
          </a:prstGeom>
          <a:solidFill>
            <a:schemeClr val="bg1">
              <a:lumMod val="95000"/>
            </a:schemeClr>
          </a:solidFill>
        </p:spPr>
        <p:txBody>
          <a:bodyPr lIns="0" tIns="0" rIns="0" bIns="0" anchor="ctr"/>
          <a:lstStyle>
            <a:lvl1pPr marL="0" indent="0" algn="l">
              <a:buNone/>
              <a:defRPr sz="1800" b="1" i="0">
                <a:solidFill>
                  <a:schemeClr val="bg1"/>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 </a:t>
            </a:r>
          </a:p>
        </p:txBody>
      </p:sp>
      <p:sp>
        <p:nvSpPr>
          <p:cNvPr id="25" name="Espace réservé du texte 23">
            <a:extLst>
              <a:ext uri="{FF2B5EF4-FFF2-40B4-BE49-F238E27FC236}">
                <a16:creationId xmlns:a16="http://schemas.microsoft.com/office/drawing/2014/main" id="{518E2971-99F9-0441-9A59-516AFB6FDD36}"/>
              </a:ext>
            </a:extLst>
          </p:cNvPr>
          <p:cNvSpPr>
            <a:spLocks noGrp="1"/>
          </p:cNvSpPr>
          <p:nvPr>
            <p:ph type="body" sz="quarter" idx="12" hasCustomPrompt="1"/>
          </p:nvPr>
        </p:nvSpPr>
        <p:spPr>
          <a:xfrm>
            <a:off x="4794518" y="2706325"/>
            <a:ext cx="6711543" cy="1217492"/>
          </a:xfrm>
          <a:prstGeom prst="rect">
            <a:avLst/>
          </a:prstGeom>
        </p:spPr>
        <p:txBody>
          <a:bodyPr lIns="0" tIns="0" rIns="0" bIns="0" anchor="ctr"/>
          <a:lstStyle>
            <a:lvl1pPr marL="0" indent="0" algn="l">
              <a:buNone/>
              <a:defRPr sz="3600" b="1" i="0" spc="0">
                <a:solidFill>
                  <a:srgbClr val="1B445F"/>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Changer titre du chapitre</a:t>
            </a:r>
          </a:p>
        </p:txBody>
      </p:sp>
      <p:sp>
        <p:nvSpPr>
          <p:cNvPr id="26" name="Espace réservé du texte 23">
            <a:extLst>
              <a:ext uri="{FF2B5EF4-FFF2-40B4-BE49-F238E27FC236}">
                <a16:creationId xmlns:a16="http://schemas.microsoft.com/office/drawing/2014/main" id="{9C4A29E3-4C4E-AD41-BB33-C61A8474428B}"/>
              </a:ext>
            </a:extLst>
          </p:cNvPr>
          <p:cNvSpPr>
            <a:spLocks noGrp="1"/>
          </p:cNvSpPr>
          <p:nvPr>
            <p:ph type="body" sz="quarter" idx="22" hasCustomPrompt="1"/>
          </p:nvPr>
        </p:nvSpPr>
        <p:spPr>
          <a:xfrm flipH="1">
            <a:off x="3216520" y="2706325"/>
            <a:ext cx="1346071" cy="1217492"/>
          </a:xfrm>
          <a:prstGeom prst="parallelogram">
            <a:avLst/>
          </a:prstGeom>
          <a:solidFill>
            <a:srgbClr val="1F5363"/>
          </a:solidFill>
        </p:spPr>
        <p:txBody>
          <a:bodyPr lIns="0" tIns="0" rIns="0" bIns="0" anchor="ctr"/>
          <a:lstStyle>
            <a:lvl1pPr marL="0" indent="0" algn="ctr">
              <a:buNone/>
              <a:defRPr sz="5400" b="1" i="0" spc="0">
                <a:solidFill>
                  <a:schemeClr val="bg1"/>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X</a:t>
            </a:r>
          </a:p>
        </p:txBody>
      </p:sp>
      <p:sp>
        <p:nvSpPr>
          <p:cNvPr id="2" name="Rectangle 1">
            <a:extLst>
              <a:ext uri="{FF2B5EF4-FFF2-40B4-BE49-F238E27FC236}">
                <a16:creationId xmlns:a16="http://schemas.microsoft.com/office/drawing/2014/main" id="{9BE99EB8-34E7-42B1-9DD6-B74C5142DD67}"/>
              </a:ext>
            </a:extLst>
          </p:cNvPr>
          <p:cNvSpPr/>
          <p:nvPr userDrawn="1"/>
        </p:nvSpPr>
        <p:spPr>
          <a:xfrm>
            <a:off x="4766382" y="6294922"/>
            <a:ext cx="3665349" cy="423512"/>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73799653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1_Vierge">
    <p:spTree>
      <p:nvGrpSpPr>
        <p:cNvPr id="1" name=""/>
        <p:cNvGrpSpPr/>
        <p:nvPr/>
      </p:nvGrpSpPr>
      <p:grpSpPr>
        <a:xfrm>
          <a:off x="0" y="0"/>
          <a:ext cx="0" cy="0"/>
          <a:chOff x="0" y="0"/>
          <a:chExt cx="0" cy="0"/>
        </a:xfrm>
      </p:grpSpPr>
      <p:pic>
        <p:nvPicPr>
          <p:cNvPr id="5" name="Espace réservé pour une image  11" descr="Une image contenant vallée, canyon, nature&#10;&#10;Description générée automatiquement">
            <a:extLst>
              <a:ext uri="{FF2B5EF4-FFF2-40B4-BE49-F238E27FC236}">
                <a16:creationId xmlns:a16="http://schemas.microsoft.com/office/drawing/2014/main" id="{82E16771-C1B2-432B-B19B-53F2EB74193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640" r="640" b="93514"/>
          <a:stretch/>
        </p:blipFill>
        <p:spPr>
          <a:xfrm>
            <a:off x="0" y="0"/>
            <a:ext cx="12193200" cy="754597"/>
          </a:xfrm>
          <a:prstGeom prst="rect">
            <a:avLst/>
          </a:prstGeom>
        </p:spPr>
      </p:pic>
      <p:sp>
        <p:nvSpPr>
          <p:cNvPr id="6" name="Espace réservé du texte 23">
            <a:extLst>
              <a:ext uri="{FF2B5EF4-FFF2-40B4-BE49-F238E27FC236}">
                <a16:creationId xmlns:a16="http://schemas.microsoft.com/office/drawing/2014/main" id="{EF8D8815-4EEC-844F-A9F2-12C869A26C95}"/>
              </a:ext>
            </a:extLst>
          </p:cNvPr>
          <p:cNvSpPr>
            <a:spLocks noGrp="1"/>
          </p:cNvSpPr>
          <p:nvPr>
            <p:ph type="body" sz="quarter" idx="11" hasCustomPrompt="1"/>
          </p:nvPr>
        </p:nvSpPr>
        <p:spPr>
          <a:xfrm>
            <a:off x="0" y="0"/>
            <a:ext cx="12191998" cy="754597"/>
          </a:xfrm>
          <a:prstGeom prst="rect">
            <a:avLst/>
          </a:prstGeom>
          <a:solidFill>
            <a:srgbClr val="1F5363">
              <a:alpha val="50000"/>
            </a:srgbClr>
          </a:solidFill>
        </p:spPr>
        <p:txBody>
          <a:bodyPr lIns="900000" tIns="46800" rIns="270000" bIns="46800" anchor="ctr"/>
          <a:lstStyle>
            <a:lvl1pPr marL="0" indent="0" algn="l">
              <a:buNone/>
              <a:defRPr sz="2800" b="1" i="0" spc="0">
                <a:solidFill>
                  <a:schemeClr val="bg1"/>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Changer titre de la diapositive</a:t>
            </a:r>
          </a:p>
        </p:txBody>
      </p:sp>
      <p:sp>
        <p:nvSpPr>
          <p:cNvPr id="7" name="Espace réservé du texte 23">
            <a:extLst>
              <a:ext uri="{FF2B5EF4-FFF2-40B4-BE49-F238E27FC236}">
                <a16:creationId xmlns:a16="http://schemas.microsoft.com/office/drawing/2014/main" id="{C68E6838-74F8-244D-9463-8B6BB9DD377F}"/>
              </a:ext>
            </a:extLst>
          </p:cNvPr>
          <p:cNvSpPr>
            <a:spLocks noGrp="1"/>
          </p:cNvSpPr>
          <p:nvPr>
            <p:ph type="body" sz="quarter" idx="22" hasCustomPrompt="1"/>
          </p:nvPr>
        </p:nvSpPr>
        <p:spPr>
          <a:xfrm flipH="1">
            <a:off x="154398" y="100490"/>
            <a:ext cx="585329" cy="529417"/>
          </a:xfrm>
          <a:prstGeom prst="parallelogram">
            <a:avLst/>
          </a:prstGeom>
          <a:solidFill>
            <a:srgbClr val="1F5363"/>
          </a:solidFill>
        </p:spPr>
        <p:txBody>
          <a:bodyPr lIns="0" tIns="0" rIns="0" bIns="0" anchor="ctr"/>
          <a:lstStyle>
            <a:lvl1pPr marL="0" indent="0" algn="ctr">
              <a:buNone/>
              <a:defRPr sz="2800" b="1" i="0" spc="0">
                <a:solidFill>
                  <a:schemeClr val="bg1"/>
                </a:solidFill>
                <a:latin typeface="Calibri" panose="020F0502020204030204" pitchFamily="34" charset="0"/>
                <a:cs typeface="Calibri" panose="020F0502020204030204" pitchFamily="34" charset="0"/>
              </a:defRPr>
            </a:lvl1pPr>
            <a:lvl2pPr marL="457200" indent="0">
              <a:buNone/>
              <a:defRPr b="0" i="0">
                <a:latin typeface="Noe Display" panose="020A0500090400000002" pitchFamily="18" charset="77"/>
              </a:defRPr>
            </a:lvl2pPr>
            <a:lvl3pPr marL="914400" indent="0">
              <a:buNone/>
              <a:defRPr b="0" i="0">
                <a:latin typeface="Noe Display" panose="020A0500090400000002" pitchFamily="18" charset="77"/>
              </a:defRPr>
            </a:lvl3pPr>
            <a:lvl4pPr marL="1371600" indent="0">
              <a:buNone/>
              <a:defRPr b="0" i="0">
                <a:latin typeface="Noe Display" panose="020A0500090400000002" pitchFamily="18" charset="77"/>
              </a:defRPr>
            </a:lvl4pPr>
            <a:lvl5pPr marL="1828800" indent="0">
              <a:buNone/>
              <a:defRPr b="0" i="0">
                <a:latin typeface="Noe Display" panose="020A0500090400000002" pitchFamily="18" charset="77"/>
              </a:defRPr>
            </a:lvl5pPr>
          </a:lstStyle>
          <a:p>
            <a:pPr lvl="0"/>
            <a:r>
              <a:rPr lang="fr-FR"/>
              <a:t>X</a:t>
            </a:r>
          </a:p>
        </p:txBody>
      </p:sp>
    </p:spTree>
    <p:extLst>
      <p:ext uri="{BB962C8B-B14F-4D97-AF65-F5344CB8AC3E}">
        <p14:creationId xmlns:p14="http://schemas.microsoft.com/office/powerpoint/2010/main" val="28717714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18" Type="http://schemas.microsoft.com/office/2007/relationships/hdphoto" Target="../media/hdphoto1.wdp"/><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oleObject" Target="../embeddings/oleObject1.bin"/><Relationship Id="rId10" Type="http://schemas.openxmlformats.org/officeDocument/2006/relationships/slideLayout" Target="../slideLayouts/slideLayout10.xml"/><Relationship Id="rId19" Type="http://schemas.openxmlformats.org/officeDocument/2006/relationships/image" Target="../media/image3.emf"/><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slideLayout" Target="../slideLayouts/slideLayout30.xml"/><Relationship Id="rId3" Type="http://schemas.openxmlformats.org/officeDocument/2006/relationships/slideLayout" Target="../slideLayouts/slideLayout15.xml"/><Relationship Id="rId21" Type="http://schemas.openxmlformats.org/officeDocument/2006/relationships/tags" Target="../tags/tag10.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20" Type="http://schemas.openxmlformats.org/officeDocument/2006/relationships/theme" Target="../theme/theme2.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24" Type="http://schemas.openxmlformats.org/officeDocument/2006/relationships/image" Target="../media/image7.png"/><Relationship Id="rId5" Type="http://schemas.openxmlformats.org/officeDocument/2006/relationships/slideLayout" Target="../slideLayouts/slideLayout17.xml"/><Relationship Id="rId15" Type="http://schemas.openxmlformats.org/officeDocument/2006/relationships/slideLayout" Target="../slideLayouts/slideLayout27.xml"/><Relationship Id="rId23" Type="http://schemas.openxmlformats.org/officeDocument/2006/relationships/image" Target="../media/image6.emf"/><Relationship Id="rId10" Type="http://schemas.openxmlformats.org/officeDocument/2006/relationships/slideLayout" Target="../slideLayouts/slideLayout22.xml"/><Relationship Id="rId19" Type="http://schemas.openxmlformats.org/officeDocument/2006/relationships/slideLayout" Target="../slideLayouts/slideLayout31.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 Id="rId22" Type="http://schemas.openxmlformats.org/officeDocument/2006/relationships/oleObject" Target="../embeddings/oleObject9.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3AD679FC-B319-4C65-BDF8-A6DEEBCC9609}"/>
              </a:ext>
            </a:extLst>
          </p:cNvPr>
          <p:cNvGraphicFramePr>
            <a:graphicFrameLocks noChangeAspect="1"/>
          </p:cNvGraphicFramePr>
          <p:nvPr>
            <p:custDataLst>
              <p:tags r:id="rId14"/>
            </p:custDataLst>
            <p:extLst>
              <p:ext uri="{D42A27DB-BD31-4B8C-83A1-F6EECF244321}">
                <p14:modId xmlns:p14="http://schemas.microsoft.com/office/powerpoint/2010/main" val="3222836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5" imgW="425" imgH="424" progId="TCLayout.ActiveDocument.1">
                  <p:embed/>
                </p:oleObj>
              </mc:Choice>
              <mc:Fallback>
                <p:oleObj name="think-cell Slide" r:id="rId15" imgW="425" imgH="424" progId="TCLayout.ActiveDocument.1">
                  <p:embed/>
                  <p:pic>
                    <p:nvPicPr>
                      <p:cNvPr id="13" name="Object 12" hidden="1">
                        <a:extLst>
                          <a:ext uri="{FF2B5EF4-FFF2-40B4-BE49-F238E27FC236}">
                            <a16:creationId xmlns:a16="http://schemas.microsoft.com/office/drawing/2014/main" id="{3AD679FC-B319-4C65-BDF8-A6DEEBCC9609}"/>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pic>
        <p:nvPicPr>
          <p:cNvPr id="37" name="Picture 36">
            <a:extLst>
              <a:ext uri="{FF2B5EF4-FFF2-40B4-BE49-F238E27FC236}">
                <a16:creationId xmlns:a16="http://schemas.microsoft.com/office/drawing/2014/main" id="{57BDF7E5-670B-4DCF-95EB-CA0814837446}"/>
              </a:ext>
            </a:extLst>
          </p:cNvPr>
          <p:cNvPicPr>
            <a:picLocks noChangeAspect="1"/>
          </p:cNvPicPr>
          <p:nvPr/>
        </p:nvPicPr>
        <p:blipFill rotWithShape="1">
          <a:blip r:embed="rId17" cstate="hqprint">
            <a:extLst>
              <a:ext uri="{BEBA8EAE-BF5A-486C-A8C5-ECC9F3942E4B}">
                <a14:imgProps xmlns:a14="http://schemas.microsoft.com/office/drawing/2010/main">
                  <a14:imgLayer r:embed="rId18">
                    <a14:imgEffect>
                      <a14:artisticBlur radius="3"/>
                    </a14:imgEffect>
                  </a14:imgLayer>
                </a14:imgProps>
              </a:ext>
              <a:ext uri="{28A0092B-C50C-407E-A947-70E740481C1C}">
                <a14:useLocalDpi xmlns:a14="http://schemas.microsoft.com/office/drawing/2010/main"/>
              </a:ext>
            </a:extLst>
          </a:blip>
          <a:srcRect b="93347"/>
          <a:stretch/>
        </p:blipFill>
        <p:spPr>
          <a:xfrm>
            <a:off x="0" y="0"/>
            <a:ext cx="12192000" cy="774000"/>
          </a:xfrm>
          <a:custGeom>
            <a:avLst/>
            <a:gdLst>
              <a:gd name="connsiteX0" fmla="*/ 0 w 12192000"/>
              <a:gd name="connsiteY0" fmla="*/ 0 h 774000"/>
              <a:gd name="connsiteX1" fmla="*/ 12192000 w 12192000"/>
              <a:gd name="connsiteY1" fmla="*/ 0 h 774000"/>
              <a:gd name="connsiteX2" fmla="*/ 12192000 w 12192000"/>
              <a:gd name="connsiteY2" fmla="*/ 774000 h 774000"/>
              <a:gd name="connsiteX3" fmla="*/ 0 w 12192000"/>
              <a:gd name="connsiteY3" fmla="*/ 774000 h 774000"/>
            </a:gdLst>
            <a:ahLst/>
            <a:cxnLst>
              <a:cxn ang="0">
                <a:pos x="connsiteX0" y="connsiteY0"/>
              </a:cxn>
              <a:cxn ang="0">
                <a:pos x="connsiteX1" y="connsiteY1"/>
              </a:cxn>
              <a:cxn ang="0">
                <a:pos x="connsiteX2" y="connsiteY2"/>
              </a:cxn>
              <a:cxn ang="0">
                <a:pos x="connsiteX3" y="connsiteY3"/>
              </a:cxn>
            </a:cxnLst>
            <a:rect l="l" t="t" r="r" b="b"/>
            <a:pathLst>
              <a:path w="12192000" h="774000">
                <a:moveTo>
                  <a:pt x="0" y="0"/>
                </a:moveTo>
                <a:lnTo>
                  <a:pt x="12192000" y="0"/>
                </a:lnTo>
                <a:lnTo>
                  <a:pt x="12192000" y="774000"/>
                </a:lnTo>
                <a:lnTo>
                  <a:pt x="0" y="774000"/>
                </a:lnTo>
                <a:close/>
              </a:path>
            </a:pathLst>
          </a:custGeom>
          <a:effectLst/>
        </p:spPr>
      </p:pic>
      <p:sp>
        <p:nvSpPr>
          <p:cNvPr id="3" name="Text Placeholder 2">
            <a:extLst>
              <a:ext uri="{FF2B5EF4-FFF2-40B4-BE49-F238E27FC236}">
                <a16:creationId xmlns:a16="http://schemas.microsoft.com/office/drawing/2014/main" id="{18F40836-91CC-4C17-A5F5-91DB0AAD990A}"/>
              </a:ext>
            </a:extLst>
          </p:cNvPr>
          <p:cNvSpPr>
            <a:spLocks noGrp="1"/>
          </p:cNvSpPr>
          <p:nvPr>
            <p:ph type="body" idx="1"/>
          </p:nvPr>
        </p:nvSpPr>
        <p:spPr>
          <a:xfrm>
            <a:off x="516000" y="984738"/>
            <a:ext cx="11160000" cy="5192225"/>
          </a:xfrm>
          <a:prstGeom prst="rect">
            <a:avLst/>
          </a:prstGeom>
        </p:spPr>
        <p:txBody>
          <a:bodyPr vert="horz" lIns="0" tIns="0" rIns="0" bIns="0" rtlCol="0">
            <a:normAutofit/>
          </a:bodyPr>
          <a:lstStyle/>
          <a:p>
            <a:pPr lvl="0"/>
            <a:r>
              <a:rPr lang="fr-FR" noProof="0"/>
              <a:t>Premier niveau</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4" name="Date Placeholder 3">
            <a:extLst>
              <a:ext uri="{FF2B5EF4-FFF2-40B4-BE49-F238E27FC236}">
                <a16:creationId xmlns:a16="http://schemas.microsoft.com/office/drawing/2014/main" id="{ECBD2A00-BD66-46C3-9585-239B61443102}"/>
              </a:ext>
            </a:extLst>
          </p:cNvPr>
          <p:cNvSpPr>
            <a:spLocks noGrp="1"/>
          </p:cNvSpPr>
          <p:nvPr>
            <p:ph type="dt" sz="half" idx="2"/>
          </p:nvPr>
        </p:nvSpPr>
        <p:spPr>
          <a:xfrm>
            <a:off x="693288" y="6389652"/>
            <a:ext cx="2743200" cy="288000"/>
          </a:xfrm>
          <a:prstGeom prst="rect">
            <a:avLst/>
          </a:prstGeom>
        </p:spPr>
        <p:txBody>
          <a:bodyPr vert="horz" lIns="0" tIns="0" rIns="0" bIns="0" rtlCol="0" anchor="ctr"/>
          <a:lstStyle>
            <a:lvl1pPr algn="l" rtl="0">
              <a:defRPr sz="1200">
                <a:solidFill>
                  <a:schemeClr val="bg1">
                    <a:lumMod val="50000"/>
                  </a:schemeClr>
                </a:solidFill>
                <a:latin typeface="+mn-lt"/>
              </a:defRPr>
            </a:lvl1pPr>
          </a:lstStyle>
          <a:p>
            <a:r>
              <a:rPr lang="fr-FR"/>
              <a:t>| Juin 2024</a:t>
            </a:r>
          </a:p>
        </p:txBody>
      </p:sp>
      <p:sp>
        <p:nvSpPr>
          <p:cNvPr id="5" name="Footer Placeholder 4">
            <a:extLst>
              <a:ext uri="{FF2B5EF4-FFF2-40B4-BE49-F238E27FC236}">
                <a16:creationId xmlns:a16="http://schemas.microsoft.com/office/drawing/2014/main" id="{96A2B81C-7663-4C15-BAE7-755D4D6F31F6}"/>
              </a:ext>
            </a:extLst>
          </p:cNvPr>
          <p:cNvSpPr>
            <a:spLocks noGrp="1"/>
          </p:cNvSpPr>
          <p:nvPr>
            <p:ph type="ftr" sz="quarter" idx="3"/>
          </p:nvPr>
        </p:nvSpPr>
        <p:spPr>
          <a:xfrm>
            <a:off x="4525131" y="6404968"/>
            <a:ext cx="3141759" cy="257369"/>
          </a:xfrm>
          <a:prstGeom prst="rect">
            <a:avLst/>
          </a:prstGeom>
        </p:spPr>
        <p:txBody>
          <a:bodyPr vert="horz" wrap="none" lIns="0" tIns="36000" rIns="0" bIns="36000" rtlCol="0" anchor="ctr">
            <a:spAutoFit/>
          </a:bodyPr>
          <a:lstStyle>
            <a:lvl1pPr algn="ctr" rtl="0">
              <a:defRPr sz="1200">
                <a:solidFill>
                  <a:schemeClr val="bg1">
                    <a:lumMod val="50000"/>
                  </a:schemeClr>
                </a:solidFill>
                <a:latin typeface="+mn-lt"/>
              </a:defRPr>
            </a:lvl1pPr>
          </a:lstStyle>
          <a:p>
            <a:r>
              <a:rPr lang="fr-FR"/>
              <a:t>Comité Opérationnel de Pôle – Risques Structurels</a:t>
            </a:r>
          </a:p>
        </p:txBody>
      </p:sp>
      <p:sp>
        <p:nvSpPr>
          <p:cNvPr id="6" name="Slide Number Placeholder 5">
            <a:extLst>
              <a:ext uri="{FF2B5EF4-FFF2-40B4-BE49-F238E27FC236}">
                <a16:creationId xmlns:a16="http://schemas.microsoft.com/office/drawing/2014/main" id="{70D6B883-F20E-4B8D-AC91-C37CB3FB57E5}"/>
              </a:ext>
            </a:extLst>
          </p:cNvPr>
          <p:cNvSpPr>
            <a:spLocks noGrp="1"/>
          </p:cNvSpPr>
          <p:nvPr>
            <p:ph type="sldNum" sz="quarter" idx="4"/>
          </p:nvPr>
        </p:nvSpPr>
        <p:spPr>
          <a:xfrm>
            <a:off x="236088" y="6389652"/>
            <a:ext cx="457200" cy="288000"/>
          </a:xfrm>
          <a:prstGeom prst="rect">
            <a:avLst/>
          </a:prstGeom>
        </p:spPr>
        <p:txBody>
          <a:bodyPr vert="horz" lIns="0" tIns="0" rIns="0" bIns="0" rtlCol="0" anchor="ctr"/>
          <a:lstStyle>
            <a:lvl1pPr algn="ctr" rtl="0">
              <a:defRPr sz="1200">
                <a:solidFill>
                  <a:schemeClr val="bg1">
                    <a:lumMod val="50000"/>
                  </a:schemeClr>
                </a:solidFill>
                <a:latin typeface="+mn-lt"/>
              </a:defRPr>
            </a:lvl1pPr>
          </a:lstStyle>
          <a:p>
            <a:fld id="{0DDAA181-6920-4685-A3F3-87DE4F7F90F5}" type="slidenum">
              <a:rPr lang="fr-FR" smtClean="0"/>
              <a:pPr/>
              <a:t>‹#›</a:t>
            </a:fld>
            <a:endParaRPr lang="fr-FR"/>
          </a:p>
        </p:txBody>
      </p:sp>
      <p:pic>
        <p:nvPicPr>
          <p:cNvPr id="7" name="Picture 4">
            <a:extLst>
              <a:ext uri="{FF2B5EF4-FFF2-40B4-BE49-F238E27FC236}">
                <a16:creationId xmlns:a16="http://schemas.microsoft.com/office/drawing/2014/main" id="{D69A0BD2-1788-4F4D-9D5E-621807ECBC03}"/>
              </a:ext>
            </a:extLst>
          </p:cNvPr>
          <p:cNvPicPr>
            <a:picLocks noChangeAspect="1"/>
          </p:cNvPicPr>
          <p:nvPr/>
        </p:nvPicPr>
        <p:blipFill>
          <a:blip r:embed="rId19"/>
          <a:stretch>
            <a:fillRect/>
          </a:stretch>
        </p:blipFill>
        <p:spPr>
          <a:xfrm>
            <a:off x="10244417" y="6345828"/>
            <a:ext cx="1714498" cy="375648"/>
          </a:xfrm>
          <a:prstGeom prst="rect">
            <a:avLst/>
          </a:prstGeom>
        </p:spPr>
      </p:pic>
      <p:sp>
        <p:nvSpPr>
          <p:cNvPr id="17" name="Rectangle 16">
            <a:extLst>
              <a:ext uri="{FF2B5EF4-FFF2-40B4-BE49-F238E27FC236}">
                <a16:creationId xmlns:a16="http://schemas.microsoft.com/office/drawing/2014/main" id="{5092E33B-16DE-493E-8B7A-ABBEAA7AA00A}"/>
              </a:ext>
            </a:extLst>
          </p:cNvPr>
          <p:cNvSpPr/>
          <p:nvPr/>
        </p:nvSpPr>
        <p:spPr>
          <a:xfrm>
            <a:off x="0" y="0"/>
            <a:ext cx="12192000" cy="774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p>
        </p:txBody>
      </p:sp>
      <p:sp>
        <p:nvSpPr>
          <p:cNvPr id="2" name="Title Placeholder 1">
            <a:extLst>
              <a:ext uri="{FF2B5EF4-FFF2-40B4-BE49-F238E27FC236}">
                <a16:creationId xmlns:a16="http://schemas.microsoft.com/office/drawing/2014/main" id="{60BAEAD1-A1DF-43ED-A333-E1A97416A37E}"/>
              </a:ext>
            </a:extLst>
          </p:cNvPr>
          <p:cNvSpPr>
            <a:spLocks noGrp="1"/>
          </p:cNvSpPr>
          <p:nvPr>
            <p:ph type="title"/>
          </p:nvPr>
        </p:nvSpPr>
        <p:spPr>
          <a:xfrm>
            <a:off x="516000" y="0"/>
            <a:ext cx="11160000" cy="756000"/>
          </a:xfrm>
          <a:prstGeom prst="rect">
            <a:avLst/>
          </a:prstGeom>
          <a:noFill/>
          <a:ln>
            <a:noFill/>
          </a:ln>
        </p:spPr>
        <p:txBody>
          <a:bodyPr vert="horz" lIns="0" tIns="72000" rIns="0" bIns="0" rtlCol="0" anchor="ctr">
            <a:normAutofit/>
          </a:bodyPr>
          <a:lstStyle/>
          <a:p>
            <a:r>
              <a:rPr lang="fr-FR" noProof="0"/>
              <a:t>Changer titre de la diapositive</a:t>
            </a:r>
          </a:p>
        </p:txBody>
      </p:sp>
    </p:spTree>
    <p:extLst>
      <p:ext uri="{BB962C8B-B14F-4D97-AF65-F5344CB8AC3E}">
        <p14:creationId xmlns:p14="http://schemas.microsoft.com/office/powerpoint/2010/main" val="569403124"/>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 id="2147483662" r:id="rId4"/>
    <p:sldLayoutId id="2147483651" r:id="rId5"/>
    <p:sldLayoutId id="2147483663" r:id="rId6"/>
    <p:sldLayoutId id="2147483650" r:id="rId7"/>
    <p:sldLayoutId id="2147483654" r:id="rId8"/>
    <p:sldLayoutId id="2147483652" r:id="rId9"/>
    <p:sldLayoutId id="2147483653" r:id="rId10"/>
    <p:sldLayoutId id="2147483655" r:id="rId11"/>
    <p:sldLayoutId id="2147483664" r:id="rId12"/>
  </p:sldLayoutIdLst>
  <p:hf hdr="0"/>
  <p:txStyles>
    <p:titleStyle>
      <a:lvl1pPr algn="l" defTabSz="914400" rtl="0" eaLnBrk="1" latinLnBrk="0" hangingPunct="1">
        <a:lnSpc>
          <a:spcPct val="80000"/>
        </a:lnSpc>
        <a:spcBef>
          <a:spcPct val="0"/>
        </a:spcBef>
        <a:buNone/>
        <a:defRPr sz="2800" b="1" kern="1200">
          <a:solidFill>
            <a:schemeClr val="bg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bg2">
              <a:lumMod val="1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bg2">
              <a:lumMod val="1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2">
              <a:lumMod val="1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2">
              <a:lumMod val="1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lumMod val="95000"/>
          </a:schemeClr>
        </a:solidFill>
        <a:effectLst/>
      </p:bgPr>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CB4014D5-5931-1D49-888A-F5254344328A}"/>
              </a:ext>
            </a:extLst>
          </p:cNvPr>
          <p:cNvGraphicFramePr>
            <a:graphicFrameLocks noChangeAspect="1"/>
          </p:cNvGraphicFramePr>
          <p:nvPr userDrawn="1">
            <p:custDataLst>
              <p:tags r:id="rId21"/>
            </p:custDataLst>
            <p:extLst>
              <p:ext uri="{D42A27DB-BD31-4B8C-83A1-F6EECF244321}">
                <p14:modId xmlns:p14="http://schemas.microsoft.com/office/powerpoint/2010/main" val="289540319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22" imgW="7772400" imgH="10058400" progId="TCLayout.ActiveDocument.1">
                  <p:embed/>
                </p:oleObj>
              </mc:Choice>
              <mc:Fallback>
                <p:oleObj name="think-cell Slide" r:id="rId22" imgW="7772400" imgH="10058400" progId="TCLayout.ActiveDocument.1">
                  <p:embed/>
                  <p:pic>
                    <p:nvPicPr>
                      <p:cNvPr id="2" name="Object 1" hidden="1">
                        <a:extLst>
                          <a:ext uri="{FF2B5EF4-FFF2-40B4-BE49-F238E27FC236}">
                            <a16:creationId xmlns:a16="http://schemas.microsoft.com/office/drawing/2014/main" id="{CB4014D5-5931-1D49-888A-F5254344328A}"/>
                          </a:ext>
                        </a:extLst>
                      </p:cNvPr>
                      <p:cNvPicPr/>
                      <p:nvPr/>
                    </p:nvPicPr>
                    <p:blipFill>
                      <a:blip r:embed="rId23"/>
                      <a:stretch>
                        <a:fillRect/>
                      </a:stretch>
                    </p:blipFill>
                    <p:spPr>
                      <a:xfrm>
                        <a:off x="1588" y="1588"/>
                        <a:ext cx="1227" cy="1588"/>
                      </a:xfrm>
                      <a:prstGeom prst="rect">
                        <a:avLst/>
                      </a:prstGeom>
                    </p:spPr>
                  </p:pic>
                </p:oleObj>
              </mc:Fallback>
            </mc:AlternateContent>
          </a:graphicData>
        </a:graphic>
      </p:graphicFrame>
      <p:sp>
        <p:nvSpPr>
          <p:cNvPr id="16" name="ZoneTexte 7">
            <a:extLst>
              <a:ext uri="{FF2B5EF4-FFF2-40B4-BE49-F238E27FC236}">
                <a16:creationId xmlns:a16="http://schemas.microsoft.com/office/drawing/2014/main" id="{90517A11-D876-4B42-85EB-6440A60FC80A}"/>
              </a:ext>
            </a:extLst>
          </p:cNvPr>
          <p:cNvSpPr txBox="1"/>
          <p:nvPr userDrawn="1"/>
        </p:nvSpPr>
        <p:spPr>
          <a:xfrm>
            <a:off x="592711" y="6395153"/>
            <a:ext cx="1806905" cy="276999"/>
          </a:xfrm>
          <a:prstGeom prst="rect">
            <a:avLst/>
          </a:prstGeom>
          <a:noFill/>
        </p:spPr>
        <p:txBody>
          <a:bodyPr wrap="none" rtlCol="0" anchor="ctr">
            <a:spAutoFit/>
          </a:bodyPr>
          <a:lstStyle/>
          <a:p>
            <a:r>
              <a:rPr lang="en-GB" sz="1200" b="0" noProof="0">
                <a:solidFill>
                  <a:schemeClr val="bg1">
                    <a:lumMod val="50000"/>
                  </a:schemeClr>
                </a:solidFill>
                <a:latin typeface="Calibri" panose="020F0502020204030204" pitchFamily="34" charset="0"/>
                <a:ea typeface="Roboto" panose="02000000000000000000" pitchFamily="2" charset="0"/>
                <a:cs typeface="Calibri" panose="020F0502020204030204" pitchFamily="34" charset="0"/>
              </a:rPr>
              <a:t>|</a:t>
            </a:r>
            <a:r>
              <a:rPr lang="en-GB" sz="1200" b="1" noProof="0">
                <a:solidFill>
                  <a:schemeClr val="bg1">
                    <a:lumMod val="50000"/>
                  </a:schemeClr>
                </a:solidFill>
                <a:latin typeface="Calibri" panose="020F0502020204030204" pitchFamily="34" charset="0"/>
                <a:ea typeface="Roboto" panose="02000000000000000000" pitchFamily="2" charset="0"/>
                <a:cs typeface="Calibri" panose="020F0502020204030204" pitchFamily="34" charset="0"/>
              </a:rPr>
              <a:t> </a:t>
            </a:r>
            <a:r>
              <a:rPr lang="en-GB" sz="1200" noProof="0">
                <a:solidFill>
                  <a:schemeClr val="bg1">
                    <a:lumMod val="50000"/>
                  </a:schemeClr>
                </a:solidFill>
                <a:latin typeface="Calibri" panose="020F0502020204030204" pitchFamily="34" charset="0"/>
                <a:ea typeface="Roboto" panose="02000000000000000000" pitchFamily="2" charset="0"/>
                <a:cs typeface="Calibri" panose="020F0502020204030204" pitchFamily="34" charset="0"/>
              </a:rPr>
              <a:t>Strictement confidentiel</a:t>
            </a:r>
          </a:p>
        </p:txBody>
      </p:sp>
      <p:sp>
        <p:nvSpPr>
          <p:cNvPr id="19" name="ZoneTexte 7">
            <a:extLst>
              <a:ext uri="{FF2B5EF4-FFF2-40B4-BE49-F238E27FC236}">
                <a16:creationId xmlns:a16="http://schemas.microsoft.com/office/drawing/2014/main" id="{9A2B92D7-C801-2745-A2F6-E1D3A52B4ABB}"/>
              </a:ext>
            </a:extLst>
          </p:cNvPr>
          <p:cNvSpPr txBox="1"/>
          <p:nvPr userDrawn="1"/>
        </p:nvSpPr>
        <p:spPr>
          <a:xfrm>
            <a:off x="233085" y="6395153"/>
            <a:ext cx="458780" cy="276999"/>
          </a:xfrm>
          <a:prstGeom prst="rect">
            <a:avLst/>
          </a:prstGeom>
          <a:noFill/>
        </p:spPr>
        <p:txBody>
          <a:bodyPr wrap="none" rtlCol="0" anchor="ctr">
            <a:spAutoFit/>
          </a:bodyPr>
          <a:lstStyle/>
          <a:p>
            <a:fld id="{E9B0AB11-93FE-46B5-A744-5A729A269390}" type="slidenum">
              <a:rPr lang="en-GB" sz="1200" smtClean="0">
                <a:solidFill>
                  <a:schemeClr val="bg1">
                    <a:lumMod val="50000"/>
                  </a:schemeClr>
                </a:solidFill>
                <a:latin typeface="Calibri" panose="020F0502020204030204" pitchFamily="34" charset="0"/>
                <a:cs typeface="Calibri" panose="020F0502020204030204" pitchFamily="34" charset="0"/>
              </a:rPr>
              <a:pPr/>
              <a:t>‹#›</a:t>
            </a:fld>
            <a:endParaRPr lang="en-GB" sz="1200" noProof="0">
              <a:solidFill>
                <a:schemeClr val="bg1">
                  <a:lumMod val="50000"/>
                </a:schemeClr>
              </a:solidFill>
              <a:latin typeface="Calibri" panose="020F0502020204030204" pitchFamily="34" charset="0"/>
              <a:ea typeface="Roboto" panose="02000000000000000000" pitchFamily="2" charset="0"/>
              <a:cs typeface="Calibri" panose="020F0502020204030204" pitchFamily="34" charset="0"/>
            </a:endParaRPr>
          </a:p>
        </p:txBody>
      </p:sp>
      <p:sp>
        <p:nvSpPr>
          <p:cNvPr id="18" name="ZoneTexte 7">
            <a:extLst>
              <a:ext uri="{FF2B5EF4-FFF2-40B4-BE49-F238E27FC236}">
                <a16:creationId xmlns:a16="http://schemas.microsoft.com/office/drawing/2014/main" id="{44F9DC56-4957-5748-85A9-2CF03BA27D69}"/>
              </a:ext>
            </a:extLst>
          </p:cNvPr>
          <p:cNvSpPr txBox="1">
            <a:spLocks/>
          </p:cNvSpPr>
          <p:nvPr userDrawn="1"/>
        </p:nvSpPr>
        <p:spPr>
          <a:xfrm>
            <a:off x="3878792" y="6432035"/>
            <a:ext cx="4434415" cy="276999"/>
          </a:xfrm>
          <a:prstGeom prst="rect">
            <a:avLst/>
          </a:prstGeom>
          <a:noFill/>
        </p:spPr>
        <p:txBody>
          <a:bodyPr wrap="square" rtlCol="0" anchor="ctr">
            <a:spAutoFit/>
          </a:bodyPr>
          <a:lstStyle/>
          <a:p>
            <a:pPr algn="ctr" rtl="0"/>
            <a:r>
              <a:rPr lang="fr-FR" sz="1200" noProof="0" err="1">
                <a:solidFill>
                  <a:prstClr val="black">
                    <a:tint val="75000"/>
                  </a:prstClr>
                </a:solidFill>
                <a:latin typeface="Calibri" panose="020F0502020204030204" pitchFamily="34" charset="0"/>
                <a:ea typeface="Roboto" panose="02000000000000000000" pitchFamily="2" charset="0"/>
                <a:cs typeface="Calibri" panose="020F0502020204030204" pitchFamily="34" charset="0"/>
              </a:rPr>
              <a:t>MLAdvisory</a:t>
            </a:r>
            <a:r>
              <a:rPr lang="fr-FR" sz="1200" noProof="0">
                <a:solidFill>
                  <a:prstClr val="black">
                    <a:tint val="75000"/>
                  </a:prstClr>
                </a:solidFill>
                <a:latin typeface="Calibri" panose="020F0502020204030204" pitchFamily="34" charset="0"/>
                <a:ea typeface="Roboto" panose="02000000000000000000" pitchFamily="2" charset="0"/>
                <a:cs typeface="Calibri" panose="020F0502020204030204" pitchFamily="34" charset="0"/>
              </a:rPr>
              <a:t> – Offre Transformation Risques et Finance</a:t>
            </a:r>
          </a:p>
        </p:txBody>
      </p:sp>
      <p:pic>
        <p:nvPicPr>
          <p:cNvPr id="3" name="Image 2" descr="Une image contenant texte&#10;&#10;Description générée automatiquement">
            <a:extLst>
              <a:ext uri="{FF2B5EF4-FFF2-40B4-BE49-F238E27FC236}">
                <a16:creationId xmlns:a16="http://schemas.microsoft.com/office/drawing/2014/main" id="{B891448E-AFE8-EF98-81E4-A062ED938355}"/>
              </a:ext>
            </a:extLst>
          </p:cNvPr>
          <p:cNvPicPr>
            <a:picLocks noChangeAspect="1"/>
          </p:cNvPicPr>
          <p:nvPr userDrawn="1"/>
        </p:nvPicPr>
        <p:blipFill>
          <a:blip r:embed="rId24"/>
          <a:stretch>
            <a:fillRect/>
          </a:stretch>
        </p:blipFill>
        <p:spPr>
          <a:xfrm>
            <a:off x="10257847" y="6297883"/>
            <a:ext cx="1806905" cy="494342"/>
          </a:xfrm>
          <a:prstGeom prst="rect">
            <a:avLst/>
          </a:prstGeom>
        </p:spPr>
      </p:pic>
    </p:spTree>
    <p:extLst>
      <p:ext uri="{BB962C8B-B14F-4D97-AF65-F5344CB8AC3E}">
        <p14:creationId xmlns:p14="http://schemas.microsoft.com/office/powerpoint/2010/main" val="4247273651"/>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 id="2147483681" r:id="rId14"/>
    <p:sldLayoutId id="2147483682" r:id="rId15"/>
    <p:sldLayoutId id="2147483683" r:id="rId16"/>
    <p:sldLayoutId id="2147483684" r:id="rId17"/>
    <p:sldLayoutId id="2147483685" r:id="rId18"/>
    <p:sldLayoutId id="2147483686"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8.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17.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8.xml"/><Relationship Id="rId1" Type="http://schemas.openxmlformats.org/officeDocument/2006/relationships/tags" Target="../tags/tag11.xml"/><Relationship Id="rId5" Type="http://schemas.openxmlformats.org/officeDocument/2006/relationships/image" Target="../media/image18.emf"/><Relationship Id="rId4" Type="http://schemas.openxmlformats.org/officeDocument/2006/relationships/oleObject" Target="../embeddings/oleObject10.bin"/></Relationships>
</file>

<file path=ppt/slides/_rels/slide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8" Type="http://schemas.openxmlformats.org/officeDocument/2006/relationships/hyperlink" Target="https://mlagroup.sharepoint.com/:p:/s/Risquesstructurels/ERsd6lVBr2ZJhwrZrAQDbVwBNrvNPflnHptXKyGGLCymmA?e=CO66eX" TargetMode="External"/><Relationship Id="rId3" Type="http://schemas.openxmlformats.org/officeDocument/2006/relationships/hyperlink" Target="https://mlagroup.sharepoint.com/:x:/s/Risquesstructurels/EReP9m7ChU5MkYZuaIv4EXkB-6vv-VccCsY9n_KYdmtvsA?e=ebJbgd" TargetMode="External"/><Relationship Id="rId7" Type="http://schemas.openxmlformats.org/officeDocument/2006/relationships/hyperlink" Target="https://mlagroup.sharepoint.com/:p:/s/Risquesstructurels/EcCS0zRGfb5Dl9lScOelXOcBNQtgluiwEQw_ndUbgplZBA?e=nVwg8a" TargetMode="External"/><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hyperlink" Target="https://mlagroup.sharepoint.com/:f:/s/MLAKnowledge/Eov16hfQbVFCihr7fsz1g5IBUBCQGaaTEpuiSUKMzkHJKQ?e=wbaRIK" TargetMode="External"/><Relationship Id="rId5" Type="http://schemas.openxmlformats.org/officeDocument/2006/relationships/hyperlink" Target="https://mlagroup.sharepoint.com/:x:/s/MLAKnowledge/EctI1ppzWoxHiBAviem_HYABtyO6n8o0EGf6ogDHIjvrQg?e=ouDZ3I" TargetMode="External"/><Relationship Id="rId4" Type="http://schemas.openxmlformats.org/officeDocument/2006/relationships/hyperlink" Target="https://mlagroup.sharepoint.com/:f:/s/Risquesstructurels/Eupm69zue3dMo5dkBy8GidcBXku2N8ZQiDSd00l_yXHYEg?e=pUyajL"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12.xml"/><Relationship Id="rId5" Type="http://schemas.openxmlformats.org/officeDocument/2006/relationships/image" Target="../media/image21.png"/><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9F1EA-7D72-D90A-9D9B-E5F4ADEAC025}"/>
              </a:ext>
            </a:extLst>
          </p:cNvPr>
          <p:cNvSpPr>
            <a:spLocks noGrp="1"/>
          </p:cNvSpPr>
          <p:nvPr>
            <p:ph type="ctrTitle"/>
          </p:nvPr>
        </p:nvSpPr>
        <p:spPr>
          <a:xfrm>
            <a:off x="447080" y="2608400"/>
            <a:ext cx="4558344" cy="1641200"/>
          </a:xfrm>
        </p:spPr>
        <p:txBody>
          <a:bodyPr/>
          <a:lstStyle/>
          <a:p>
            <a:pPr>
              <a:lnSpc>
                <a:spcPct val="90000"/>
              </a:lnSpc>
            </a:pPr>
            <a:r>
              <a:rPr lang="fr-FR"/>
              <a:t>Risques structurels</a:t>
            </a:r>
          </a:p>
        </p:txBody>
      </p:sp>
      <p:sp>
        <p:nvSpPr>
          <p:cNvPr id="3" name="Subtitle 2">
            <a:extLst>
              <a:ext uri="{FF2B5EF4-FFF2-40B4-BE49-F238E27FC236}">
                <a16:creationId xmlns:a16="http://schemas.microsoft.com/office/drawing/2014/main" id="{202D63AE-2CE1-EBEB-99A5-12983A675386}"/>
              </a:ext>
            </a:extLst>
          </p:cNvPr>
          <p:cNvSpPr>
            <a:spLocks noGrp="1"/>
          </p:cNvSpPr>
          <p:nvPr>
            <p:ph type="subTitle" idx="1"/>
          </p:nvPr>
        </p:nvSpPr>
        <p:spPr>
          <a:xfrm>
            <a:off x="5005422" y="2608400"/>
            <a:ext cx="6739497" cy="1641200"/>
          </a:xfrm>
        </p:spPr>
        <p:txBody>
          <a:bodyPr/>
          <a:lstStyle/>
          <a:p>
            <a:r>
              <a:rPr lang="fr-FR"/>
              <a:t>Réunion</a:t>
            </a:r>
            <a:br>
              <a:rPr lang="fr-FR"/>
            </a:br>
            <a:r>
              <a:rPr lang="fr-FR"/>
              <a:t>de pôle</a:t>
            </a:r>
          </a:p>
        </p:txBody>
      </p:sp>
      <p:sp>
        <p:nvSpPr>
          <p:cNvPr id="4" name="Text Placeholder 3">
            <a:extLst>
              <a:ext uri="{FF2B5EF4-FFF2-40B4-BE49-F238E27FC236}">
                <a16:creationId xmlns:a16="http://schemas.microsoft.com/office/drawing/2014/main" id="{C0CBD091-D4B5-A773-4E89-4AD2241BC9BE}"/>
              </a:ext>
            </a:extLst>
          </p:cNvPr>
          <p:cNvSpPr>
            <a:spLocks noGrp="1"/>
          </p:cNvSpPr>
          <p:nvPr>
            <p:ph type="body" sz="quarter" idx="10"/>
          </p:nvPr>
        </p:nvSpPr>
        <p:spPr/>
        <p:txBody>
          <a:bodyPr/>
          <a:lstStyle/>
          <a:p>
            <a:r>
              <a:rPr lang="fr-FR" dirty="0"/>
              <a:t>04/12/2025</a:t>
            </a:r>
          </a:p>
        </p:txBody>
      </p:sp>
    </p:spTree>
    <p:extLst>
      <p:ext uri="{BB962C8B-B14F-4D97-AF65-F5344CB8AC3E}">
        <p14:creationId xmlns:p14="http://schemas.microsoft.com/office/powerpoint/2010/main" val="13525610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04781-F2EE-C78C-BF6B-5FA9A481537E}"/>
              </a:ext>
            </a:extLst>
          </p:cNvPr>
          <p:cNvSpPr>
            <a:spLocks noGrp="1"/>
          </p:cNvSpPr>
          <p:nvPr>
            <p:ph type="title"/>
          </p:nvPr>
        </p:nvSpPr>
        <p:spPr/>
        <p:txBody>
          <a:bodyPr/>
          <a:lstStyle/>
          <a:p>
            <a:r>
              <a:rPr lang="fr-FR"/>
              <a:t>SOMMAIRE</a:t>
            </a:r>
          </a:p>
        </p:txBody>
      </p:sp>
      <p:sp>
        <p:nvSpPr>
          <p:cNvPr id="3" name="Footer Placeholder 2">
            <a:extLst>
              <a:ext uri="{FF2B5EF4-FFF2-40B4-BE49-F238E27FC236}">
                <a16:creationId xmlns:a16="http://schemas.microsoft.com/office/drawing/2014/main" id="{5ED61819-982B-0E2E-5DA7-AE2450F762FD}"/>
              </a:ext>
            </a:extLst>
          </p:cNvPr>
          <p:cNvSpPr>
            <a:spLocks noGrp="1"/>
          </p:cNvSpPr>
          <p:nvPr>
            <p:ph type="ftr" sz="quarter" idx="11"/>
          </p:nvPr>
        </p:nvSpPr>
        <p:spPr>
          <a:xfrm>
            <a:off x="5015010" y="6404967"/>
            <a:ext cx="3141758" cy="257369"/>
          </a:xfrm>
        </p:spPr>
        <p:txBody>
          <a:bodyPr/>
          <a:lstStyle/>
          <a:p>
            <a:r>
              <a:rPr lang="fr-FR"/>
              <a:t>Comité Opérationnel de Pôle – Risques Structurels</a:t>
            </a:r>
          </a:p>
        </p:txBody>
      </p:sp>
      <p:sp>
        <p:nvSpPr>
          <p:cNvPr id="4" name="Text Placeholder 3">
            <a:extLst>
              <a:ext uri="{FF2B5EF4-FFF2-40B4-BE49-F238E27FC236}">
                <a16:creationId xmlns:a16="http://schemas.microsoft.com/office/drawing/2014/main" id="{CD4900D8-DCF4-437D-C807-A511036DE529}"/>
              </a:ext>
            </a:extLst>
          </p:cNvPr>
          <p:cNvSpPr>
            <a:spLocks noGrp="1"/>
          </p:cNvSpPr>
          <p:nvPr>
            <p:ph type="body" sz="quarter" idx="12"/>
          </p:nvPr>
        </p:nvSpPr>
        <p:spPr/>
        <p:txBody>
          <a:bodyPr/>
          <a:lstStyle/>
          <a:p>
            <a:r>
              <a:rPr lang="fr-FR"/>
              <a:t>Les missions en cours </a:t>
            </a:r>
          </a:p>
        </p:txBody>
      </p:sp>
      <p:sp>
        <p:nvSpPr>
          <p:cNvPr id="5" name="Text Placeholder 4">
            <a:extLst>
              <a:ext uri="{FF2B5EF4-FFF2-40B4-BE49-F238E27FC236}">
                <a16:creationId xmlns:a16="http://schemas.microsoft.com/office/drawing/2014/main" id="{51364305-6D7D-F69F-8E5A-E75939616950}"/>
              </a:ext>
            </a:extLst>
          </p:cNvPr>
          <p:cNvSpPr>
            <a:spLocks noGrp="1"/>
          </p:cNvSpPr>
          <p:nvPr>
            <p:ph type="body" sz="quarter" idx="13"/>
          </p:nvPr>
        </p:nvSpPr>
        <p:spPr/>
        <p:txBody>
          <a:bodyPr/>
          <a:lstStyle/>
          <a:p>
            <a:r>
              <a:rPr lang="fr-FR">
                <a:latin typeface="Calibri"/>
                <a:cs typeface="Calibri"/>
              </a:rPr>
              <a:t>Page 3</a:t>
            </a:r>
            <a:endParaRPr lang="fr-FR"/>
          </a:p>
        </p:txBody>
      </p:sp>
      <p:sp>
        <p:nvSpPr>
          <p:cNvPr id="6" name="Text Placeholder 5">
            <a:extLst>
              <a:ext uri="{FF2B5EF4-FFF2-40B4-BE49-F238E27FC236}">
                <a16:creationId xmlns:a16="http://schemas.microsoft.com/office/drawing/2014/main" id="{060ED8A9-F37C-9DE9-E311-2E372D5F2ABE}"/>
              </a:ext>
            </a:extLst>
          </p:cNvPr>
          <p:cNvSpPr>
            <a:spLocks noGrp="1"/>
          </p:cNvSpPr>
          <p:nvPr>
            <p:ph type="body" sz="quarter" idx="14"/>
          </p:nvPr>
        </p:nvSpPr>
        <p:spPr/>
        <p:txBody>
          <a:bodyPr/>
          <a:lstStyle/>
          <a:p>
            <a:r>
              <a:rPr lang="fr-FR"/>
              <a:t>Les offres en cours</a:t>
            </a:r>
          </a:p>
        </p:txBody>
      </p:sp>
      <p:sp>
        <p:nvSpPr>
          <p:cNvPr id="7" name="Text Placeholder 6">
            <a:extLst>
              <a:ext uri="{FF2B5EF4-FFF2-40B4-BE49-F238E27FC236}">
                <a16:creationId xmlns:a16="http://schemas.microsoft.com/office/drawing/2014/main" id="{08853D27-6AB0-9A2C-CF2F-AD3021C0100E}"/>
              </a:ext>
            </a:extLst>
          </p:cNvPr>
          <p:cNvSpPr>
            <a:spLocks noGrp="1"/>
          </p:cNvSpPr>
          <p:nvPr>
            <p:ph type="body" sz="quarter" idx="15"/>
          </p:nvPr>
        </p:nvSpPr>
        <p:spPr/>
        <p:txBody>
          <a:bodyPr/>
          <a:lstStyle/>
          <a:p>
            <a:r>
              <a:rPr lang="fr-FR"/>
              <a:t>L’organisation du Pôle</a:t>
            </a:r>
          </a:p>
        </p:txBody>
      </p:sp>
      <p:sp>
        <p:nvSpPr>
          <p:cNvPr id="9" name="Text Placeholder 8">
            <a:extLst>
              <a:ext uri="{FF2B5EF4-FFF2-40B4-BE49-F238E27FC236}">
                <a16:creationId xmlns:a16="http://schemas.microsoft.com/office/drawing/2014/main" id="{226BC5C6-EF3B-855A-FECF-978D14B3A3B8}"/>
              </a:ext>
            </a:extLst>
          </p:cNvPr>
          <p:cNvSpPr>
            <a:spLocks noGrp="1"/>
          </p:cNvSpPr>
          <p:nvPr>
            <p:ph type="body" sz="quarter" idx="18"/>
          </p:nvPr>
        </p:nvSpPr>
        <p:spPr/>
        <p:txBody>
          <a:bodyPr/>
          <a:lstStyle/>
          <a:p>
            <a:r>
              <a:rPr lang="fr-FR">
                <a:latin typeface="Calibri"/>
                <a:cs typeface="Calibri"/>
              </a:rPr>
              <a:t>Page 5</a:t>
            </a:r>
            <a:endParaRPr lang="fr-FR"/>
          </a:p>
        </p:txBody>
      </p:sp>
      <p:sp>
        <p:nvSpPr>
          <p:cNvPr id="10" name="Text Placeholder 9">
            <a:extLst>
              <a:ext uri="{FF2B5EF4-FFF2-40B4-BE49-F238E27FC236}">
                <a16:creationId xmlns:a16="http://schemas.microsoft.com/office/drawing/2014/main" id="{E4188E44-863D-F0D4-8412-064ABB64FF63}"/>
              </a:ext>
            </a:extLst>
          </p:cNvPr>
          <p:cNvSpPr>
            <a:spLocks noGrp="1"/>
          </p:cNvSpPr>
          <p:nvPr>
            <p:ph type="body" sz="quarter" idx="19"/>
          </p:nvPr>
        </p:nvSpPr>
        <p:spPr/>
        <p:txBody>
          <a:bodyPr/>
          <a:lstStyle/>
          <a:p>
            <a:r>
              <a:rPr lang="fr-FR">
                <a:latin typeface="Calibri"/>
                <a:cs typeface="Calibri"/>
              </a:rPr>
              <a:t>Page 8</a:t>
            </a:r>
            <a:endParaRPr lang="fr-FR"/>
          </a:p>
        </p:txBody>
      </p:sp>
      <p:sp>
        <p:nvSpPr>
          <p:cNvPr id="12" name="Text Placeholder 11">
            <a:extLst>
              <a:ext uri="{FF2B5EF4-FFF2-40B4-BE49-F238E27FC236}">
                <a16:creationId xmlns:a16="http://schemas.microsoft.com/office/drawing/2014/main" id="{FEB1E090-4E14-EBC5-9BF9-474114975D23}"/>
              </a:ext>
            </a:extLst>
          </p:cNvPr>
          <p:cNvSpPr>
            <a:spLocks noGrp="1"/>
          </p:cNvSpPr>
          <p:nvPr>
            <p:ph type="body" sz="quarter" idx="23"/>
          </p:nvPr>
        </p:nvSpPr>
        <p:spPr/>
        <p:txBody>
          <a:bodyPr/>
          <a:lstStyle/>
          <a:p>
            <a:r>
              <a:rPr lang="fr-FR"/>
              <a:t>1</a:t>
            </a:r>
          </a:p>
        </p:txBody>
      </p:sp>
      <p:sp>
        <p:nvSpPr>
          <p:cNvPr id="13" name="Text Placeholder 12">
            <a:extLst>
              <a:ext uri="{FF2B5EF4-FFF2-40B4-BE49-F238E27FC236}">
                <a16:creationId xmlns:a16="http://schemas.microsoft.com/office/drawing/2014/main" id="{AD83546A-ED47-2F73-3500-CE5AC5F0739F}"/>
              </a:ext>
            </a:extLst>
          </p:cNvPr>
          <p:cNvSpPr>
            <a:spLocks noGrp="1"/>
          </p:cNvSpPr>
          <p:nvPr>
            <p:ph type="body" sz="quarter" idx="24"/>
          </p:nvPr>
        </p:nvSpPr>
        <p:spPr/>
        <p:txBody>
          <a:bodyPr/>
          <a:lstStyle/>
          <a:p>
            <a:r>
              <a:rPr lang="fr-FR"/>
              <a:t>2</a:t>
            </a:r>
          </a:p>
        </p:txBody>
      </p:sp>
      <p:sp>
        <p:nvSpPr>
          <p:cNvPr id="14" name="Text Placeholder 13">
            <a:extLst>
              <a:ext uri="{FF2B5EF4-FFF2-40B4-BE49-F238E27FC236}">
                <a16:creationId xmlns:a16="http://schemas.microsoft.com/office/drawing/2014/main" id="{E669978A-2287-1B5E-453A-D3312FFCB753}"/>
              </a:ext>
            </a:extLst>
          </p:cNvPr>
          <p:cNvSpPr>
            <a:spLocks noGrp="1"/>
          </p:cNvSpPr>
          <p:nvPr>
            <p:ph type="body" sz="quarter" idx="25"/>
          </p:nvPr>
        </p:nvSpPr>
        <p:spPr/>
        <p:txBody>
          <a:bodyPr/>
          <a:lstStyle/>
          <a:p>
            <a:r>
              <a:rPr lang="fr-FR"/>
              <a:t>3</a:t>
            </a:r>
          </a:p>
        </p:txBody>
      </p:sp>
      <p:sp>
        <p:nvSpPr>
          <p:cNvPr id="17" name="Espace réservé du texte 16">
            <a:extLst>
              <a:ext uri="{FF2B5EF4-FFF2-40B4-BE49-F238E27FC236}">
                <a16:creationId xmlns:a16="http://schemas.microsoft.com/office/drawing/2014/main" id="{4886FB0A-9B00-911E-2751-C8897A1A06F2}"/>
              </a:ext>
            </a:extLst>
          </p:cNvPr>
          <p:cNvSpPr>
            <a:spLocks noGrp="1"/>
          </p:cNvSpPr>
          <p:nvPr>
            <p:ph type="body" sz="quarter" idx="16"/>
          </p:nvPr>
        </p:nvSpPr>
        <p:spPr/>
        <p:txBody>
          <a:bodyPr/>
          <a:lstStyle/>
          <a:p>
            <a:r>
              <a:rPr lang="fr-FR"/>
              <a:t> </a:t>
            </a:r>
          </a:p>
        </p:txBody>
      </p:sp>
    </p:spTree>
    <p:extLst>
      <p:ext uri="{BB962C8B-B14F-4D97-AF65-F5344CB8AC3E}">
        <p14:creationId xmlns:p14="http://schemas.microsoft.com/office/powerpoint/2010/main" val="6385958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080C7-F6F2-2CFC-050B-D32E61D996F6}"/>
              </a:ext>
            </a:extLst>
          </p:cNvPr>
          <p:cNvSpPr>
            <a:spLocks noGrp="1"/>
          </p:cNvSpPr>
          <p:nvPr>
            <p:ph type="title"/>
          </p:nvPr>
        </p:nvSpPr>
        <p:spPr>
          <a:xfrm>
            <a:off x="2530150" y="3851272"/>
            <a:ext cx="8823650" cy="577457"/>
          </a:xfrm>
        </p:spPr>
        <p:txBody>
          <a:bodyPr/>
          <a:lstStyle/>
          <a:p>
            <a:r>
              <a:rPr lang="fr-FR"/>
              <a:t>Les missions en cours</a:t>
            </a:r>
          </a:p>
        </p:txBody>
      </p:sp>
      <p:sp>
        <p:nvSpPr>
          <p:cNvPr id="5" name="Text Placeholder 4">
            <a:extLst>
              <a:ext uri="{FF2B5EF4-FFF2-40B4-BE49-F238E27FC236}">
                <a16:creationId xmlns:a16="http://schemas.microsoft.com/office/drawing/2014/main" id="{2B740C79-9EBA-9ED5-4DF3-C2809C6C9052}"/>
              </a:ext>
            </a:extLst>
          </p:cNvPr>
          <p:cNvSpPr>
            <a:spLocks noGrp="1"/>
          </p:cNvSpPr>
          <p:nvPr>
            <p:ph type="body" sz="quarter" idx="23"/>
          </p:nvPr>
        </p:nvSpPr>
        <p:spPr/>
        <p:txBody>
          <a:bodyPr/>
          <a:lstStyle/>
          <a:p>
            <a:r>
              <a:rPr lang="fr-FR"/>
              <a:t>1</a:t>
            </a:r>
          </a:p>
        </p:txBody>
      </p:sp>
      <p:sp>
        <p:nvSpPr>
          <p:cNvPr id="6" name="Footer Placeholder 2">
            <a:extLst>
              <a:ext uri="{FF2B5EF4-FFF2-40B4-BE49-F238E27FC236}">
                <a16:creationId xmlns:a16="http://schemas.microsoft.com/office/drawing/2014/main" id="{5621BFF3-798C-4AAF-CC14-8BDEA13CFB2B}"/>
              </a:ext>
            </a:extLst>
          </p:cNvPr>
          <p:cNvSpPr>
            <a:spLocks noGrp="1"/>
          </p:cNvSpPr>
          <p:nvPr>
            <p:ph type="ftr" sz="quarter" idx="11"/>
          </p:nvPr>
        </p:nvSpPr>
        <p:spPr>
          <a:xfrm>
            <a:off x="236088" y="6404967"/>
            <a:ext cx="3141758" cy="257369"/>
          </a:xfrm>
        </p:spPr>
        <p:txBody>
          <a:bodyPr/>
          <a:lstStyle/>
          <a:p>
            <a:r>
              <a:rPr lang="fr-FR"/>
              <a:t>Comité Opérationnel de Pôle – Risques Structurels</a:t>
            </a:r>
          </a:p>
        </p:txBody>
      </p:sp>
      <p:sp>
        <p:nvSpPr>
          <p:cNvPr id="3" name="Text Placeholder 3">
            <a:extLst>
              <a:ext uri="{FF2B5EF4-FFF2-40B4-BE49-F238E27FC236}">
                <a16:creationId xmlns:a16="http://schemas.microsoft.com/office/drawing/2014/main" id="{158809E6-B7FB-9774-F29A-D87B6658259E}"/>
              </a:ext>
            </a:extLst>
          </p:cNvPr>
          <p:cNvSpPr>
            <a:spLocks noGrp="1"/>
          </p:cNvSpPr>
          <p:nvPr>
            <p:ph type="body" idx="1"/>
          </p:nvPr>
        </p:nvSpPr>
        <p:spPr>
          <a:xfrm>
            <a:off x="2530150" y="4443577"/>
            <a:ext cx="8823650" cy="514738"/>
          </a:xfrm>
        </p:spPr>
        <p:txBody>
          <a:bodyPr/>
          <a:lstStyle/>
          <a:p>
            <a:r>
              <a:rPr lang="fr-FR"/>
              <a:t>Missions risques structurels</a:t>
            </a:r>
          </a:p>
        </p:txBody>
      </p:sp>
    </p:spTree>
    <p:extLst>
      <p:ext uri="{BB962C8B-B14F-4D97-AF65-F5344CB8AC3E}">
        <p14:creationId xmlns:p14="http://schemas.microsoft.com/office/powerpoint/2010/main" val="1671218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62815-1C13-BDE8-AB19-E0FCBE8BF25C}"/>
              </a:ext>
            </a:extLst>
          </p:cNvPr>
          <p:cNvSpPr>
            <a:spLocks noGrp="1"/>
          </p:cNvSpPr>
          <p:nvPr>
            <p:ph type="title"/>
          </p:nvPr>
        </p:nvSpPr>
        <p:spPr/>
        <p:txBody>
          <a:bodyPr/>
          <a:lstStyle/>
          <a:p>
            <a:r>
              <a:rPr lang="fr-FR"/>
              <a:t>Les missions Risques structurels en cours</a:t>
            </a:r>
          </a:p>
        </p:txBody>
      </p:sp>
      <p:grpSp>
        <p:nvGrpSpPr>
          <p:cNvPr id="6" name="Group 5">
            <a:extLst>
              <a:ext uri="{FF2B5EF4-FFF2-40B4-BE49-F238E27FC236}">
                <a16:creationId xmlns:a16="http://schemas.microsoft.com/office/drawing/2014/main" id="{896323AF-EA0B-BF61-7C54-2323B5B787E9}"/>
              </a:ext>
            </a:extLst>
          </p:cNvPr>
          <p:cNvGrpSpPr/>
          <p:nvPr/>
        </p:nvGrpSpPr>
        <p:grpSpPr>
          <a:xfrm>
            <a:off x="2311185" y="958131"/>
            <a:ext cx="1823341" cy="3656732"/>
            <a:chOff x="516000" y="1558212"/>
            <a:chExt cx="1823341" cy="3872204"/>
          </a:xfrm>
        </p:grpSpPr>
        <p:sp>
          <p:nvSpPr>
            <p:cNvPr id="3" name="Rectangle: Rounded Corners 2">
              <a:extLst>
                <a:ext uri="{FF2B5EF4-FFF2-40B4-BE49-F238E27FC236}">
                  <a16:creationId xmlns:a16="http://schemas.microsoft.com/office/drawing/2014/main" id="{F76D18EF-0403-9833-8266-0DDCE73C7740}"/>
                </a:ext>
              </a:extLst>
            </p:cNvPr>
            <p:cNvSpPr/>
            <p:nvPr/>
          </p:nvSpPr>
          <p:spPr>
            <a:xfrm>
              <a:off x="516001" y="1558212"/>
              <a:ext cx="1823340" cy="3872204"/>
            </a:xfrm>
            <a:prstGeom prst="roundRect">
              <a:avLst>
                <a:gd name="adj" fmla="val 4259"/>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 name="Picture 6" descr="Crédit Logement — Wikipédia">
              <a:extLst>
                <a:ext uri="{FF2B5EF4-FFF2-40B4-BE49-F238E27FC236}">
                  <a16:creationId xmlns:a16="http://schemas.microsoft.com/office/drawing/2014/main" id="{11C72A21-8B4B-847A-A3FD-90CB779E5B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8768" y="1695372"/>
              <a:ext cx="1197806" cy="82211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3B98B6A-6BFE-184B-FDF9-C9EDCD3F0063}"/>
                </a:ext>
              </a:extLst>
            </p:cNvPr>
            <p:cNvSpPr txBox="1"/>
            <p:nvPr/>
          </p:nvSpPr>
          <p:spPr>
            <a:xfrm>
              <a:off x="516000" y="2593910"/>
              <a:ext cx="1823340" cy="523220"/>
            </a:xfrm>
            <a:prstGeom prst="rect">
              <a:avLst/>
            </a:prstGeom>
            <a:noFill/>
          </p:spPr>
          <p:txBody>
            <a:bodyPr wrap="square" rtlCol="0">
              <a:spAutoFit/>
            </a:bodyPr>
            <a:lstStyle/>
            <a:p>
              <a:pPr algn="ctr"/>
              <a:r>
                <a:rPr lang="fr-FR" sz="1400" b="1">
                  <a:solidFill>
                    <a:schemeClr val="tx1"/>
                  </a:solidFill>
                </a:rPr>
                <a:t>Accompagnement IRRBB</a:t>
              </a:r>
            </a:p>
          </p:txBody>
        </p:sp>
        <p:cxnSp>
          <p:nvCxnSpPr>
            <p:cNvPr id="7" name="Straight Connector 6">
              <a:extLst>
                <a:ext uri="{FF2B5EF4-FFF2-40B4-BE49-F238E27FC236}">
                  <a16:creationId xmlns:a16="http://schemas.microsoft.com/office/drawing/2014/main" id="{FBAB9440-5955-2FB0-1A99-D48A361AD361}"/>
                </a:ext>
              </a:extLst>
            </p:cNvPr>
            <p:cNvCxnSpPr/>
            <p:nvPr/>
          </p:nvCxnSpPr>
          <p:spPr>
            <a:xfrm>
              <a:off x="1000392" y="3321699"/>
              <a:ext cx="854558"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688C151C-F86F-1239-2CC9-FD72044D1A5C}"/>
                </a:ext>
              </a:extLst>
            </p:cNvPr>
            <p:cNvSpPr txBox="1"/>
            <p:nvPr/>
          </p:nvSpPr>
          <p:spPr>
            <a:xfrm>
              <a:off x="616964" y="3392351"/>
              <a:ext cx="1621411" cy="1015663"/>
            </a:xfrm>
            <a:prstGeom prst="rect">
              <a:avLst/>
            </a:prstGeom>
            <a:noFill/>
          </p:spPr>
          <p:txBody>
            <a:bodyPr wrap="square" rtlCol="0">
              <a:spAutoFit/>
            </a:bodyPr>
            <a:lstStyle/>
            <a:p>
              <a:pPr algn="ctr"/>
              <a:r>
                <a:rPr lang="fr-FR" sz="1200">
                  <a:solidFill>
                    <a:schemeClr val="tx1"/>
                  </a:solidFill>
                </a:rPr>
                <a:t>Construction d’un outil pour le reporting IRRBB</a:t>
              </a:r>
            </a:p>
            <a:p>
              <a:pPr algn="ctr"/>
              <a:r>
                <a:rPr lang="fr-FR" sz="1200"/>
                <a:t>+ IRRBB et travaux rentabilité/PNB</a:t>
              </a:r>
              <a:endParaRPr lang="fr-FR" sz="1200">
                <a:solidFill>
                  <a:schemeClr val="tx1"/>
                </a:solidFill>
              </a:endParaRPr>
            </a:p>
          </p:txBody>
        </p:sp>
        <p:cxnSp>
          <p:nvCxnSpPr>
            <p:cNvPr id="9" name="Straight Connector 8">
              <a:extLst>
                <a:ext uri="{FF2B5EF4-FFF2-40B4-BE49-F238E27FC236}">
                  <a16:creationId xmlns:a16="http://schemas.microsoft.com/office/drawing/2014/main" id="{4DB85D50-BEE0-2C90-340F-B1DDB7FBA6BF}"/>
                </a:ext>
              </a:extLst>
            </p:cNvPr>
            <p:cNvCxnSpPr/>
            <p:nvPr/>
          </p:nvCxnSpPr>
          <p:spPr>
            <a:xfrm>
              <a:off x="1000392" y="4511755"/>
              <a:ext cx="854558"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20C7AB45-4044-8CE3-CAED-6E001A2881E9}"/>
                </a:ext>
              </a:extLst>
            </p:cNvPr>
            <p:cNvSpPr txBox="1"/>
            <p:nvPr/>
          </p:nvSpPr>
          <p:spPr>
            <a:xfrm>
              <a:off x="1110149" y="4584331"/>
              <a:ext cx="635042" cy="307777"/>
            </a:xfrm>
            <a:prstGeom prst="rect">
              <a:avLst/>
            </a:prstGeom>
            <a:noFill/>
          </p:spPr>
          <p:txBody>
            <a:bodyPr wrap="square" rtlCol="0">
              <a:spAutoFit/>
            </a:bodyPr>
            <a:lstStyle/>
            <a:p>
              <a:pPr algn="ctr"/>
              <a:r>
                <a:rPr lang="fr-FR" sz="1400" b="1">
                  <a:solidFill>
                    <a:schemeClr val="tx1"/>
                  </a:solidFill>
                </a:rPr>
                <a:t>Statut</a:t>
              </a:r>
            </a:p>
          </p:txBody>
        </p:sp>
        <p:sp>
          <p:nvSpPr>
            <p:cNvPr id="11" name="Rectangle 10">
              <a:extLst>
                <a:ext uri="{FF2B5EF4-FFF2-40B4-BE49-F238E27FC236}">
                  <a16:creationId xmlns:a16="http://schemas.microsoft.com/office/drawing/2014/main" id="{057AEE04-B0B9-D45B-E44C-6FFBCE332398}"/>
                </a:ext>
              </a:extLst>
            </p:cNvPr>
            <p:cNvSpPr/>
            <p:nvPr/>
          </p:nvSpPr>
          <p:spPr>
            <a:xfrm>
              <a:off x="828768" y="4931090"/>
              <a:ext cx="1197806" cy="241818"/>
            </a:xfrm>
            <a:prstGeom prst="rect">
              <a:avLst/>
            </a:prstGeom>
            <a:solidFill>
              <a:schemeClr val="tx1">
                <a:lumMod val="20000"/>
                <a:lumOff val="80000"/>
              </a:schemeClr>
            </a:solidFill>
            <a:ln>
              <a:solidFill>
                <a:srgbClr val="1A616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dirty="0" err="1">
                  <a:solidFill>
                    <a:schemeClr val="tx1"/>
                  </a:solidFill>
                </a:rPr>
                <a:t>Terminé</a:t>
              </a:r>
              <a:endParaRPr lang="fr-FR" b="1" dirty="0">
                <a:solidFill>
                  <a:schemeClr val="tx1"/>
                </a:solidFill>
              </a:endParaRPr>
            </a:p>
          </p:txBody>
        </p:sp>
      </p:grpSp>
      <p:grpSp>
        <p:nvGrpSpPr>
          <p:cNvPr id="84" name="Group 83">
            <a:extLst>
              <a:ext uri="{FF2B5EF4-FFF2-40B4-BE49-F238E27FC236}">
                <a16:creationId xmlns:a16="http://schemas.microsoft.com/office/drawing/2014/main" id="{D6700135-3AC0-168F-16F6-DD5433616AF7}"/>
              </a:ext>
            </a:extLst>
          </p:cNvPr>
          <p:cNvGrpSpPr/>
          <p:nvPr/>
        </p:nvGrpSpPr>
        <p:grpSpPr>
          <a:xfrm>
            <a:off x="4261810" y="958131"/>
            <a:ext cx="1823341" cy="3656732"/>
            <a:chOff x="2850165" y="1558212"/>
            <a:chExt cx="1823341" cy="3872204"/>
          </a:xfrm>
        </p:grpSpPr>
        <p:grpSp>
          <p:nvGrpSpPr>
            <p:cNvPr id="15" name="Group 14">
              <a:extLst>
                <a:ext uri="{FF2B5EF4-FFF2-40B4-BE49-F238E27FC236}">
                  <a16:creationId xmlns:a16="http://schemas.microsoft.com/office/drawing/2014/main" id="{5346CDEE-8A2F-C2A9-82CD-132EF3D581F2}"/>
                </a:ext>
              </a:extLst>
            </p:cNvPr>
            <p:cNvGrpSpPr/>
            <p:nvPr/>
          </p:nvGrpSpPr>
          <p:grpSpPr>
            <a:xfrm>
              <a:off x="2850165" y="1558212"/>
              <a:ext cx="1823341" cy="3872204"/>
              <a:chOff x="2383332" y="1558212"/>
              <a:chExt cx="1823341" cy="3872204"/>
            </a:xfrm>
          </p:grpSpPr>
          <p:sp>
            <p:nvSpPr>
              <p:cNvPr id="14" name="Rectangle: Rounded Corners 13">
                <a:extLst>
                  <a:ext uri="{FF2B5EF4-FFF2-40B4-BE49-F238E27FC236}">
                    <a16:creationId xmlns:a16="http://schemas.microsoft.com/office/drawing/2014/main" id="{8227CABC-ADB3-500A-3DD7-52BD53B43A66}"/>
                  </a:ext>
                </a:extLst>
              </p:cNvPr>
              <p:cNvSpPr/>
              <p:nvPr/>
            </p:nvSpPr>
            <p:spPr>
              <a:xfrm>
                <a:off x="2383333" y="1558212"/>
                <a:ext cx="1823340" cy="3872204"/>
              </a:xfrm>
              <a:prstGeom prst="roundRect">
                <a:avLst>
                  <a:gd name="adj" fmla="val 4259"/>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 name="TextBox 36">
                <a:extLst>
                  <a:ext uri="{FF2B5EF4-FFF2-40B4-BE49-F238E27FC236}">
                    <a16:creationId xmlns:a16="http://schemas.microsoft.com/office/drawing/2014/main" id="{486BA8D0-1AA1-3A04-AB69-7077C09BBC47}"/>
                  </a:ext>
                </a:extLst>
              </p:cNvPr>
              <p:cNvSpPr txBox="1"/>
              <p:nvPr/>
            </p:nvSpPr>
            <p:spPr>
              <a:xfrm>
                <a:off x="2383332" y="2593910"/>
                <a:ext cx="1823340" cy="523220"/>
              </a:xfrm>
              <a:prstGeom prst="rect">
                <a:avLst/>
              </a:prstGeom>
              <a:noFill/>
            </p:spPr>
            <p:txBody>
              <a:bodyPr wrap="square" rtlCol="0">
                <a:spAutoFit/>
              </a:bodyPr>
              <a:lstStyle/>
              <a:p>
                <a:pPr algn="ctr"/>
                <a:r>
                  <a:rPr lang="fr-FR" sz="1400" b="1">
                    <a:solidFill>
                      <a:schemeClr val="tx1"/>
                    </a:solidFill>
                  </a:rPr>
                  <a:t>Accompagnement IRRBB</a:t>
                </a:r>
              </a:p>
            </p:txBody>
          </p:sp>
          <p:cxnSp>
            <p:nvCxnSpPr>
              <p:cNvPr id="38" name="Straight Connector 37">
                <a:extLst>
                  <a:ext uri="{FF2B5EF4-FFF2-40B4-BE49-F238E27FC236}">
                    <a16:creationId xmlns:a16="http://schemas.microsoft.com/office/drawing/2014/main" id="{8930277E-7808-86B0-7D30-BFD6E48ADD5B}"/>
                  </a:ext>
                </a:extLst>
              </p:cNvPr>
              <p:cNvCxnSpPr/>
              <p:nvPr/>
            </p:nvCxnSpPr>
            <p:spPr>
              <a:xfrm>
                <a:off x="2867724" y="3321699"/>
                <a:ext cx="854558"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5C176688-FE42-5F98-E0C5-0F688164FEE8}"/>
                  </a:ext>
                </a:extLst>
              </p:cNvPr>
              <p:cNvSpPr txBox="1"/>
              <p:nvPr/>
            </p:nvSpPr>
            <p:spPr>
              <a:xfrm>
                <a:off x="2470647" y="3536301"/>
                <a:ext cx="1621411" cy="646331"/>
              </a:xfrm>
              <a:prstGeom prst="rect">
                <a:avLst/>
              </a:prstGeom>
              <a:noFill/>
            </p:spPr>
            <p:txBody>
              <a:bodyPr wrap="square" rtlCol="0">
                <a:spAutoFit/>
              </a:bodyPr>
              <a:lstStyle/>
              <a:p>
                <a:pPr algn="ctr"/>
                <a:r>
                  <a:rPr lang="fr-FR" sz="1200" dirty="0"/>
                  <a:t>Production des reportings IRRBB pour les deux arrêtés à venir</a:t>
                </a:r>
                <a:endParaRPr lang="fr-FR" sz="1200" dirty="0">
                  <a:solidFill>
                    <a:schemeClr val="tx1"/>
                  </a:solidFill>
                </a:endParaRPr>
              </a:p>
            </p:txBody>
          </p:sp>
          <p:cxnSp>
            <p:nvCxnSpPr>
              <p:cNvPr id="40" name="Straight Connector 39">
                <a:extLst>
                  <a:ext uri="{FF2B5EF4-FFF2-40B4-BE49-F238E27FC236}">
                    <a16:creationId xmlns:a16="http://schemas.microsoft.com/office/drawing/2014/main" id="{4B3A37E6-97EB-FC67-B39D-09B43B705B32}"/>
                  </a:ext>
                </a:extLst>
              </p:cNvPr>
              <p:cNvCxnSpPr/>
              <p:nvPr/>
            </p:nvCxnSpPr>
            <p:spPr>
              <a:xfrm>
                <a:off x="2867724" y="4377501"/>
                <a:ext cx="854558"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A4B92BFD-3A93-A9B2-7937-CB6456C463A6}"/>
                  </a:ext>
                </a:extLst>
              </p:cNvPr>
              <p:cNvSpPr txBox="1"/>
              <p:nvPr/>
            </p:nvSpPr>
            <p:spPr>
              <a:xfrm>
                <a:off x="2977481" y="4540787"/>
                <a:ext cx="635042" cy="307777"/>
              </a:xfrm>
              <a:prstGeom prst="rect">
                <a:avLst/>
              </a:prstGeom>
              <a:noFill/>
            </p:spPr>
            <p:txBody>
              <a:bodyPr wrap="square" rtlCol="0">
                <a:spAutoFit/>
              </a:bodyPr>
              <a:lstStyle/>
              <a:p>
                <a:pPr algn="ctr"/>
                <a:r>
                  <a:rPr lang="fr-FR" sz="1400" b="1">
                    <a:solidFill>
                      <a:schemeClr val="tx1"/>
                    </a:solidFill>
                  </a:rPr>
                  <a:t>Statut</a:t>
                </a:r>
              </a:p>
            </p:txBody>
          </p:sp>
          <p:pic>
            <p:nvPicPr>
              <p:cNvPr id="24" name="Picture 23">
                <a:extLst>
                  <a:ext uri="{FF2B5EF4-FFF2-40B4-BE49-F238E27FC236}">
                    <a16:creationId xmlns:a16="http://schemas.microsoft.com/office/drawing/2014/main" id="{B2453AD7-54D7-DA97-E8AA-BCB408B2E6A2}"/>
                  </a:ext>
                </a:extLst>
              </p:cNvPr>
              <p:cNvPicPr>
                <a:picLocks noChangeAspect="1"/>
              </p:cNvPicPr>
              <p:nvPr/>
            </p:nvPicPr>
            <p:blipFill rotWithShape="1">
              <a:blip r:embed="rId4"/>
              <a:srcRect l="19913" t="16855" r="23970" b="14284"/>
              <a:stretch/>
            </p:blipFill>
            <p:spPr>
              <a:xfrm>
                <a:off x="2854073" y="1833500"/>
                <a:ext cx="854558" cy="683982"/>
              </a:xfrm>
              <a:prstGeom prst="rect">
                <a:avLst/>
              </a:prstGeom>
            </p:spPr>
          </p:pic>
        </p:grpSp>
        <p:sp>
          <p:nvSpPr>
            <p:cNvPr id="27" name="Rectangle 26">
              <a:extLst>
                <a:ext uri="{FF2B5EF4-FFF2-40B4-BE49-F238E27FC236}">
                  <a16:creationId xmlns:a16="http://schemas.microsoft.com/office/drawing/2014/main" id="{2F7CD3E7-5487-F202-E751-5D7A240D7366}"/>
                </a:ext>
              </a:extLst>
            </p:cNvPr>
            <p:cNvSpPr/>
            <p:nvPr/>
          </p:nvSpPr>
          <p:spPr>
            <a:xfrm>
              <a:off x="3162932" y="4927358"/>
              <a:ext cx="1197806" cy="241818"/>
            </a:xfrm>
            <a:prstGeom prst="rect">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a:solidFill>
                    <a:schemeClr val="tx1"/>
                  </a:solidFill>
                </a:rPr>
                <a:t>En </a:t>
              </a:r>
              <a:r>
                <a:rPr lang="en-GB" sz="1200" b="1" err="1">
                  <a:solidFill>
                    <a:schemeClr val="tx1"/>
                  </a:solidFill>
                </a:rPr>
                <a:t>cours</a:t>
              </a:r>
              <a:endParaRPr lang="fr-FR" b="1">
                <a:solidFill>
                  <a:schemeClr val="tx1"/>
                </a:solidFill>
              </a:endParaRPr>
            </a:p>
          </p:txBody>
        </p:sp>
      </p:grpSp>
      <p:grpSp>
        <p:nvGrpSpPr>
          <p:cNvPr id="89" name="Group 88">
            <a:extLst>
              <a:ext uri="{FF2B5EF4-FFF2-40B4-BE49-F238E27FC236}">
                <a16:creationId xmlns:a16="http://schemas.microsoft.com/office/drawing/2014/main" id="{9EC293EE-0B93-ED90-0273-E3D7555CFB28}"/>
              </a:ext>
            </a:extLst>
          </p:cNvPr>
          <p:cNvGrpSpPr/>
          <p:nvPr/>
        </p:nvGrpSpPr>
        <p:grpSpPr>
          <a:xfrm>
            <a:off x="6212435" y="968429"/>
            <a:ext cx="1823341" cy="3656732"/>
            <a:chOff x="5355954" y="1568510"/>
            <a:chExt cx="1823341" cy="3872204"/>
          </a:xfrm>
        </p:grpSpPr>
        <p:grpSp>
          <p:nvGrpSpPr>
            <p:cNvPr id="56" name="Group 55">
              <a:extLst>
                <a:ext uri="{FF2B5EF4-FFF2-40B4-BE49-F238E27FC236}">
                  <a16:creationId xmlns:a16="http://schemas.microsoft.com/office/drawing/2014/main" id="{65716D3C-A17B-45AB-5314-CD340FC588D4}"/>
                </a:ext>
              </a:extLst>
            </p:cNvPr>
            <p:cNvGrpSpPr/>
            <p:nvPr/>
          </p:nvGrpSpPr>
          <p:grpSpPr>
            <a:xfrm>
              <a:off x="5355954" y="1568510"/>
              <a:ext cx="1823341" cy="3872204"/>
              <a:chOff x="2383332" y="1558212"/>
              <a:chExt cx="1823341" cy="3872204"/>
            </a:xfrm>
          </p:grpSpPr>
          <p:sp>
            <p:nvSpPr>
              <p:cNvPr id="57" name="Rectangle: Rounded Corners 56">
                <a:extLst>
                  <a:ext uri="{FF2B5EF4-FFF2-40B4-BE49-F238E27FC236}">
                    <a16:creationId xmlns:a16="http://schemas.microsoft.com/office/drawing/2014/main" id="{F4FF10AE-5868-8B33-4E8A-70F1DC179AD7}"/>
                  </a:ext>
                </a:extLst>
              </p:cNvPr>
              <p:cNvSpPr/>
              <p:nvPr/>
            </p:nvSpPr>
            <p:spPr>
              <a:xfrm>
                <a:off x="2383333" y="1558212"/>
                <a:ext cx="1823340" cy="3872204"/>
              </a:xfrm>
              <a:prstGeom prst="roundRect">
                <a:avLst>
                  <a:gd name="adj" fmla="val 4259"/>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 name="TextBox 57">
                <a:extLst>
                  <a:ext uri="{FF2B5EF4-FFF2-40B4-BE49-F238E27FC236}">
                    <a16:creationId xmlns:a16="http://schemas.microsoft.com/office/drawing/2014/main" id="{C8544E5D-CF2A-97D7-498E-A4A3D939422A}"/>
                  </a:ext>
                </a:extLst>
              </p:cNvPr>
              <p:cNvSpPr txBox="1"/>
              <p:nvPr/>
            </p:nvSpPr>
            <p:spPr>
              <a:xfrm>
                <a:off x="2383332" y="2593910"/>
                <a:ext cx="1823340" cy="523220"/>
              </a:xfrm>
              <a:prstGeom prst="rect">
                <a:avLst/>
              </a:prstGeom>
              <a:noFill/>
            </p:spPr>
            <p:txBody>
              <a:bodyPr wrap="square" rtlCol="0">
                <a:spAutoFit/>
              </a:bodyPr>
              <a:lstStyle/>
              <a:p>
                <a:pPr algn="ctr"/>
                <a:r>
                  <a:rPr lang="fr-FR" sz="1400" b="1" err="1">
                    <a:solidFill>
                      <a:schemeClr val="tx1"/>
                    </a:solidFill>
                  </a:rPr>
                  <a:t>Dashboarding</a:t>
                </a:r>
                <a:r>
                  <a:rPr lang="fr-FR" sz="1400" b="1">
                    <a:solidFill>
                      <a:schemeClr val="tx1"/>
                    </a:solidFill>
                  </a:rPr>
                  <a:t>, coût du risque et ALM</a:t>
                </a:r>
              </a:p>
            </p:txBody>
          </p:sp>
          <p:cxnSp>
            <p:nvCxnSpPr>
              <p:cNvPr id="59" name="Straight Connector 58">
                <a:extLst>
                  <a:ext uri="{FF2B5EF4-FFF2-40B4-BE49-F238E27FC236}">
                    <a16:creationId xmlns:a16="http://schemas.microsoft.com/office/drawing/2014/main" id="{E929ABC8-BBC9-F667-12CB-3FB9CF63692B}"/>
                  </a:ext>
                </a:extLst>
              </p:cNvPr>
              <p:cNvCxnSpPr/>
              <p:nvPr/>
            </p:nvCxnSpPr>
            <p:spPr>
              <a:xfrm>
                <a:off x="2867724" y="3321699"/>
                <a:ext cx="854558"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7AC9A2B3-366E-66B3-E939-93DB3FBA533E}"/>
                  </a:ext>
                </a:extLst>
              </p:cNvPr>
              <p:cNvCxnSpPr/>
              <p:nvPr/>
            </p:nvCxnSpPr>
            <p:spPr>
              <a:xfrm>
                <a:off x="2867724" y="4377501"/>
                <a:ext cx="854558"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DD0BAB96-ACE4-E4D2-E945-04062520264D}"/>
                  </a:ext>
                </a:extLst>
              </p:cNvPr>
              <p:cNvSpPr txBox="1"/>
              <p:nvPr/>
            </p:nvSpPr>
            <p:spPr>
              <a:xfrm>
                <a:off x="2977481" y="4540787"/>
                <a:ext cx="635042" cy="307777"/>
              </a:xfrm>
              <a:prstGeom prst="rect">
                <a:avLst/>
              </a:prstGeom>
              <a:noFill/>
            </p:spPr>
            <p:txBody>
              <a:bodyPr wrap="square" rtlCol="0">
                <a:spAutoFit/>
              </a:bodyPr>
              <a:lstStyle/>
              <a:p>
                <a:pPr algn="ctr"/>
                <a:r>
                  <a:rPr lang="fr-FR" sz="1400" b="1">
                    <a:solidFill>
                      <a:schemeClr val="tx1"/>
                    </a:solidFill>
                  </a:rPr>
                  <a:t>Statut</a:t>
                </a:r>
              </a:p>
            </p:txBody>
          </p:sp>
        </p:grpSp>
        <p:sp>
          <p:nvSpPr>
            <p:cNvPr id="71" name="Rectangle 70">
              <a:extLst>
                <a:ext uri="{FF2B5EF4-FFF2-40B4-BE49-F238E27FC236}">
                  <a16:creationId xmlns:a16="http://schemas.microsoft.com/office/drawing/2014/main" id="{63B17F02-5BD1-3B91-3DEF-40FCCB4F27FF}"/>
                </a:ext>
              </a:extLst>
            </p:cNvPr>
            <p:cNvSpPr/>
            <p:nvPr/>
          </p:nvSpPr>
          <p:spPr>
            <a:xfrm>
              <a:off x="5671182" y="4927358"/>
              <a:ext cx="1197806" cy="241818"/>
            </a:xfrm>
            <a:prstGeom prst="rect">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a:solidFill>
                    <a:schemeClr val="tx1"/>
                  </a:solidFill>
                </a:rPr>
                <a:t>En </a:t>
              </a:r>
              <a:r>
                <a:rPr lang="en-GB" sz="1200" b="1" err="1">
                  <a:solidFill>
                    <a:schemeClr val="tx1"/>
                  </a:solidFill>
                </a:rPr>
                <a:t>cours</a:t>
              </a:r>
              <a:endParaRPr lang="fr-FR" b="1">
                <a:solidFill>
                  <a:schemeClr val="tx1"/>
                </a:solidFill>
              </a:endParaRPr>
            </a:p>
          </p:txBody>
        </p:sp>
        <p:pic>
          <p:nvPicPr>
            <p:cNvPr id="85" name="Picture 84">
              <a:extLst>
                <a:ext uri="{FF2B5EF4-FFF2-40B4-BE49-F238E27FC236}">
                  <a16:creationId xmlns:a16="http://schemas.microsoft.com/office/drawing/2014/main" id="{B13BBC12-D7DA-E44F-517A-BB80D2B52648}"/>
                </a:ext>
              </a:extLst>
            </p:cNvPr>
            <p:cNvPicPr>
              <a:picLocks noChangeAspect="1"/>
            </p:cNvPicPr>
            <p:nvPr/>
          </p:nvPicPr>
          <p:blipFill>
            <a:blip r:embed="rId5"/>
            <a:stretch>
              <a:fillRect/>
            </a:stretch>
          </p:blipFill>
          <p:spPr>
            <a:xfrm>
              <a:off x="5542285" y="1723934"/>
              <a:ext cx="1495201" cy="841455"/>
            </a:xfrm>
            <a:prstGeom prst="rect">
              <a:avLst/>
            </a:prstGeom>
          </p:spPr>
        </p:pic>
      </p:grpSp>
      <p:grpSp>
        <p:nvGrpSpPr>
          <p:cNvPr id="88" name="Group 87">
            <a:extLst>
              <a:ext uri="{FF2B5EF4-FFF2-40B4-BE49-F238E27FC236}">
                <a16:creationId xmlns:a16="http://schemas.microsoft.com/office/drawing/2014/main" id="{C8ABEF2A-EAC0-4F5B-34F2-FC28E7E3CB4F}"/>
              </a:ext>
            </a:extLst>
          </p:cNvPr>
          <p:cNvGrpSpPr/>
          <p:nvPr/>
        </p:nvGrpSpPr>
        <p:grpSpPr>
          <a:xfrm>
            <a:off x="8163060" y="958131"/>
            <a:ext cx="1823341" cy="3656732"/>
            <a:chOff x="8546115" y="1558212"/>
            <a:chExt cx="1823341" cy="3872204"/>
          </a:xfrm>
        </p:grpSpPr>
        <p:grpSp>
          <p:nvGrpSpPr>
            <p:cNvPr id="73" name="Group 72">
              <a:extLst>
                <a:ext uri="{FF2B5EF4-FFF2-40B4-BE49-F238E27FC236}">
                  <a16:creationId xmlns:a16="http://schemas.microsoft.com/office/drawing/2014/main" id="{A92EB7A1-FD23-0364-5B53-AD1CE57D3335}"/>
                </a:ext>
              </a:extLst>
            </p:cNvPr>
            <p:cNvGrpSpPr/>
            <p:nvPr/>
          </p:nvGrpSpPr>
          <p:grpSpPr>
            <a:xfrm>
              <a:off x="8546115" y="1558212"/>
              <a:ext cx="1823341" cy="3872204"/>
              <a:chOff x="2383332" y="1558212"/>
              <a:chExt cx="1823341" cy="3872204"/>
            </a:xfrm>
          </p:grpSpPr>
          <p:sp>
            <p:nvSpPr>
              <p:cNvPr id="75" name="Rectangle: Rounded Corners 74">
                <a:extLst>
                  <a:ext uri="{FF2B5EF4-FFF2-40B4-BE49-F238E27FC236}">
                    <a16:creationId xmlns:a16="http://schemas.microsoft.com/office/drawing/2014/main" id="{A55D9487-BA07-D823-7956-583D568B4B89}"/>
                  </a:ext>
                </a:extLst>
              </p:cNvPr>
              <p:cNvSpPr/>
              <p:nvPr/>
            </p:nvSpPr>
            <p:spPr>
              <a:xfrm>
                <a:off x="2383333" y="1558212"/>
                <a:ext cx="1823340" cy="3872204"/>
              </a:xfrm>
              <a:prstGeom prst="roundRect">
                <a:avLst>
                  <a:gd name="adj" fmla="val 4259"/>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6" name="TextBox 75">
                <a:extLst>
                  <a:ext uri="{FF2B5EF4-FFF2-40B4-BE49-F238E27FC236}">
                    <a16:creationId xmlns:a16="http://schemas.microsoft.com/office/drawing/2014/main" id="{3A7969FD-B72A-331F-392B-35DEFC18442D}"/>
                  </a:ext>
                </a:extLst>
              </p:cNvPr>
              <p:cNvSpPr txBox="1"/>
              <p:nvPr/>
            </p:nvSpPr>
            <p:spPr>
              <a:xfrm>
                <a:off x="2383332" y="2593910"/>
                <a:ext cx="1823340" cy="523220"/>
              </a:xfrm>
              <a:prstGeom prst="rect">
                <a:avLst/>
              </a:prstGeom>
              <a:noFill/>
            </p:spPr>
            <p:txBody>
              <a:bodyPr wrap="square" rtlCol="0">
                <a:spAutoFit/>
              </a:bodyPr>
              <a:lstStyle/>
              <a:p>
                <a:pPr algn="ctr"/>
                <a:r>
                  <a:rPr lang="fr-FR" sz="1400" b="1">
                    <a:solidFill>
                      <a:schemeClr val="tx1"/>
                    </a:solidFill>
                  </a:rPr>
                  <a:t>Audit IRRBB Réglementaire</a:t>
                </a:r>
              </a:p>
            </p:txBody>
          </p:sp>
          <p:cxnSp>
            <p:nvCxnSpPr>
              <p:cNvPr id="77" name="Straight Connector 76">
                <a:extLst>
                  <a:ext uri="{FF2B5EF4-FFF2-40B4-BE49-F238E27FC236}">
                    <a16:creationId xmlns:a16="http://schemas.microsoft.com/office/drawing/2014/main" id="{A2190519-D104-4455-527A-68CAB3E9241B}"/>
                  </a:ext>
                </a:extLst>
              </p:cNvPr>
              <p:cNvCxnSpPr/>
              <p:nvPr/>
            </p:nvCxnSpPr>
            <p:spPr>
              <a:xfrm>
                <a:off x="2867724" y="3321699"/>
                <a:ext cx="854558"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78" name="TextBox 77">
                <a:extLst>
                  <a:ext uri="{FF2B5EF4-FFF2-40B4-BE49-F238E27FC236}">
                    <a16:creationId xmlns:a16="http://schemas.microsoft.com/office/drawing/2014/main" id="{86813909-6626-5142-06F1-09E3E2189FC7}"/>
                  </a:ext>
                </a:extLst>
              </p:cNvPr>
              <p:cNvSpPr txBox="1"/>
              <p:nvPr/>
            </p:nvSpPr>
            <p:spPr>
              <a:xfrm>
                <a:off x="2470647" y="3536301"/>
                <a:ext cx="1621411" cy="461665"/>
              </a:xfrm>
              <a:prstGeom prst="rect">
                <a:avLst/>
              </a:prstGeom>
              <a:noFill/>
            </p:spPr>
            <p:txBody>
              <a:bodyPr wrap="square" rtlCol="0">
                <a:spAutoFit/>
              </a:bodyPr>
              <a:lstStyle/>
              <a:p>
                <a:pPr algn="ctr"/>
                <a:r>
                  <a:rPr lang="fr-FR" sz="1200"/>
                  <a:t>Analyse de conformité des rapports IRRBB</a:t>
                </a:r>
                <a:endParaRPr lang="fr-FR" sz="1200">
                  <a:solidFill>
                    <a:schemeClr val="tx1"/>
                  </a:solidFill>
                </a:endParaRPr>
              </a:p>
            </p:txBody>
          </p:sp>
          <p:cxnSp>
            <p:nvCxnSpPr>
              <p:cNvPr id="79" name="Straight Connector 78">
                <a:extLst>
                  <a:ext uri="{FF2B5EF4-FFF2-40B4-BE49-F238E27FC236}">
                    <a16:creationId xmlns:a16="http://schemas.microsoft.com/office/drawing/2014/main" id="{F1C1BFC5-F55F-BE23-D8D4-E619F5FEAB42}"/>
                  </a:ext>
                </a:extLst>
              </p:cNvPr>
              <p:cNvCxnSpPr/>
              <p:nvPr/>
            </p:nvCxnSpPr>
            <p:spPr>
              <a:xfrm>
                <a:off x="2867724" y="4377501"/>
                <a:ext cx="854558"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a16="http://schemas.microsoft.com/office/drawing/2014/main" id="{44E7F485-AF21-D9C7-C13C-EC6FC8301716}"/>
                  </a:ext>
                </a:extLst>
              </p:cNvPr>
              <p:cNvSpPr txBox="1"/>
              <p:nvPr/>
            </p:nvSpPr>
            <p:spPr>
              <a:xfrm>
                <a:off x="2977481" y="4540787"/>
                <a:ext cx="635042" cy="307777"/>
              </a:xfrm>
              <a:prstGeom prst="rect">
                <a:avLst/>
              </a:prstGeom>
              <a:noFill/>
            </p:spPr>
            <p:txBody>
              <a:bodyPr wrap="square" rtlCol="0">
                <a:spAutoFit/>
              </a:bodyPr>
              <a:lstStyle/>
              <a:p>
                <a:pPr algn="ctr"/>
                <a:r>
                  <a:rPr lang="fr-FR" sz="1400" b="1">
                    <a:solidFill>
                      <a:schemeClr val="tx1"/>
                    </a:solidFill>
                  </a:rPr>
                  <a:t>Statut</a:t>
                </a:r>
              </a:p>
            </p:txBody>
          </p:sp>
        </p:grpSp>
        <p:sp>
          <p:nvSpPr>
            <p:cNvPr id="82" name="Rectangle 81">
              <a:extLst>
                <a:ext uri="{FF2B5EF4-FFF2-40B4-BE49-F238E27FC236}">
                  <a16:creationId xmlns:a16="http://schemas.microsoft.com/office/drawing/2014/main" id="{39D25895-15AE-60CA-9F4E-7448E2994200}"/>
                </a:ext>
              </a:extLst>
            </p:cNvPr>
            <p:cNvSpPr/>
            <p:nvPr/>
          </p:nvSpPr>
          <p:spPr>
            <a:xfrm>
              <a:off x="8858882" y="4927358"/>
              <a:ext cx="1197806" cy="241818"/>
            </a:xfrm>
            <a:prstGeom prst="rect">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a:solidFill>
                    <a:schemeClr val="tx1"/>
                  </a:solidFill>
                </a:rPr>
                <a:t>En </a:t>
              </a:r>
              <a:r>
                <a:rPr lang="en-GB" sz="1200" b="1" err="1">
                  <a:solidFill>
                    <a:schemeClr val="tx1"/>
                  </a:solidFill>
                </a:rPr>
                <a:t>cours</a:t>
              </a:r>
              <a:endParaRPr lang="fr-FR" b="1">
                <a:solidFill>
                  <a:schemeClr val="tx1"/>
                </a:solidFill>
              </a:endParaRPr>
            </a:p>
          </p:txBody>
        </p:sp>
        <p:pic>
          <p:nvPicPr>
            <p:cNvPr id="87" name="Picture 86">
              <a:extLst>
                <a:ext uri="{FF2B5EF4-FFF2-40B4-BE49-F238E27FC236}">
                  <a16:creationId xmlns:a16="http://schemas.microsoft.com/office/drawing/2014/main" id="{6715B38B-FEB6-5F3F-EAC8-20470CA7043A}"/>
                </a:ext>
              </a:extLst>
            </p:cNvPr>
            <p:cNvPicPr>
              <a:picLocks noChangeAspect="1"/>
            </p:cNvPicPr>
            <p:nvPr/>
          </p:nvPicPr>
          <p:blipFill>
            <a:blip r:embed="rId6"/>
            <a:stretch>
              <a:fillRect/>
            </a:stretch>
          </p:blipFill>
          <p:spPr>
            <a:xfrm>
              <a:off x="8619045" y="1723492"/>
              <a:ext cx="1688280" cy="637298"/>
            </a:xfrm>
            <a:prstGeom prst="rect">
              <a:avLst/>
            </a:prstGeom>
          </p:spPr>
        </p:pic>
      </p:grpSp>
      <p:sp>
        <p:nvSpPr>
          <p:cNvPr id="12" name="TextBox 11">
            <a:extLst>
              <a:ext uri="{FF2B5EF4-FFF2-40B4-BE49-F238E27FC236}">
                <a16:creationId xmlns:a16="http://schemas.microsoft.com/office/drawing/2014/main" id="{38DD1D32-6E0F-C600-9F23-A34097E6C204}"/>
              </a:ext>
            </a:extLst>
          </p:cNvPr>
          <p:cNvSpPr txBox="1"/>
          <p:nvPr/>
        </p:nvSpPr>
        <p:spPr>
          <a:xfrm>
            <a:off x="6267063" y="2943214"/>
            <a:ext cx="1621411" cy="646331"/>
          </a:xfrm>
          <a:prstGeom prst="rect">
            <a:avLst/>
          </a:prstGeom>
          <a:noFill/>
        </p:spPr>
        <p:txBody>
          <a:bodyPr wrap="square" rtlCol="0">
            <a:spAutoFit/>
          </a:bodyPr>
          <a:lstStyle/>
          <a:p>
            <a:pPr algn="ctr"/>
            <a:r>
              <a:rPr lang="fr-FR" sz="1200"/>
              <a:t>Production de </a:t>
            </a:r>
            <a:r>
              <a:rPr lang="fr-FR" sz="1200" err="1"/>
              <a:t>dashboards</a:t>
            </a:r>
            <a:r>
              <a:rPr lang="fr-FR" sz="1200"/>
              <a:t> Coût du risque et ALM</a:t>
            </a:r>
            <a:endParaRPr lang="fr-FR" sz="1200">
              <a:solidFill>
                <a:schemeClr val="tx1"/>
              </a:solidFill>
            </a:endParaRPr>
          </a:p>
        </p:txBody>
      </p:sp>
      <p:grpSp>
        <p:nvGrpSpPr>
          <p:cNvPr id="13" name="Group 5">
            <a:extLst>
              <a:ext uri="{FF2B5EF4-FFF2-40B4-BE49-F238E27FC236}">
                <a16:creationId xmlns:a16="http://schemas.microsoft.com/office/drawing/2014/main" id="{9BE1A4F9-C059-E900-04C0-6565C136724D}"/>
              </a:ext>
            </a:extLst>
          </p:cNvPr>
          <p:cNvGrpSpPr/>
          <p:nvPr/>
        </p:nvGrpSpPr>
        <p:grpSpPr>
          <a:xfrm>
            <a:off x="3059611" y="5265616"/>
            <a:ext cx="1669569" cy="1122757"/>
            <a:chOff x="516000" y="1558212"/>
            <a:chExt cx="1823341" cy="3872204"/>
          </a:xfrm>
        </p:grpSpPr>
        <p:sp>
          <p:nvSpPr>
            <p:cNvPr id="16" name="Rectangle: Rounded Corners 2">
              <a:extLst>
                <a:ext uri="{FF2B5EF4-FFF2-40B4-BE49-F238E27FC236}">
                  <a16:creationId xmlns:a16="http://schemas.microsoft.com/office/drawing/2014/main" id="{A445C0FB-E56E-5E81-2668-2FA1976B186C}"/>
                </a:ext>
              </a:extLst>
            </p:cNvPr>
            <p:cNvSpPr/>
            <p:nvPr/>
          </p:nvSpPr>
          <p:spPr>
            <a:xfrm>
              <a:off x="516001" y="1558212"/>
              <a:ext cx="1823340" cy="3872204"/>
            </a:xfrm>
            <a:prstGeom prst="roundRect">
              <a:avLst>
                <a:gd name="adj" fmla="val 4259"/>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TextBox 4">
              <a:extLst>
                <a:ext uri="{FF2B5EF4-FFF2-40B4-BE49-F238E27FC236}">
                  <a16:creationId xmlns:a16="http://schemas.microsoft.com/office/drawing/2014/main" id="{5A617FC8-2D76-9351-7DE5-042E70DB220D}"/>
                </a:ext>
              </a:extLst>
            </p:cNvPr>
            <p:cNvSpPr txBox="1"/>
            <p:nvPr/>
          </p:nvSpPr>
          <p:spPr>
            <a:xfrm>
              <a:off x="516000" y="2593911"/>
              <a:ext cx="1823340" cy="2547530"/>
            </a:xfrm>
            <a:prstGeom prst="rect">
              <a:avLst/>
            </a:prstGeom>
            <a:noFill/>
          </p:spPr>
          <p:txBody>
            <a:bodyPr wrap="square" rtlCol="0">
              <a:spAutoFit/>
            </a:bodyPr>
            <a:lstStyle/>
            <a:p>
              <a:pPr algn="ctr"/>
              <a:endParaRPr lang="fr-FR" sz="1400" b="1" dirty="0">
                <a:solidFill>
                  <a:schemeClr val="tx1"/>
                </a:solidFill>
              </a:endParaRPr>
            </a:p>
            <a:p>
              <a:pPr algn="ctr"/>
              <a:endParaRPr lang="fr-FR" sz="1400" b="1" dirty="0">
                <a:solidFill>
                  <a:schemeClr val="tx1"/>
                </a:solidFill>
              </a:endParaRPr>
            </a:p>
            <a:p>
              <a:pPr algn="ctr"/>
              <a:r>
                <a:rPr lang="fr-FR" sz="1400" b="1" dirty="0">
                  <a:solidFill>
                    <a:schemeClr val="tx1"/>
                  </a:solidFill>
                </a:rPr>
                <a:t>BCBS 239</a:t>
              </a:r>
            </a:p>
          </p:txBody>
        </p:sp>
      </p:grpSp>
      <p:grpSp>
        <p:nvGrpSpPr>
          <p:cNvPr id="30" name="Group 5">
            <a:extLst>
              <a:ext uri="{FF2B5EF4-FFF2-40B4-BE49-F238E27FC236}">
                <a16:creationId xmlns:a16="http://schemas.microsoft.com/office/drawing/2014/main" id="{D4BC91D1-570C-FDCC-2D97-5C2AAEABB8D0}"/>
              </a:ext>
            </a:extLst>
          </p:cNvPr>
          <p:cNvGrpSpPr/>
          <p:nvPr/>
        </p:nvGrpSpPr>
        <p:grpSpPr>
          <a:xfrm>
            <a:off x="5221772" y="5265616"/>
            <a:ext cx="1669569" cy="1254411"/>
            <a:chOff x="516000" y="1558212"/>
            <a:chExt cx="1823341" cy="4326257"/>
          </a:xfrm>
        </p:grpSpPr>
        <p:sp>
          <p:nvSpPr>
            <p:cNvPr id="31" name="Rectangle: Rounded Corners 2">
              <a:extLst>
                <a:ext uri="{FF2B5EF4-FFF2-40B4-BE49-F238E27FC236}">
                  <a16:creationId xmlns:a16="http://schemas.microsoft.com/office/drawing/2014/main" id="{5B390100-5894-A5F4-65CA-69DFF8CF65F3}"/>
                </a:ext>
              </a:extLst>
            </p:cNvPr>
            <p:cNvSpPr/>
            <p:nvPr/>
          </p:nvSpPr>
          <p:spPr>
            <a:xfrm>
              <a:off x="516001" y="1558212"/>
              <a:ext cx="1823340" cy="3872204"/>
            </a:xfrm>
            <a:prstGeom prst="roundRect">
              <a:avLst>
                <a:gd name="adj" fmla="val 4259"/>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 name="TextBox 4">
              <a:extLst>
                <a:ext uri="{FF2B5EF4-FFF2-40B4-BE49-F238E27FC236}">
                  <a16:creationId xmlns:a16="http://schemas.microsoft.com/office/drawing/2014/main" id="{C0BD1D97-E36B-6035-4BA6-4E141C94F5C1}"/>
                </a:ext>
              </a:extLst>
            </p:cNvPr>
            <p:cNvSpPr txBox="1"/>
            <p:nvPr/>
          </p:nvSpPr>
          <p:spPr>
            <a:xfrm>
              <a:off x="516000" y="2593911"/>
              <a:ext cx="1823340" cy="3290558"/>
            </a:xfrm>
            <a:prstGeom prst="rect">
              <a:avLst/>
            </a:prstGeom>
            <a:noFill/>
          </p:spPr>
          <p:txBody>
            <a:bodyPr wrap="square" rtlCol="0">
              <a:spAutoFit/>
            </a:bodyPr>
            <a:lstStyle/>
            <a:p>
              <a:pPr algn="ctr"/>
              <a:endParaRPr lang="fr-FR" sz="1400" b="1" dirty="0">
                <a:solidFill>
                  <a:schemeClr val="tx1"/>
                </a:solidFill>
              </a:endParaRPr>
            </a:p>
            <a:p>
              <a:pPr algn="ctr"/>
              <a:r>
                <a:rPr lang="fr-FR" sz="1400" b="1" dirty="0">
                  <a:solidFill>
                    <a:schemeClr val="tx1"/>
                  </a:solidFill>
                </a:rPr>
                <a:t>Production Réglementaire</a:t>
              </a:r>
            </a:p>
          </p:txBody>
        </p:sp>
      </p:grpSp>
      <p:grpSp>
        <p:nvGrpSpPr>
          <p:cNvPr id="33" name="Group 5">
            <a:extLst>
              <a:ext uri="{FF2B5EF4-FFF2-40B4-BE49-F238E27FC236}">
                <a16:creationId xmlns:a16="http://schemas.microsoft.com/office/drawing/2014/main" id="{C93DB61C-97C7-0E88-8B61-C128EAF5C52D}"/>
              </a:ext>
            </a:extLst>
          </p:cNvPr>
          <p:cNvGrpSpPr/>
          <p:nvPr/>
        </p:nvGrpSpPr>
        <p:grpSpPr>
          <a:xfrm>
            <a:off x="7488917" y="5265616"/>
            <a:ext cx="1669569" cy="1122757"/>
            <a:chOff x="516000" y="1558212"/>
            <a:chExt cx="1823341" cy="3872204"/>
          </a:xfrm>
        </p:grpSpPr>
        <p:sp>
          <p:nvSpPr>
            <p:cNvPr id="34" name="Rectangle: Rounded Corners 2">
              <a:extLst>
                <a:ext uri="{FF2B5EF4-FFF2-40B4-BE49-F238E27FC236}">
                  <a16:creationId xmlns:a16="http://schemas.microsoft.com/office/drawing/2014/main" id="{F69F6AF0-20C4-6DCC-F65A-ABA2C04A54BB}"/>
                </a:ext>
              </a:extLst>
            </p:cNvPr>
            <p:cNvSpPr/>
            <p:nvPr/>
          </p:nvSpPr>
          <p:spPr>
            <a:xfrm>
              <a:off x="516001" y="1558212"/>
              <a:ext cx="1823340" cy="3872204"/>
            </a:xfrm>
            <a:prstGeom prst="roundRect">
              <a:avLst>
                <a:gd name="adj" fmla="val 4259"/>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 name="TextBox 4">
              <a:extLst>
                <a:ext uri="{FF2B5EF4-FFF2-40B4-BE49-F238E27FC236}">
                  <a16:creationId xmlns:a16="http://schemas.microsoft.com/office/drawing/2014/main" id="{60FCEC15-86F5-1322-7A54-8425A5AEA317}"/>
                </a:ext>
              </a:extLst>
            </p:cNvPr>
            <p:cNvSpPr txBox="1"/>
            <p:nvPr/>
          </p:nvSpPr>
          <p:spPr>
            <a:xfrm>
              <a:off x="516000" y="2593911"/>
              <a:ext cx="1823340" cy="2547530"/>
            </a:xfrm>
            <a:prstGeom prst="rect">
              <a:avLst/>
            </a:prstGeom>
            <a:noFill/>
          </p:spPr>
          <p:txBody>
            <a:bodyPr wrap="square" rtlCol="0">
              <a:spAutoFit/>
            </a:bodyPr>
            <a:lstStyle/>
            <a:p>
              <a:pPr algn="ctr"/>
              <a:endParaRPr lang="fr-FR" sz="1400" b="1" dirty="0">
                <a:solidFill>
                  <a:schemeClr val="tx1"/>
                </a:solidFill>
              </a:endParaRPr>
            </a:p>
            <a:p>
              <a:pPr algn="ctr"/>
              <a:r>
                <a:rPr lang="fr-FR" sz="1400" b="1" dirty="0">
                  <a:solidFill>
                    <a:schemeClr val="tx1"/>
                  </a:solidFill>
                </a:rPr>
                <a:t>Intégration </a:t>
              </a:r>
              <a:r>
                <a:rPr lang="fr-FR" sz="1400" b="1" dirty="0" err="1">
                  <a:solidFill>
                    <a:schemeClr val="tx1"/>
                  </a:solidFill>
                </a:rPr>
                <a:t>LeasePlan</a:t>
              </a:r>
              <a:endParaRPr lang="fr-FR" sz="1400" b="1" dirty="0">
                <a:solidFill>
                  <a:schemeClr val="tx1"/>
                </a:solidFill>
              </a:endParaRPr>
            </a:p>
          </p:txBody>
        </p:sp>
      </p:grpSp>
      <p:sp>
        <p:nvSpPr>
          <p:cNvPr id="50" name="TextBox 59">
            <a:extLst>
              <a:ext uri="{FF2B5EF4-FFF2-40B4-BE49-F238E27FC236}">
                <a16:creationId xmlns:a16="http://schemas.microsoft.com/office/drawing/2014/main" id="{D5869599-70D0-938D-D69C-83B60D310C64}"/>
              </a:ext>
            </a:extLst>
          </p:cNvPr>
          <p:cNvSpPr txBox="1"/>
          <p:nvPr/>
        </p:nvSpPr>
        <p:spPr>
          <a:xfrm>
            <a:off x="906030" y="4804001"/>
            <a:ext cx="10358239" cy="338554"/>
          </a:xfrm>
          <a:prstGeom prst="rect">
            <a:avLst/>
          </a:prstGeom>
          <a:noFill/>
        </p:spPr>
        <p:txBody>
          <a:bodyPr wrap="square" rtlCol="0">
            <a:spAutoFit/>
          </a:bodyPr>
          <a:lstStyle/>
          <a:p>
            <a:pPr algn="ctr"/>
            <a:r>
              <a:rPr lang="en-GB" sz="1600" b="1" dirty="0"/>
              <a:t>Les missions non Risques </a:t>
            </a:r>
            <a:r>
              <a:rPr lang="en-GB" sz="1600" b="1" dirty="0" err="1"/>
              <a:t>Structurels</a:t>
            </a:r>
            <a:r>
              <a:rPr lang="en-GB" sz="1600" b="1" dirty="0"/>
              <a:t> en </a:t>
            </a:r>
            <a:r>
              <a:rPr lang="en-GB" sz="1600" b="1" dirty="0" err="1"/>
              <a:t>cours</a:t>
            </a:r>
            <a:endParaRPr lang="fr-FR" sz="1600" b="1" dirty="0"/>
          </a:p>
        </p:txBody>
      </p:sp>
      <p:pic>
        <p:nvPicPr>
          <p:cNvPr id="1028" name="Picture 4" descr="BNP Paribas | Pôle Mer Bretagne Atlantique">
            <a:extLst>
              <a:ext uri="{FF2B5EF4-FFF2-40B4-BE49-F238E27FC236}">
                <a16:creationId xmlns:a16="http://schemas.microsoft.com/office/drawing/2014/main" id="{0DC03C11-C173-11AA-B74F-AB51A398CAE7}"/>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21828" t="14802" r="21096" b="21195"/>
          <a:stretch/>
        </p:blipFill>
        <p:spPr bwMode="auto">
          <a:xfrm>
            <a:off x="3349867" y="5300664"/>
            <a:ext cx="1083739" cy="60763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yvens : la nouvelle marque d'ALD Automotive I Leaseplan ...">
            <a:extLst>
              <a:ext uri="{FF2B5EF4-FFF2-40B4-BE49-F238E27FC236}">
                <a16:creationId xmlns:a16="http://schemas.microsoft.com/office/drawing/2014/main" id="{AAB41BE5-686F-6164-D133-617DB8C7C071}"/>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t="21242" b="20180"/>
          <a:stretch/>
        </p:blipFill>
        <p:spPr bwMode="auto">
          <a:xfrm>
            <a:off x="7551385" y="5336414"/>
            <a:ext cx="1537650" cy="508806"/>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ociété Générale Logo PNG Vector (EPS) Free Download">
            <a:extLst>
              <a:ext uri="{FF2B5EF4-FFF2-40B4-BE49-F238E27FC236}">
                <a16:creationId xmlns:a16="http://schemas.microsoft.com/office/drawing/2014/main" id="{F7F2E3FE-ED66-20AA-B965-5D2D041C5A29}"/>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t="25596" b="29536"/>
          <a:stretch/>
        </p:blipFill>
        <p:spPr bwMode="auto">
          <a:xfrm>
            <a:off x="5343221" y="5339650"/>
            <a:ext cx="1507638" cy="432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31396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080C7-F6F2-2CFC-050B-D32E61D996F6}"/>
              </a:ext>
            </a:extLst>
          </p:cNvPr>
          <p:cNvSpPr>
            <a:spLocks noGrp="1"/>
          </p:cNvSpPr>
          <p:nvPr>
            <p:ph type="title"/>
          </p:nvPr>
        </p:nvSpPr>
        <p:spPr/>
        <p:txBody>
          <a:bodyPr/>
          <a:lstStyle/>
          <a:p>
            <a:r>
              <a:rPr lang="fr-FR"/>
              <a:t>Les opportunités en cours</a:t>
            </a:r>
          </a:p>
        </p:txBody>
      </p:sp>
      <p:sp>
        <p:nvSpPr>
          <p:cNvPr id="3" name="Footer Placeholder 2">
            <a:extLst>
              <a:ext uri="{FF2B5EF4-FFF2-40B4-BE49-F238E27FC236}">
                <a16:creationId xmlns:a16="http://schemas.microsoft.com/office/drawing/2014/main" id="{BC3CDD21-4D15-93F0-B796-03BA713C1E8D}"/>
              </a:ext>
            </a:extLst>
          </p:cNvPr>
          <p:cNvSpPr>
            <a:spLocks noGrp="1"/>
          </p:cNvSpPr>
          <p:nvPr>
            <p:ph type="ftr" sz="quarter" idx="11"/>
          </p:nvPr>
        </p:nvSpPr>
        <p:spPr>
          <a:xfrm>
            <a:off x="236088" y="6395442"/>
            <a:ext cx="2314801" cy="257369"/>
          </a:xfrm>
        </p:spPr>
        <p:txBody>
          <a:bodyPr/>
          <a:lstStyle/>
          <a:p>
            <a:r>
              <a:rPr lang="fr-FR"/>
              <a:t>Risques Structurels| Réunion du pôle</a:t>
            </a:r>
          </a:p>
        </p:txBody>
      </p:sp>
      <p:sp>
        <p:nvSpPr>
          <p:cNvPr id="5" name="Text Placeholder 4">
            <a:extLst>
              <a:ext uri="{FF2B5EF4-FFF2-40B4-BE49-F238E27FC236}">
                <a16:creationId xmlns:a16="http://schemas.microsoft.com/office/drawing/2014/main" id="{2B740C79-9EBA-9ED5-4DF3-C2809C6C9052}"/>
              </a:ext>
            </a:extLst>
          </p:cNvPr>
          <p:cNvSpPr>
            <a:spLocks noGrp="1"/>
          </p:cNvSpPr>
          <p:nvPr>
            <p:ph type="body" sz="quarter" idx="23"/>
          </p:nvPr>
        </p:nvSpPr>
        <p:spPr/>
        <p:txBody>
          <a:bodyPr/>
          <a:lstStyle/>
          <a:p>
            <a:r>
              <a:rPr lang="fr-FR"/>
              <a:t>2</a:t>
            </a:r>
          </a:p>
        </p:txBody>
      </p:sp>
    </p:spTree>
    <p:extLst>
      <p:ext uri="{BB962C8B-B14F-4D97-AF65-F5344CB8AC3E}">
        <p14:creationId xmlns:p14="http://schemas.microsoft.com/office/powerpoint/2010/main" val="28664744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B7DBE-673E-3575-4359-A233780CBDBF}"/>
            </a:ext>
          </a:extLst>
        </p:cNvPr>
        <p:cNvGrpSpPr/>
        <p:nvPr/>
      </p:nvGrpSpPr>
      <p:grpSpPr>
        <a:xfrm>
          <a:off x="0" y="0"/>
          <a:ext cx="0" cy="0"/>
          <a:chOff x="0" y="0"/>
          <a:chExt cx="0" cy="0"/>
        </a:xfrm>
      </p:grpSpPr>
      <p:graphicFrame>
        <p:nvGraphicFramePr>
          <p:cNvPr id="52" name="think-cell data - do not delete" hidden="1">
            <a:extLst>
              <a:ext uri="{FF2B5EF4-FFF2-40B4-BE49-F238E27FC236}">
                <a16:creationId xmlns:a16="http://schemas.microsoft.com/office/drawing/2014/main" id="{E4B6986D-82AC-538C-645C-FF342B72901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2" name="think-cell data - do not delete" hidden="1">
                        <a:extLst>
                          <a:ext uri="{FF2B5EF4-FFF2-40B4-BE49-F238E27FC236}">
                            <a16:creationId xmlns:a16="http://schemas.microsoft.com/office/drawing/2014/main" id="{E4B6986D-82AC-538C-645C-FF342B72901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432B151-4FD4-7D69-D3A7-DEFADDC78182}"/>
              </a:ext>
            </a:extLst>
          </p:cNvPr>
          <p:cNvSpPr>
            <a:spLocks noGrp="1"/>
          </p:cNvSpPr>
          <p:nvPr>
            <p:ph type="title"/>
          </p:nvPr>
        </p:nvSpPr>
        <p:spPr>
          <a:xfrm>
            <a:off x="-624980" y="-13506"/>
            <a:ext cx="12192000" cy="756000"/>
          </a:xfrm>
        </p:spPr>
        <p:txBody>
          <a:bodyPr vert="horz"/>
          <a:lstStyle/>
          <a:p>
            <a:r>
              <a:rPr lang="fr-FR"/>
              <a:t>	Focus sur les opportunités en cours</a:t>
            </a:r>
          </a:p>
        </p:txBody>
      </p:sp>
      <p:grpSp>
        <p:nvGrpSpPr>
          <p:cNvPr id="19" name="Group 18">
            <a:extLst>
              <a:ext uri="{FF2B5EF4-FFF2-40B4-BE49-F238E27FC236}">
                <a16:creationId xmlns:a16="http://schemas.microsoft.com/office/drawing/2014/main" id="{B1832511-2F4F-0DC3-D3BF-9D6C51A4C389}"/>
              </a:ext>
            </a:extLst>
          </p:cNvPr>
          <p:cNvGrpSpPr/>
          <p:nvPr/>
        </p:nvGrpSpPr>
        <p:grpSpPr>
          <a:xfrm>
            <a:off x="2666893" y="5756116"/>
            <a:ext cx="7235267" cy="718810"/>
            <a:chOff x="2708497" y="5762125"/>
            <a:chExt cx="7235267" cy="718810"/>
          </a:xfrm>
        </p:grpSpPr>
        <p:grpSp>
          <p:nvGrpSpPr>
            <p:cNvPr id="270" name="Group 269">
              <a:extLst>
                <a:ext uri="{FF2B5EF4-FFF2-40B4-BE49-F238E27FC236}">
                  <a16:creationId xmlns:a16="http://schemas.microsoft.com/office/drawing/2014/main" id="{4642367F-04E6-3426-15F4-5409E4290900}"/>
                </a:ext>
              </a:extLst>
            </p:cNvPr>
            <p:cNvGrpSpPr/>
            <p:nvPr/>
          </p:nvGrpSpPr>
          <p:grpSpPr>
            <a:xfrm>
              <a:off x="2708497" y="5790700"/>
              <a:ext cx="1113293" cy="261610"/>
              <a:chOff x="407645" y="4914500"/>
              <a:chExt cx="1113293" cy="261610"/>
            </a:xfrm>
          </p:grpSpPr>
          <p:sp>
            <p:nvSpPr>
              <p:cNvPr id="202" name="Ellipse 13">
                <a:extLst>
                  <a:ext uri="{FF2B5EF4-FFF2-40B4-BE49-F238E27FC236}">
                    <a16:creationId xmlns:a16="http://schemas.microsoft.com/office/drawing/2014/main" id="{C4EC772E-7DF9-B4ED-65FE-E444894CB785}"/>
                  </a:ext>
                </a:extLst>
              </p:cNvPr>
              <p:cNvSpPr/>
              <p:nvPr/>
            </p:nvSpPr>
            <p:spPr>
              <a:xfrm>
                <a:off x="407645" y="4934150"/>
                <a:ext cx="222311" cy="222311"/>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a:p>
            </p:txBody>
          </p:sp>
          <p:sp>
            <p:nvSpPr>
              <p:cNvPr id="265" name="TextBox 264">
                <a:extLst>
                  <a:ext uri="{FF2B5EF4-FFF2-40B4-BE49-F238E27FC236}">
                    <a16:creationId xmlns:a16="http://schemas.microsoft.com/office/drawing/2014/main" id="{2995171E-2A97-9669-202D-84436AB53C48}"/>
                  </a:ext>
                </a:extLst>
              </p:cNvPr>
              <p:cNvSpPr txBox="1"/>
              <p:nvPr/>
            </p:nvSpPr>
            <p:spPr>
              <a:xfrm>
                <a:off x="644074" y="4914500"/>
                <a:ext cx="876864" cy="261610"/>
              </a:xfrm>
              <a:prstGeom prst="rect">
                <a:avLst/>
              </a:prstGeom>
              <a:noFill/>
            </p:spPr>
            <p:txBody>
              <a:bodyPr wrap="square" rtlCol="0">
                <a:spAutoFit/>
              </a:bodyPr>
              <a:lstStyle/>
              <a:p>
                <a:r>
                  <a:rPr lang="en-GB" sz="1050" b="1"/>
                  <a:t>Réponse AO</a:t>
                </a:r>
                <a:endParaRPr lang="fr-FR" sz="1050" b="1"/>
              </a:p>
            </p:txBody>
          </p:sp>
        </p:grpSp>
        <p:grpSp>
          <p:nvGrpSpPr>
            <p:cNvPr id="271" name="Group 270">
              <a:extLst>
                <a:ext uri="{FF2B5EF4-FFF2-40B4-BE49-F238E27FC236}">
                  <a16:creationId xmlns:a16="http://schemas.microsoft.com/office/drawing/2014/main" id="{3C085B54-5152-87EF-645C-90A717D4397B}"/>
                </a:ext>
              </a:extLst>
            </p:cNvPr>
            <p:cNvGrpSpPr/>
            <p:nvPr/>
          </p:nvGrpSpPr>
          <p:grpSpPr>
            <a:xfrm>
              <a:off x="4393651" y="5790700"/>
              <a:ext cx="859580" cy="253916"/>
              <a:chOff x="3279300" y="4914500"/>
              <a:chExt cx="859580" cy="253916"/>
            </a:xfrm>
          </p:grpSpPr>
          <p:sp>
            <p:nvSpPr>
              <p:cNvPr id="203" name="Ellipse 15">
                <a:extLst>
                  <a:ext uri="{FF2B5EF4-FFF2-40B4-BE49-F238E27FC236}">
                    <a16:creationId xmlns:a16="http://schemas.microsoft.com/office/drawing/2014/main" id="{453921D1-FCC8-DEAC-0761-F364D04C59BA}"/>
                  </a:ext>
                </a:extLst>
              </p:cNvPr>
              <p:cNvSpPr/>
              <p:nvPr/>
            </p:nvSpPr>
            <p:spPr>
              <a:xfrm>
                <a:off x="3279300" y="4934150"/>
                <a:ext cx="222311" cy="222311"/>
              </a:xfrm>
              <a:prstGeom prst="ellipse">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a:p>
            </p:txBody>
          </p:sp>
          <p:sp>
            <p:nvSpPr>
              <p:cNvPr id="266" name="TextBox 265">
                <a:extLst>
                  <a:ext uri="{FF2B5EF4-FFF2-40B4-BE49-F238E27FC236}">
                    <a16:creationId xmlns:a16="http://schemas.microsoft.com/office/drawing/2014/main" id="{003486E3-1BBA-69BB-5D92-F16C463F3D51}"/>
                  </a:ext>
                </a:extLst>
              </p:cNvPr>
              <p:cNvSpPr txBox="1"/>
              <p:nvPr/>
            </p:nvSpPr>
            <p:spPr>
              <a:xfrm>
                <a:off x="3505427" y="4914500"/>
                <a:ext cx="633453" cy="253916"/>
              </a:xfrm>
              <a:prstGeom prst="rect">
                <a:avLst/>
              </a:prstGeom>
              <a:noFill/>
            </p:spPr>
            <p:txBody>
              <a:bodyPr wrap="square" lIns="91440" tIns="45720" rIns="91440" bIns="45720" rtlCol="0" anchor="t">
                <a:spAutoFit/>
              </a:bodyPr>
              <a:lstStyle/>
              <a:p>
                <a:r>
                  <a:rPr lang="en-GB" sz="1050" b="1"/>
                  <a:t>Perdu</a:t>
                </a:r>
                <a:endParaRPr lang="fr-FR" sz="1050" b="1"/>
              </a:p>
            </p:txBody>
          </p:sp>
        </p:grpSp>
        <p:grpSp>
          <p:nvGrpSpPr>
            <p:cNvPr id="272" name="Group 271">
              <a:extLst>
                <a:ext uri="{FF2B5EF4-FFF2-40B4-BE49-F238E27FC236}">
                  <a16:creationId xmlns:a16="http://schemas.microsoft.com/office/drawing/2014/main" id="{DAF5FEA5-9E00-1AFC-4DCF-845E94853147}"/>
                </a:ext>
              </a:extLst>
            </p:cNvPr>
            <p:cNvGrpSpPr/>
            <p:nvPr/>
          </p:nvGrpSpPr>
          <p:grpSpPr>
            <a:xfrm>
              <a:off x="5765883" y="5762125"/>
              <a:ext cx="938677" cy="253916"/>
              <a:chOff x="5572231" y="4914500"/>
              <a:chExt cx="938677" cy="253916"/>
            </a:xfrm>
          </p:grpSpPr>
          <p:sp>
            <p:nvSpPr>
              <p:cNvPr id="205" name="Ellipse 24">
                <a:extLst>
                  <a:ext uri="{FF2B5EF4-FFF2-40B4-BE49-F238E27FC236}">
                    <a16:creationId xmlns:a16="http://schemas.microsoft.com/office/drawing/2014/main" id="{751097AA-6F8C-99DB-DFE5-2BE52EB790EA}"/>
                  </a:ext>
                </a:extLst>
              </p:cNvPr>
              <p:cNvSpPr/>
              <p:nvPr/>
            </p:nvSpPr>
            <p:spPr>
              <a:xfrm>
                <a:off x="5572231" y="4934150"/>
                <a:ext cx="230417" cy="222311"/>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dirty="0"/>
              </a:p>
            </p:txBody>
          </p:sp>
          <p:sp>
            <p:nvSpPr>
              <p:cNvPr id="267" name="TextBox 266">
                <a:extLst>
                  <a:ext uri="{FF2B5EF4-FFF2-40B4-BE49-F238E27FC236}">
                    <a16:creationId xmlns:a16="http://schemas.microsoft.com/office/drawing/2014/main" id="{9604FBE8-A80B-E6A4-8CC6-55DD40A05FDE}"/>
                  </a:ext>
                </a:extLst>
              </p:cNvPr>
              <p:cNvSpPr txBox="1"/>
              <p:nvPr/>
            </p:nvSpPr>
            <p:spPr>
              <a:xfrm>
                <a:off x="5782901" y="4914500"/>
                <a:ext cx="728007" cy="253916"/>
              </a:xfrm>
              <a:prstGeom prst="rect">
                <a:avLst/>
              </a:prstGeom>
              <a:noFill/>
            </p:spPr>
            <p:txBody>
              <a:bodyPr wrap="square" lIns="91440" tIns="45720" rIns="91440" bIns="45720" rtlCol="0" anchor="t">
                <a:spAutoFit/>
              </a:bodyPr>
              <a:lstStyle/>
              <a:p>
                <a:r>
                  <a:rPr lang="en-GB" sz="1050" b="1" dirty="0"/>
                  <a:t>Nouveau</a:t>
                </a:r>
                <a:endParaRPr lang="fr-FR" sz="1050" b="1" dirty="0"/>
              </a:p>
            </p:txBody>
          </p:sp>
        </p:grpSp>
        <p:grpSp>
          <p:nvGrpSpPr>
            <p:cNvPr id="273" name="Group 272">
              <a:extLst>
                <a:ext uri="{FF2B5EF4-FFF2-40B4-BE49-F238E27FC236}">
                  <a16:creationId xmlns:a16="http://schemas.microsoft.com/office/drawing/2014/main" id="{D9659A05-098C-7D96-CF9F-AAEA23CBAB5B}"/>
                </a:ext>
              </a:extLst>
            </p:cNvPr>
            <p:cNvGrpSpPr/>
            <p:nvPr/>
          </p:nvGrpSpPr>
          <p:grpSpPr>
            <a:xfrm>
              <a:off x="7070475" y="5762125"/>
              <a:ext cx="1268359" cy="253916"/>
              <a:chOff x="7591844" y="4914500"/>
              <a:chExt cx="1268359" cy="253916"/>
            </a:xfrm>
          </p:grpSpPr>
          <p:sp>
            <p:nvSpPr>
              <p:cNvPr id="201" name="Ellipse 9">
                <a:extLst>
                  <a:ext uri="{FF2B5EF4-FFF2-40B4-BE49-F238E27FC236}">
                    <a16:creationId xmlns:a16="http://schemas.microsoft.com/office/drawing/2014/main" id="{292FB7F1-F52B-6645-5A65-E12F8FC3148F}"/>
                  </a:ext>
                </a:extLst>
              </p:cNvPr>
              <p:cNvSpPr/>
              <p:nvPr/>
            </p:nvSpPr>
            <p:spPr>
              <a:xfrm>
                <a:off x="7591844" y="4934150"/>
                <a:ext cx="222311" cy="222311"/>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a:solidFill>
                    <a:schemeClr val="tx1">
                      <a:lumMod val="40000"/>
                      <a:lumOff val="60000"/>
                    </a:schemeClr>
                  </a:solidFill>
                </a:endParaRPr>
              </a:p>
            </p:txBody>
          </p:sp>
          <p:sp>
            <p:nvSpPr>
              <p:cNvPr id="268" name="TextBox 267">
                <a:extLst>
                  <a:ext uri="{FF2B5EF4-FFF2-40B4-BE49-F238E27FC236}">
                    <a16:creationId xmlns:a16="http://schemas.microsoft.com/office/drawing/2014/main" id="{62DEB607-782E-B1D0-DE64-2483B9051CF4}"/>
                  </a:ext>
                </a:extLst>
              </p:cNvPr>
              <p:cNvSpPr txBox="1"/>
              <p:nvPr/>
            </p:nvSpPr>
            <p:spPr>
              <a:xfrm>
                <a:off x="7814793" y="4914500"/>
                <a:ext cx="1045410" cy="253916"/>
              </a:xfrm>
              <a:prstGeom prst="rect">
                <a:avLst/>
              </a:prstGeom>
              <a:noFill/>
            </p:spPr>
            <p:txBody>
              <a:bodyPr wrap="square" rtlCol="0">
                <a:spAutoFit/>
              </a:bodyPr>
              <a:lstStyle/>
              <a:p>
                <a:r>
                  <a:rPr lang="en-GB" sz="1050" b="1"/>
                  <a:t>Réunion Client</a:t>
                </a:r>
                <a:endParaRPr lang="fr-FR" sz="1050" b="1"/>
              </a:p>
            </p:txBody>
          </p:sp>
        </p:grpSp>
        <p:grpSp>
          <p:nvGrpSpPr>
            <p:cNvPr id="274" name="Group 273">
              <a:extLst>
                <a:ext uri="{FF2B5EF4-FFF2-40B4-BE49-F238E27FC236}">
                  <a16:creationId xmlns:a16="http://schemas.microsoft.com/office/drawing/2014/main" id="{24EB5BA0-B8EC-E2E4-2682-7A1C6A778725}"/>
                </a:ext>
              </a:extLst>
            </p:cNvPr>
            <p:cNvGrpSpPr/>
            <p:nvPr/>
          </p:nvGrpSpPr>
          <p:grpSpPr>
            <a:xfrm>
              <a:off x="8910694" y="5762125"/>
              <a:ext cx="1033070" cy="253916"/>
              <a:chOff x="9415804" y="4914500"/>
              <a:chExt cx="1033070" cy="253916"/>
            </a:xfrm>
          </p:grpSpPr>
          <p:sp>
            <p:nvSpPr>
              <p:cNvPr id="264" name="Ellipse 16">
                <a:extLst>
                  <a:ext uri="{FF2B5EF4-FFF2-40B4-BE49-F238E27FC236}">
                    <a16:creationId xmlns:a16="http://schemas.microsoft.com/office/drawing/2014/main" id="{5AC9EF08-7A55-D987-06AE-4D622F488908}"/>
                  </a:ext>
                </a:extLst>
              </p:cNvPr>
              <p:cNvSpPr/>
              <p:nvPr/>
            </p:nvSpPr>
            <p:spPr>
              <a:xfrm>
                <a:off x="9415804" y="4934150"/>
                <a:ext cx="222311" cy="222311"/>
              </a:xfrm>
              <a:prstGeom prst="ellipse">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a:p>
            </p:txBody>
          </p:sp>
          <p:sp>
            <p:nvSpPr>
              <p:cNvPr id="269" name="TextBox 268">
                <a:extLst>
                  <a:ext uri="{FF2B5EF4-FFF2-40B4-BE49-F238E27FC236}">
                    <a16:creationId xmlns:a16="http://schemas.microsoft.com/office/drawing/2014/main" id="{8EB3D7D4-8216-4DE3-F330-9C4C4FDE1D12}"/>
                  </a:ext>
                </a:extLst>
              </p:cNvPr>
              <p:cNvSpPr txBox="1"/>
              <p:nvPr/>
            </p:nvSpPr>
            <p:spPr>
              <a:xfrm>
                <a:off x="9658709" y="4914500"/>
                <a:ext cx="790165" cy="253916"/>
              </a:xfrm>
              <a:prstGeom prst="rect">
                <a:avLst/>
              </a:prstGeom>
              <a:noFill/>
            </p:spPr>
            <p:txBody>
              <a:bodyPr wrap="square" lIns="91440" tIns="45720" rIns="91440" bIns="45720" rtlCol="0" anchor="t">
                <a:spAutoFit/>
              </a:bodyPr>
              <a:lstStyle/>
              <a:p>
                <a:r>
                  <a:rPr lang="en-GB" sz="1050" b="1" err="1"/>
                  <a:t>Gagné</a:t>
                </a:r>
                <a:endParaRPr lang="fr-FR" sz="1050" b="1"/>
              </a:p>
            </p:txBody>
          </p:sp>
        </p:grpSp>
        <p:grpSp>
          <p:nvGrpSpPr>
            <p:cNvPr id="43" name="Group 42">
              <a:extLst>
                <a:ext uri="{FF2B5EF4-FFF2-40B4-BE49-F238E27FC236}">
                  <a16:creationId xmlns:a16="http://schemas.microsoft.com/office/drawing/2014/main" id="{860C830E-18EA-0090-6482-406892BFCCB0}"/>
                </a:ext>
              </a:extLst>
            </p:cNvPr>
            <p:cNvGrpSpPr/>
            <p:nvPr/>
          </p:nvGrpSpPr>
          <p:grpSpPr>
            <a:xfrm>
              <a:off x="5788051" y="6219325"/>
              <a:ext cx="1113293" cy="261610"/>
              <a:chOff x="407645" y="4914500"/>
              <a:chExt cx="1113293" cy="261610"/>
            </a:xfrm>
          </p:grpSpPr>
          <p:sp>
            <p:nvSpPr>
              <p:cNvPr id="44" name="Ellipse 13">
                <a:extLst>
                  <a:ext uri="{FF2B5EF4-FFF2-40B4-BE49-F238E27FC236}">
                    <a16:creationId xmlns:a16="http://schemas.microsoft.com/office/drawing/2014/main" id="{BED0AEDC-2DFF-9905-617F-5C659F8D4617}"/>
                  </a:ext>
                </a:extLst>
              </p:cNvPr>
              <p:cNvSpPr/>
              <p:nvPr/>
            </p:nvSpPr>
            <p:spPr>
              <a:xfrm>
                <a:off x="407645" y="4934150"/>
                <a:ext cx="222311" cy="222311"/>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a:p>
            </p:txBody>
          </p:sp>
          <p:sp>
            <p:nvSpPr>
              <p:cNvPr id="45" name="TextBox 44">
                <a:extLst>
                  <a:ext uri="{FF2B5EF4-FFF2-40B4-BE49-F238E27FC236}">
                    <a16:creationId xmlns:a16="http://schemas.microsoft.com/office/drawing/2014/main" id="{D203E956-3988-9A28-D498-6B4C1E6A30EA}"/>
                  </a:ext>
                </a:extLst>
              </p:cNvPr>
              <p:cNvSpPr txBox="1"/>
              <p:nvPr/>
            </p:nvSpPr>
            <p:spPr>
              <a:xfrm>
                <a:off x="644074" y="4914500"/>
                <a:ext cx="876864" cy="261610"/>
              </a:xfrm>
              <a:prstGeom prst="rect">
                <a:avLst/>
              </a:prstGeom>
              <a:noFill/>
            </p:spPr>
            <p:txBody>
              <a:bodyPr wrap="square" rtlCol="0">
                <a:spAutoFit/>
              </a:bodyPr>
              <a:lstStyle/>
              <a:p>
                <a:r>
                  <a:rPr lang="en-GB" sz="1050" b="1"/>
                  <a:t>En cours</a:t>
                </a:r>
                <a:endParaRPr lang="fr-FR" sz="1050" b="1"/>
              </a:p>
            </p:txBody>
          </p:sp>
        </p:grpSp>
      </p:grpSp>
      <p:graphicFrame>
        <p:nvGraphicFramePr>
          <p:cNvPr id="59" name="Table 58">
            <a:extLst>
              <a:ext uri="{FF2B5EF4-FFF2-40B4-BE49-F238E27FC236}">
                <a16:creationId xmlns:a16="http://schemas.microsoft.com/office/drawing/2014/main" id="{CF535CA0-B426-9730-485A-FCB13AA54E20}"/>
              </a:ext>
            </a:extLst>
          </p:cNvPr>
          <p:cNvGraphicFramePr>
            <a:graphicFrameLocks noGrp="1"/>
          </p:cNvGraphicFramePr>
          <p:nvPr>
            <p:extLst>
              <p:ext uri="{D42A27DB-BD31-4B8C-83A1-F6EECF244321}">
                <p14:modId xmlns:p14="http://schemas.microsoft.com/office/powerpoint/2010/main" val="1295331387"/>
              </p:ext>
            </p:extLst>
          </p:nvPr>
        </p:nvGraphicFramePr>
        <p:xfrm>
          <a:off x="100012" y="1222136"/>
          <a:ext cx="11872911" cy="4144018"/>
        </p:xfrm>
        <a:graphic>
          <a:graphicData uri="http://schemas.openxmlformats.org/drawingml/2006/table">
            <a:tbl>
              <a:tblPr firstRow="1" bandRow="1">
                <a:tableStyleId>{69012ECD-51FC-41F1-AA8D-1B2483CD663E}</a:tableStyleId>
              </a:tblPr>
              <a:tblGrid>
                <a:gridCol w="555512">
                  <a:extLst>
                    <a:ext uri="{9D8B030D-6E8A-4147-A177-3AD203B41FA5}">
                      <a16:colId xmlns:a16="http://schemas.microsoft.com/office/drawing/2014/main" val="2792174961"/>
                    </a:ext>
                  </a:extLst>
                </a:gridCol>
                <a:gridCol w="422505">
                  <a:extLst>
                    <a:ext uri="{9D8B030D-6E8A-4147-A177-3AD203B41FA5}">
                      <a16:colId xmlns:a16="http://schemas.microsoft.com/office/drawing/2014/main" val="594472985"/>
                    </a:ext>
                  </a:extLst>
                </a:gridCol>
                <a:gridCol w="1135782">
                  <a:extLst>
                    <a:ext uri="{9D8B030D-6E8A-4147-A177-3AD203B41FA5}">
                      <a16:colId xmlns:a16="http://schemas.microsoft.com/office/drawing/2014/main" val="3085738169"/>
                    </a:ext>
                  </a:extLst>
                </a:gridCol>
                <a:gridCol w="812793">
                  <a:extLst>
                    <a:ext uri="{9D8B030D-6E8A-4147-A177-3AD203B41FA5}">
                      <a16:colId xmlns:a16="http://schemas.microsoft.com/office/drawing/2014/main" val="1020532707"/>
                    </a:ext>
                  </a:extLst>
                </a:gridCol>
                <a:gridCol w="419240">
                  <a:extLst>
                    <a:ext uri="{9D8B030D-6E8A-4147-A177-3AD203B41FA5}">
                      <a16:colId xmlns:a16="http://schemas.microsoft.com/office/drawing/2014/main" val="923262280"/>
                    </a:ext>
                  </a:extLst>
                </a:gridCol>
                <a:gridCol w="423512">
                  <a:extLst>
                    <a:ext uri="{9D8B030D-6E8A-4147-A177-3AD203B41FA5}">
                      <a16:colId xmlns:a16="http://schemas.microsoft.com/office/drawing/2014/main" val="2362160681"/>
                    </a:ext>
                  </a:extLst>
                </a:gridCol>
                <a:gridCol w="625642">
                  <a:extLst>
                    <a:ext uri="{9D8B030D-6E8A-4147-A177-3AD203B41FA5}">
                      <a16:colId xmlns:a16="http://schemas.microsoft.com/office/drawing/2014/main" val="1770019901"/>
                    </a:ext>
                  </a:extLst>
                </a:gridCol>
                <a:gridCol w="831962">
                  <a:extLst>
                    <a:ext uri="{9D8B030D-6E8A-4147-A177-3AD203B41FA5}">
                      <a16:colId xmlns:a16="http://schemas.microsoft.com/office/drawing/2014/main" val="4148217481"/>
                    </a:ext>
                  </a:extLst>
                </a:gridCol>
                <a:gridCol w="879475">
                  <a:extLst>
                    <a:ext uri="{9D8B030D-6E8A-4147-A177-3AD203B41FA5}">
                      <a16:colId xmlns:a16="http://schemas.microsoft.com/office/drawing/2014/main" val="3159572237"/>
                    </a:ext>
                  </a:extLst>
                </a:gridCol>
                <a:gridCol w="474044">
                  <a:extLst>
                    <a:ext uri="{9D8B030D-6E8A-4147-A177-3AD203B41FA5}">
                      <a16:colId xmlns:a16="http://schemas.microsoft.com/office/drawing/2014/main" val="2643536549"/>
                    </a:ext>
                  </a:extLst>
                </a:gridCol>
                <a:gridCol w="807976">
                  <a:extLst>
                    <a:ext uri="{9D8B030D-6E8A-4147-A177-3AD203B41FA5}">
                      <a16:colId xmlns:a16="http://schemas.microsoft.com/office/drawing/2014/main" val="632634880"/>
                    </a:ext>
                  </a:extLst>
                </a:gridCol>
                <a:gridCol w="620391">
                  <a:extLst>
                    <a:ext uri="{9D8B030D-6E8A-4147-A177-3AD203B41FA5}">
                      <a16:colId xmlns:a16="http://schemas.microsoft.com/office/drawing/2014/main" val="4278904701"/>
                    </a:ext>
                  </a:extLst>
                </a:gridCol>
                <a:gridCol w="650143">
                  <a:extLst>
                    <a:ext uri="{9D8B030D-6E8A-4147-A177-3AD203B41FA5}">
                      <a16:colId xmlns:a16="http://schemas.microsoft.com/office/drawing/2014/main" val="32089014"/>
                    </a:ext>
                  </a:extLst>
                </a:gridCol>
                <a:gridCol w="529390">
                  <a:extLst>
                    <a:ext uri="{9D8B030D-6E8A-4147-A177-3AD203B41FA5}">
                      <a16:colId xmlns:a16="http://schemas.microsoft.com/office/drawing/2014/main" val="2338082993"/>
                    </a:ext>
                  </a:extLst>
                </a:gridCol>
                <a:gridCol w="591893">
                  <a:extLst>
                    <a:ext uri="{9D8B030D-6E8A-4147-A177-3AD203B41FA5}">
                      <a16:colId xmlns:a16="http://schemas.microsoft.com/office/drawing/2014/main" val="648317011"/>
                    </a:ext>
                  </a:extLst>
                </a:gridCol>
                <a:gridCol w="688267">
                  <a:extLst>
                    <a:ext uri="{9D8B030D-6E8A-4147-A177-3AD203B41FA5}">
                      <a16:colId xmlns:a16="http://schemas.microsoft.com/office/drawing/2014/main" val="3580727570"/>
                    </a:ext>
                  </a:extLst>
                </a:gridCol>
                <a:gridCol w="802473">
                  <a:extLst>
                    <a:ext uri="{9D8B030D-6E8A-4147-A177-3AD203B41FA5}">
                      <a16:colId xmlns:a16="http://schemas.microsoft.com/office/drawing/2014/main" val="1770928653"/>
                    </a:ext>
                  </a:extLst>
                </a:gridCol>
                <a:gridCol w="601911">
                  <a:extLst>
                    <a:ext uri="{9D8B030D-6E8A-4147-A177-3AD203B41FA5}">
                      <a16:colId xmlns:a16="http://schemas.microsoft.com/office/drawing/2014/main" val="2829912747"/>
                    </a:ext>
                  </a:extLst>
                </a:gridCol>
              </a:tblGrid>
              <a:tr h="764230">
                <a:tc>
                  <a:txBody>
                    <a:bodyPr/>
                    <a:lstStyle/>
                    <a:p>
                      <a:endParaRPr lang="fr-FR" sz="1100"/>
                    </a:p>
                  </a:txBody>
                  <a:tcPr>
                    <a:lnL w="6350" cap="flat" cmpd="sng" algn="ctr">
                      <a:noFill/>
                      <a:prstDash val="solid"/>
                      <a:miter lim="800000"/>
                    </a:lnL>
                    <a:lnR w="12700" cap="flat" cmpd="sng" algn="ctr">
                      <a:noFill/>
                      <a:prstDash val="solid"/>
                      <a:round/>
                      <a:headEnd type="none" w="med" len="med"/>
                      <a:tailEnd type="none" w="med" len="med"/>
                    </a:lnR>
                    <a:lnT w="6350" cap="flat" cmpd="sng" algn="ctr">
                      <a:noFill/>
                      <a:prstDash val="solid"/>
                      <a:miter lim="800000"/>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fr-FR" sz="1100"/>
                    </a:p>
                  </a:txBody>
                  <a:tcPr>
                    <a:lnL>
                      <a:noFill/>
                    </a:lnL>
                    <a:lnR w="12700" cap="flat" cmpd="sng" algn="ctr">
                      <a:noFill/>
                      <a:prstDash val="solid"/>
                      <a:round/>
                      <a:headEnd type="none" w="med" len="med"/>
                      <a:tailEnd type="none" w="med" len="med"/>
                    </a:lnR>
                    <a:lnT w="6350" cap="flat" cmpd="sng" algn="ctr">
                      <a:noFill/>
                      <a:prstDash val="solid"/>
                      <a:miter lim="800000"/>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FR" sz="1050" dirty="0"/>
                        <a:t>AK</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50000"/>
                      </a:schemeClr>
                    </a:solidFill>
                  </a:tcPr>
                </a:tc>
                <a:tc>
                  <a:txBody>
                    <a:bodyPr/>
                    <a:lstStyle/>
                    <a:p>
                      <a:pPr algn="ctr"/>
                      <a:r>
                        <a:rPr lang="fr-FR" sz="1050" dirty="0"/>
                        <a:t>BPCE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50000"/>
                      </a:schemeClr>
                    </a:solidFill>
                  </a:tcPr>
                </a:tc>
                <a:tc>
                  <a:txBody>
                    <a:bodyPr/>
                    <a:lstStyle/>
                    <a:p>
                      <a:pPr algn="ctr"/>
                      <a:r>
                        <a:rPr lang="fr-FR" sz="1050" dirty="0"/>
                        <a:t>BNP</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50000"/>
                      </a:schemeClr>
                    </a:solidFill>
                  </a:tcPr>
                </a:tc>
                <a:tc>
                  <a:txBody>
                    <a:bodyPr/>
                    <a:lstStyle/>
                    <a:p>
                      <a:pPr algn="ctr"/>
                      <a:r>
                        <a:rPr lang="fr-FR" sz="1050" dirty="0"/>
                        <a:t>BPI</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50000"/>
                      </a:schemeClr>
                    </a:solidFill>
                  </a:tcPr>
                </a:tc>
                <a:tc>
                  <a:txBody>
                    <a:bodyPr/>
                    <a:lstStyle/>
                    <a:p>
                      <a:pPr algn="ctr"/>
                      <a:r>
                        <a:rPr lang="fr-FR" sz="1050" dirty="0"/>
                        <a:t>CAPFM</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50000"/>
                      </a:schemeClr>
                    </a:solidFill>
                  </a:tcPr>
                </a:tc>
                <a:tc>
                  <a:txBody>
                    <a:bodyPr/>
                    <a:lstStyle/>
                    <a:p>
                      <a:pPr algn="ctr"/>
                      <a:r>
                        <a:rPr lang="fr-FR" sz="1050" dirty="0"/>
                        <a:t>CASA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50000"/>
                      </a:schemeClr>
                    </a:solidFill>
                  </a:tcPr>
                </a:tc>
                <a:tc>
                  <a:txBody>
                    <a:bodyPr/>
                    <a:lstStyle/>
                    <a:p>
                      <a:pPr algn="ctr"/>
                      <a:r>
                        <a:rPr lang="fr-FR" sz="1050" dirty="0"/>
                        <a:t>CDC</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50000"/>
                      </a:schemeClr>
                    </a:solidFill>
                  </a:tcPr>
                </a:tc>
                <a:tc>
                  <a:txBody>
                    <a:bodyPr/>
                    <a:lstStyle/>
                    <a:p>
                      <a:pPr algn="ctr"/>
                      <a:r>
                        <a:rPr lang="fr-FR" sz="1050" dirty="0"/>
                        <a:t>CCF</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50000"/>
                      </a:schemeClr>
                    </a:solidFill>
                  </a:tcPr>
                </a:tc>
                <a:tc>
                  <a:txBody>
                    <a:bodyPr/>
                    <a:lstStyle/>
                    <a:p>
                      <a:pPr algn="ctr"/>
                      <a:r>
                        <a:rPr lang="fr-FR" sz="1050" dirty="0"/>
                        <a:t>Crédit </a:t>
                      </a:r>
                    </a:p>
                    <a:p>
                      <a:pPr algn="ctr"/>
                      <a:r>
                        <a:rPr lang="fr-FR" sz="1050" dirty="0"/>
                        <a:t>Logement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50000"/>
                      </a:schemeClr>
                    </a:solidFill>
                  </a:tcPr>
                </a:tc>
                <a:tc>
                  <a:txBody>
                    <a:bodyPr/>
                    <a:lstStyle/>
                    <a:p>
                      <a:pPr algn="ctr"/>
                      <a:r>
                        <a:rPr lang="fr-FR" sz="1050" dirty="0"/>
                        <a:t>Crédit </a:t>
                      </a:r>
                    </a:p>
                    <a:p>
                      <a:pPr algn="ctr"/>
                      <a:r>
                        <a:rPr lang="fr-FR" sz="1050" dirty="0"/>
                        <a:t>Mutuel</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50000"/>
                      </a:schemeClr>
                    </a:solidFill>
                  </a:tcPr>
                </a:tc>
                <a:tc>
                  <a:txBody>
                    <a:bodyPr/>
                    <a:lstStyle/>
                    <a:p>
                      <a:pPr algn="ctr"/>
                      <a:r>
                        <a:rPr lang="fr-FR" sz="1050" dirty="0"/>
                        <a:t>Dexia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50000"/>
                      </a:schemeClr>
                    </a:solidFill>
                  </a:tcPr>
                </a:tc>
                <a:tc>
                  <a:txBody>
                    <a:bodyPr/>
                    <a:lstStyle/>
                    <a:p>
                      <a:pPr algn="ctr"/>
                      <a:r>
                        <a:rPr lang="fr-FR" sz="1050" dirty="0"/>
                        <a:t>LBP</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50000"/>
                      </a:schemeClr>
                    </a:solidFill>
                  </a:tcPr>
                </a:tc>
                <a:tc>
                  <a:txBody>
                    <a:bodyPr/>
                    <a:lstStyle/>
                    <a:p>
                      <a:pPr algn="ctr"/>
                      <a:r>
                        <a:rPr lang="fr-FR" sz="1050" dirty="0"/>
                        <a:t>HSBC</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50000"/>
                      </a:schemeClr>
                    </a:solidFill>
                  </a:tcPr>
                </a:tc>
                <a:tc>
                  <a:txBody>
                    <a:bodyPr/>
                    <a:lstStyle/>
                    <a:p>
                      <a:pPr algn="ctr"/>
                      <a:r>
                        <a:rPr lang="fr-FR" sz="1050" dirty="0"/>
                        <a:t>MFS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50000"/>
                      </a:schemeClr>
                    </a:solidFill>
                  </a:tcPr>
                </a:tc>
                <a:tc>
                  <a:txBody>
                    <a:bodyPr/>
                    <a:lstStyle/>
                    <a:p>
                      <a:pPr algn="ctr"/>
                      <a:r>
                        <a:rPr lang="fr-FR" sz="1050" dirty="0"/>
                        <a:t>QNB</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50000"/>
                      </a:schemeClr>
                    </a:solidFill>
                  </a:tcPr>
                </a:tc>
                <a:tc>
                  <a:txBody>
                    <a:bodyPr/>
                    <a:lstStyle/>
                    <a:p>
                      <a:pPr algn="ctr"/>
                      <a:r>
                        <a:rPr lang="fr-FR" sz="1050" dirty="0"/>
                        <a:t>SG</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50000"/>
                      </a:schemeClr>
                    </a:solidFill>
                  </a:tcPr>
                </a:tc>
                <a:extLst>
                  <a:ext uri="{0D108BD9-81ED-4DB2-BD59-A6C34878D82A}">
                    <a16:rowId xmlns:a16="http://schemas.microsoft.com/office/drawing/2014/main" val="2435512659"/>
                  </a:ext>
                </a:extLst>
              </a:tr>
              <a:tr h="917918">
                <a:tc rowSpan="2">
                  <a:txBody>
                    <a:bodyPr/>
                    <a:lstStyle/>
                    <a:p>
                      <a:pPr algn="ctr"/>
                      <a:r>
                        <a:rPr lang="fr-FR" sz="1100" b="1" dirty="0"/>
                        <a:t>LoD1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a:r>
                        <a:rPr lang="fr-FR" sz="1000" dirty="0"/>
                        <a:t>Commentaire</a:t>
                      </a: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sz="1050"/>
                        <a:t>Prod IRRBB*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050" dirty="0"/>
                        <a:t>Analyse de conformité des rapports IRRBB (+ Natixis)</a:t>
                      </a:r>
                      <a:endParaRPr lang="fr-FR" sz="105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fr-FR" sz="105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fr-FR" sz="105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fr-FR" sz="105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sz="1050" strike="sngStrike" dirty="0"/>
                        <a:t>Cortex</a:t>
                      </a:r>
                    </a:p>
                    <a:p>
                      <a:pPr algn="ctr"/>
                      <a:endParaRPr lang="fr-FR" sz="1050" dirty="0"/>
                    </a:p>
                    <a:p>
                      <a:pPr algn="ctr"/>
                      <a:r>
                        <a:rPr lang="fr-FR" sz="1050" dirty="0"/>
                        <a:t>Stress-test liquidité?</a:t>
                      </a:r>
                    </a:p>
                    <a:p>
                      <a:pPr algn="ctr"/>
                      <a:endParaRPr lang="fr-FR" sz="1050" dirty="0"/>
                    </a:p>
                    <a:p>
                      <a:pPr algn="ctr"/>
                      <a:r>
                        <a:rPr lang="fr-FR" sz="1050" strike="sngStrike" dirty="0"/>
                        <a:t>IRRBB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fr-FR" sz="105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fr-FR" sz="105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sz="1050" dirty="0"/>
                        <a:t>Outil IRRBB + travaux renta/PNB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fr-FR" sz="105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fr-FR" sz="105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fr-FR" sz="105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sz="1050" dirty="0"/>
                        <a:t>Audit IRRBB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sz="1050" dirty="0"/>
                        <a:t>Modélisation Risque de taux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sz="1050" dirty="0"/>
                        <a:t>Modélisation Risque de taux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fr-FR" sz="105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04730721"/>
                  </a:ext>
                </a:extLst>
              </a:tr>
              <a:tr h="558324">
                <a:tc vMerge="1">
                  <a:txBody>
                    <a:bodyPr/>
                    <a:lstStyle/>
                    <a:p>
                      <a:endParaRPr lang="fr-FR"/>
                    </a:p>
                  </a:txBody>
                  <a:tcPr/>
                </a:tc>
                <a:tc>
                  <a:txBody>
                    <a:bodyPr/>
                    <a:lstStyle/>
                    <a:p>
                      <a:pPr algn="ctr"/>
                      <a:r>
                        <a:rPr lang="fr-FR" sz="1000" dirty="0"/>
                        <a:t>Statut</a:t>
                      </a:r>
                      <a:endParaRPr lang="fr-FR" sz="1200" dirty="0"/>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endParaRPr lang="fr-FR" sz="105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endParaRPr lang="fr-FR" sz="105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endParaRPr lang="fr-FR" sz="105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endParaRPr lang="fr-FR" sz="105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endParaRPr lang="fr-FR" sz="105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endParaRPr lang="fr-FR" sz="105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endParaRPr lang="fr-FR" sz="105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endParaRPr lang="fr-FR" sz="105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endParaRPr lang="fr-FR" sz="105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endParaRPr lang="fr-FR" sz="105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endParaRPr lang="fr-FR" sz="105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endParaRPr lang="fr-FR" sz="105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endParaRPr lang="fr-FR" sz="105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endParaRPr lang="fr-FR" sz="105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endParaRPr lang="fr-FR" sz="105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endParaRPr lang="fr-FR" sz="105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75084073"/>
                  </a:ext>
                </a:extLst>
              </a:tr>
              <a:tr h="1121900">
                <a:tc rowSpan="2">
                  <a:txBody>
                    <a:bodyPr/>
                    <a:lstStyle/>
                    <a:p>
                      <a:pPr algn="ctr"/>
                      <a:r>
                        <a:rPr lang="fr-FR" sz="1100" b="1"/>
                        <a:t>LoD2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fr-FR" sz="1000" dirty="0"/>
                        <a:t>Commentaire</a:t>
                      </a: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fr-FR" sz="105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fr-FR" sz="105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fr-FR" sz="105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fr-FR" sz="105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sz="1050" dirty="0"/>
                        <a:t>Sécurisation des reportings financiers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fr-FR" sz="105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fr-FR" sz="105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fr-FR" sz="105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fr-FR" sz="105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sz="1050" dirty="0"/>
                        <a:t>CMAF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fr-FR" sz="105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fr-FR" sz="105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fr-FR" sz="105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fr-FR" sz="105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fr-FR" sz="105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fr-FR" sz="105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5539950"/>
                  </a:ext>
                </a:extLst>
              </a:tr>
              <a:tr h="558324">
                <a:tc vMerge="1">
                  <a:txBody>
                    <a:bodyPr/>
                    <a:lstStyle/>
                    <a:p>
                      <a:endParaRPr/>
                    </a:p>
                  </a:txBody>
                  <a:tcPr/>
                </a:tc>
                <a:tc>
                  <a:txBody>
                    <a:bodyPr/>
                    <a:lstStyle/>
                    <a:p>
                      <a:pPr algn="ctr"/>
                      <a:r>
                        <a:rPr lang="fr-FR" sz="1000" dirty="0"/>
                        <a:t>Statut</a:t>
                      </a:r>
                      <a:endParaRPr lang="fr-FR" sz="1200" dirty="0"/>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endParaRPr lang="fr-FR" sz="105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endParaRPr lang="fr-FR" sz="105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endParaRPr lang="fr-FR" sz="105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endParaRPr lang="fr-FR" sz="105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endParaRPr lang="fr-FR" sz="105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endParaRPr lang="fr-FR" sz="105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endParaRPr lang="fr-FR" sz="105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endParaRPr lang="fr-FR" sz="105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endParaRPr lang="fr-FR" sz="105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endParaRPr lang="fr-FR" sz="105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endParaRPr lang="fr-FR" sz="105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endParaRPr lang="fr-FR" sz="105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endParaRPr lang="fr-FR" sz="105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endParaRPr lang="fr-FR" sz="105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endParaRPr lang="fr-FR" sz="105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endParaRPr lang="fr-FR" sz="105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43584634"/>
                  </a:ext>
                </a:extLst>
              </a:tr>
            </a:tbl>
          </a:graphicData>
        </a:graphic>
      </p:graphicFrame>
      <p:sp>
        <p:nvSpPr>
          <p:cNvPr id="23" name="Ellipse 13">
            <a:extLst>
              <a:ext uri="{FF2B5EF4-FFF2-40B4-BE49-F238E27FC236}">
                <a16:creationId xmlns:a16="http://schemas.microsoft.com/office/drawing/2014/main" id="{741CFD37-8F54-5DB8-1DAF-1C2DF7880F39}"/>
              </a:ext>
            </a:extLst>
          </p:cNvPr>
          <p:cNvSpPr/>
          <p:nvPr/>
        </p:nvSpPr>
        <p:spPr>
          <a:xfrm>
            <a:off x="1509138" y="3194895"/>
            <a:ext cx="222311" cy="222311"/>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a:p>
        </p:txBody>
      </p:sp>
      <p:sp>
        <p:nvSpPr>
          <p:cNvPr id="60" name="Ellipse 13">
            <a:extLst>
              <a:ext uri="{FF2B5EF4-FFF2-40B4-BE49-F238E27FC236}">
                <a16:creationId xmlns:a16="http://schemas.microsoft.com/office/drawing/2014/main" id="{A832FE53-3DC2-C70E-E4E0-1FA081D09DA4}"/>
              </a:ext>
            </a:extLst>
          </p:cNvPr>
          <p:cNvSpPr/>
          <p:nvPr/>
        </p:nvSpPr>
        <p:spPr>
          <a:xfrm>
            <a:off x="6994311" y="3194895"/>
            <a:ext cx="222311" cy="222311"/>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a:p>
        </p:txBody>
      </p:sp>
      <p:sp>
        <p:nvSpPr>
          <p:cNvPr id="12" name="Ellipse 9">
            <a:extLst>
              <a:ext uri="{FF2B5EF4-FFF2-40B4-BE49-F238E27FC236}">
                <a16:creationId xmlns:a16="http://schemas.microsoft.com/office/drawing/2014/main" id="{CBA3F426-E6C5-8362-93BA-BA0C851C4DA3}"/>
              </a:ext>
            </a:extLst>
          </p:cNvPr>
          <p:cNvSpPr/>
          <p:nvPr/>
        </p:nvSpPr>
        <p:spPr>
          <a:xfrm>
            <a:off x="4049941" y="4983013"/>
            <a:ext cx="216000" cy="216000"/>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a:p>
        </p:txBody>
      </p:sp>
      <p:sp>
        <p:nvSpPr>
          <p:cNvPr id="13" name="TextBox 12">
            <a:extLst>
              <a:ext uri="{FF2B5EF4-FFF2-40B4-BE49-F238E27FC236}">
                <a16:creationId xmlns:a16="http://schemas.microsoft.com/office/drawing/2014/main" id="{90ED76DC-AF63-602A-5BAD-69D3950A9F64}"/>
              </a:ext>
            </a:extLst>
          </p:cNvPr>
          <p:cNvSpPr txBox="1"/>
          <p:nvPr/>
        </p:nvSpPr>
        <p:spPr>
          <a:xfrm>
            <a:off x="0" y="6161204"/>
            <a:ext cx="1285875" cy="600164"/>
          </a:xfrm>
          <a:prstGeom prst="rect">
            <a:avLst/>
          </a:prstGeom>
          <a:noFill/>
        </p:spPr>
        <p:txBody>
          <a:bodyPr wrap="square" rtlCol="0">
            <a:spAutoFit/>
          </a:bodyPr>
          <a:lstStyle/>
          <a:p>
            <a:pPr algn="ctr"/>
            <a:r>
              <a:rPr lang="fr-FR" sz="1100" dirty="0"/>
              <a:t>* Reprise pour l’arrêté de septembre</a:t>
            </a:r>
          </a:p>
        </p:txBody>
      </p:sp>
      <p:sp>
        <p:nvSpPr>
          <p:cNvPr id="17" name="Ellipse 9">
            <a:extLst>
              <a:ext uri="{FF2B5EF4-FFF2-40B4-BE49-F238E27FC236}">
                <a16:creationId xmlns:a16="http://schemas.microsoft.com/office/drawing/2014/main" id="{1869CD21-B2B7-AD63-C860-B8CB2B33B310}"/>
              </a:ext>
            </a:extLst>
          </p:cNvPr>
          <p:cNvSpPr/>
          <p:nvPr/>
        </p:nvSpPr>
        <p:spPr>
          <a:xfrm>
            <a:off x="9494391" y="3198050"/>
            <a:ext cx="216000" cy="216000"/>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a:p>
        </p:txBody>
      </p:sp>
      <p:sp>
        <p:nvSpPr>
          <p:cNvPr id="21" name="Ellipse 9">
            <a:extLst>
              <a:ext uri="{FF2B5EF4-FFF2-40B4-BE49-F238E27FC236}">
                <a16:creationId xmlns:a16="http://schemas.microsoft.com/office/drawing/2014/main" id="{345CCA3C-CD17-8A8B-93D1-9839BE15C262}"/>
              </a:ext>
            </a:extLst>
          </p:cNvPr>
          <p:cNvSpPr/>
          <p:nvPr/>
        </p:nvSpPr>
        <p:spPr>
          <a:xfrm>
            <a:off x="2488797" y="4979858"/>
            <a:ext cx="222311" cy="222311"/>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a:solidFill>
                <a:schemeClr val="tx1">
                  <a:lumMod val="40000"/>
                  <a:lumOff val="60000"/>
                </a:schemeClr>
              </a:solidFill>
            </a:endParaRPr>
          </a:p>
        </p:txBody>
      </p:sp>
      <p:sp>
        <p:nvSpPr>
          <p:cNvPr id="7" name="Ellipse 9">
            <a:extLst>
              <a:ext uri="{FF2B5EF4-FFF2-40B4-BE49-F238E27FC236}">
                <a16:creationId xmlns:a16="http://schemas.microsoft.com/office/drawing/2014/main" id="{C826E31C-B433-2FAF-786A-C63243D854C6}"/>
              </a:ext>
            </a:extLst>
          </p:cNvPr>
          <p:cNvSpPr/>
          <p:nvPr/>
        </p:nvSpPr>
        <p:spPr>
          <a:xfrm>
            <a:off x="2464344" y="3194895"/>
            <a:ext cx="222311" cy="222311"/>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a:solidFill>
                <a:schemeClr val="tx1">
                  <a:lumMod val="40000"/>
                  <a:lumOff val="60000"/>
                </a:schemeClr>
              </a:solidFill>
            </a:endParaRPr>
          </a:p>
        </p:txBody>
      </p:sp>
      <p:sp>
        <p:nvSpPr>
          <p:cNvPr id="18" name="Ellipse 9">
            <a:extLst>
              <a:ext uri="{FF2B5EF4-FFF2-40B4-BE49-F238E27FC236}">
                <a16:creationId xmlns:a16="http://schemas.microsoft.com/office/drawing/2014/main" id="{68E3F0EB-B9C6-AA96-416B-B8CB2744D3C3}"/>
              </a:ext>
            </a:extLst>
          </p:cNvPr>
          <p:cNvSpPr/>
          <p:nvPr/>
        </p:nvSpPr>
        <p:spPr>
          <a:xfrm>
            <a:off x="5704532" y="4979858"/>
            <a:ext cx="222311" cy="222311"/>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a:solidFill>
                <a:schemeClr val="tx1">
                  <a:lumMod val="40000"/>
                  <a:lumOff val="60000"/>
                </a:schemeClr>
              </a:solidFill>
            </a:endParaRPr>
          </a:p>
        </p:txBody>
      </p:sp>
      <p:grpSp>
        <p:nvGrpSpPr>
          <p:cNvPr id="6" name="Group 5">
            <a:extLst>
              <a:ext uri="{FF2B5EF4-FFF2-40B4-BE49-F238E27FC236}">
                <a16:creationId xmlns:a16="http://schemas.microsoft.com/office/drawing/2014/main" id="{51C0EB8C-EC18-28BE-0EF8-85EAECAC65BF}"/>
              </a:ext>
            </a:extLst>
          </p:cNvPr>
          <p:cNvGrpSpPr/>
          <p:nvPr/>
        </p:nvGrpSpPr>
        <p:grpSpPr>
          <a:xfrm>
            <a:off x="4758047" y="3194221"/>
            <a:ext cx="232715" cy="223659"/>
            <a:chOff x="5693413" y="3212001"/>
            <a:chExt cx="232715" cy="223659"/>
          </a:xfrm>
        </p:grpSpPr>
        <p:sp>
          <p:nvSpPr>
            <p:cNvPr id="14" name="Ellipse 9">
              <a:extLst>
                <a:ext uri="{FF2B5EF4-FFF2-40B4-BE49-F238E27FC236}">
                  <a16:creationId xmlns:a16="http://schemas.microsoft.com/office/drawing/2014/main" id="{6DD5FDE3-BB51-6479-3B89-EDFACE2BD591}"/>
                </a:ext>
              </a:extLst>
            </p:cNvPr>
            <p:cNvSpPr/>
            <p:nvPr/>
          </p:nvSpPr>
          <p:spPr>
            <a:xfrm>
              <a:off x="5697467" y="3212001"/>
              <a:ext cx="222311" cy="222311"/>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a:p>
          </p:txBody>
        </p:sp>
        <p:sp>
          <p:nvSpPr>
            <p:cNvPr id="20" name="Ellipse 24">
              <a:extLst>
                <a:ext uri="{FF2B5EF4-FFF2-40B4-BE49-F238E27FC236}">
                  <a16:creationId xmlns:a16="http://schemas.microsoft.com/office/drawing/2014/main" id="{30EB1371-1AEE-34D4-E610-9CADAD9864E6}"/>
                </a:ext>
              </a:extLst>
            </p:cNvPr>
            <p:cNvSpPr/>
            <p:nvPr/>
          </p:nvSpPr>
          <p:spPr>
            <a:xfrm>
              <a:off x="5693413" y="3212001"/>
              <a:ext cx="230417" cy="222311"/>
            </a:xfrm>
            <a:prstGeom prst="ellipse">
              <a:avLst/>
            </a:prstGeom>
            <a:no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a:p>
          </p:txBody>
        </p:sp>
        <p:sp>
          <p:nvSpPr>
            <p:cNvPr id="26" name="Ellipse 24">
              <a:extLst>
                <a:ext uri="{FF2B5EF4-FFF2-40B4-BE49-F238E27FC236}">
                  <a16:creationId xmlns:a16="http://schemas.microsoft.com/office/drawing/2014/main" id="{38D0D8B7-FEF6-957E-DDE8-FBF08822F6EF}"/>
                </a:ext>
              </a:extLst>
            </p:cNvPr>
            <p:cNvSpPr/>
            <p:nvPr/>
          </p:nvSpPr>
          <p:spPr>
            <a:xfrm>
              <a:off x="5695711" y="3213349"/>
              <a:ext cx="230417" cy="222311"/>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dirty="0"/>
            </a:p>
          </p:txBody>
        </p:sp>
      </p:grpSp>
      <p:grpSp>
        <p:nvGrpSpPr>
          <p:cNvPr id="8" name="Group 7">
            <a:extLst>
              <a:ext uri="{FF2B5EF4-FFF2-40B4-BE49-F238E27FC236}">
                <a16:creationId xmlns:a16="http://schemas.microsoft.com/office/drawing/2014/main" id="{41CD3FD6-CDEC-9778-A8B8-E42BF5675CFA}"/>
              </a:ext>
            </a:extLst>
          </p:cNvPr>
          <p:cNvGrpSpPr/>
          <p:nvPr/>
        </p:nvGrpSpPr>
        <p:grpSpPr>
          <a:xfrm>
            <a:off x="7695644" y="4970725"/>
            <a:ext cx="230417" cy="240577"/>
            <a:chOff x="8461084" y="4850119"/>
            <a:chExt cx="230417" cy="240577"/>
          </a:xfrm>
        </p:grpSpPr>
        <p:sp>
          <p:nvSpPr>
            <p:cNvPr id="62" name="Ellipse 9">
              <a:extLst>
                <a:ext uri="{FF2B5EF4-FFF2-40B4-BE49-F238E27FC236}">
                  <a16:creationId xmlns:a16="http://schemas.microsoft.com/office/drawing/2014/main" id="{B5E392D3-7C99-1EA5-9111-2D78A3676F20}"/>
                </a:ext>
              </a:extLst>
            </p:cNvPr>
            <p:cNvSpPr/>
            <p:nvPr/>
          </p:nvSpPr>
          <p:spPr>
            <a:xfrm>
              <a:off x="8465138" y="4868385"/>
              <a:ext cx="222311" cy="222311"/>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a:solidFill>
                  <a:schemeClr val="tx1">
                    <a:lumMod val="40000"/>
                    <a:lumOff val="60000"/>
                  </a:schemeClr>
                </a:solidFill>
              </a:endParaRPr>
            </a:p>
          </p:txBody>
        </p:sp>
        <p:sp>
          <p:nvSpPr>
            <p:cNvPr id="27" name="Ellipse 24">
              <a:extLst>
                <a:ext uri="{FF2B5EF4-FFF2-40B4-BE49-F238E27FC236}">
                  <a16:creationId xmlns:a16="http://schemas.microsoft.com/office/drawing/2014/main" id="{07463B23-358F-94A4-BF95-34B6D557F006}"/>
                </a:ext>
              </a:extLst>
            </p:cNvPr>
            <p:cNvSpPr/>
            <p:nvPr/>
          </p:nvSpPr>
          <p:spPr>
            <a:xfrm>
              <a:off x="8461084" y="4850119"/>
              <a:ext cx="230417" cy="222311"/>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dirty="0"/>
            </a:p>
          </p:txBody>
        </p:sp>
      </p:grpSp>
      <p:grpSp>
        <p:nvGrpSpPr>
          <p:cNvPr id="22" name="Group 21">
            <a:extLst>
              <a:ext uri="{FF2B5EF4-FFF2-40B4-BE49-F238E27FC236}">
                <a16:creationId xmlns:a16="http://schemas.microsoft.com/office/drawing/2014/main" id="{FD1BA89F-5440-81F0-9596-433A713B3882}"/>
              </a:ext>
            </a:extLst>
          </p:cNvPr>
          <p:cNvGrpSpPr/>
          <p:nvPr/>
        </p:nvGrpSpPr>
        <p:grpSpPr>
          <a:xfrm>
            <a:off x="8936478" y="3194598"/>
            <a:ext cx="233416" cy="222905"/>
            <a:chOff x="9055428" y="3946093"/>
            <a:chExt cx="233416" cy="222905"/>
          </a:xfrm>
        </p:grpSpPr>
        <p:sp>
          <p:nvSpPr>
            <p:cNvPr id="16" name="Ellipse 9">
              <a:extLst>
                <a:ext uri="{FF2B5EF4-FFF2-40B4-BE49-F238E27FC236}">
                  <a16:creationId xmlns:a16="http://schemas.microsoft.com/office/drawing/2014/main" id="{7646EAB7-120B-DCDE-54D5-D7BDCCF766F2}"/>
                </a:ext>
              </a:extLst>
            </p:cNvPr>
            <p:cNvSpPr/>
            <p:nvPr/>
          </p:nvSpPr>
          <p:spPr>
            <a:xfrm>
              <a:off x="9055428" y="3946093"/>
              <a:ext cx="222311" cy="222311"/>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a:solidFill>
                  <a:schemeClr val="tx1">
                    <a:lumMod val="40000"/>
                    <a:lumOff val="60000"/>
                  </a:schemeClr>
                </a:solidFill>
              </a:endParaRPr>
            </a:p>
          </p:txBody>
        </p:sp>
        <p:sp>
          <p:nvSpPr>
            <p:cNvPr id="28" name="Ellipse 24">
              <a:extLst>
                <a:ext uri="{FF2B5EF4-FFF2-40B4-BE49-F238E27FC236}">
                  <a16:creationId xmlns:a16="http://schemas.microsoft.com/office/drawing/2014/main" id="{D1C31C01-7997-517D-A3C4-F4DE84628814}"/>
                </a:ext>
              </a:extLst>
            </p:cNvPr>
            <p:cNvSpPr/>
            <p:nvPr/>
          </p:nvSpPr>
          <p:spPr>
            <a:xfrm>
              <a:off x="9058427" y="3946687"/>
              <a:ext cx="230417" cy="222311"/>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dirty="0"/>
            </a:p>
          </p:txBody>
        </p:sp>
      </p:grpSp>
      <p:grpSp>
        <p:nvGrpSpPr>
          <p:cNvPr id="24" name="Group 23">
            <a:extLst>
              <a:ext uri="{FF2B5EF4-FFF2-40B4-BE49-F238E27FC236}">
                <a16:creationId xmlns:a16="http://schemas.microsoft.com/office/drawing/2014/main" id="{9CDA3E71-F28F-3A8C-2574-294BACA856DF}"/>
              </a:ext>
            </a:extLst>
          </p:cNvPr>
          <p:cNvGrpSpPr/>
          <p:nvPr/>
        </p:nvGrpSpPr>
        <p:grpSpPr>
          <a:xfrm>
            <a:off x="10055810" y="3191861"/>
            <a:ext cx="230417" cy="228378"/>
            <a:chOff x="10857382" y="3946687"/>
            <a:chExt cx="230417" cy="228378"/>
          </a:xfrm>
        </p:grpSpPr>
        <p:sp>
          <p:nvSpPr>
            <p:cNvPr id="15" name="Ellipse 13">
              <a:extLst>
                <a:ext uri="{FF2B5EF4-FFF2-40B4-BE49-F238E27FC236}">
                  <a16:creationId xmlns:a16="http://schemas.microsoft.com/office/drawing/2014/main" id="{6804C07C-AAA8-30D8-3855-A4BDF144400E}"/>
                </a:ext>
              </a:extLst>
            </p:cNvPr>
            <p:cNvSpPr/>
            <p:nvPr/>
          </p:nvSpPr>
          <p:spPr>
            <a:xfrm>
              <a:off x="10864276" y="3952754"/>
              <a:ext cx="222311" cy="222311"/>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a:p>
          </p:txBody>
        </p:sp>
        <p:sp>
          <p:nvSpPr>
            <p:cNvPr id="31" name="Ellipse 24">
              <a:extLst>
                <a:ext uri="{FF2B5EF4-FFF2-40B4-BE49-F238E27FC236}">
                  <a16:creationId xmlns:a16="http://schemas.microsoft.com/office/drawing/2014/main" id="{68608F3B-87B3-774C-078D-ED84D6101DC5}"/>
                </a:ext>
              </a:extLst>
            </p:cNvPr>
            <p:cNvSpPr/>
            <p:nvPr/>
          </p:nvSpPr>
          <p:spPr>
            <a:xfrm>
              <a:off x="10857382" y="3946687"/>
              <a:ext cx="230417" cy="222311"/>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dirty="0"/>
            </a:p>
          </p:txBody>
        </p:sp>
      </p:grpSp>
      <p:sp>
        <p:nvSpPr>
          <p:cNvPr id="3" name="Rectangle 2">
            <a:extLst>
              <a:ext uri="{FF2B5EF4-FFF2-40B4-BE49-F238E27FC236}">
                <a16:creationId xmlns:a16="http://schemas.microsoft.com/office/drawing/2014/main" id="{E6DA5C34-A881-0D35-7929-A6D787274F6D}"/>
              </a:ext>
            </a:extLst>
          </p:cNvPr>
          <p:cNvSpPr/>
          <p:nvPr/>
        </p:nvSpPr>
        <p:spPr>
          <a:xfrm>
            <a:off x="10421441" y="895103"/>
            <a:ext cx="1551482" cy="21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dirty="0"/>
              <a:t>QNB</a:t>
            </a:r>
          </a:p>
        </p:txBody>
      </p:sp>
      <p:grpSp>
        <p:nvGrpSpPr>
          <p:cNvPr id="9" name="Group 8">
            <a:extLst>
              <a:ext uri="{FF2B5EF4-FFF2-40B4-BE49-F238E27FC236}">
                <a16:creationId xmlns:a16="http://schemas.microsoft.com/office/drawing/2014/main" id="{7C1DF9E8-AC34-53E4-9951-4CF1396E6D0E}"/>
              </a:ext>
            </a:extLst>
          </p:cNvPr>
          <p:cNvGrpSpPr/>
          <p:nvPr/>
        </p:nvGrpSpPr>
        <p:grpSpPr>
          <a:xfrm>
            <a:off x="5704532" y="3185762"/>
            <a:ext cx="230417" cy="240577"/>
            <a:chOff x="8461084" y="4850119"/>
            <a:chExt cx="230417" cy="240577"/>
          </a:xfrm>
        </p:grpSpPr>
        <p:sp>
          <p:nvSpPr>
            <p:cNvPr id="10" name="Ellipse 9">
              <a:extLst>
                <a:ext uri="{FF2B5EF4-FFF2-40B4-BE49-F238E27FC236}">
                  <a16:creationId xmlns:a16="http://schemas.microsoft.com/office/drawing/2014/main" id="{081197F5-75F7-78F5-2D56-8FD58C3616D4}"/>
                </a:ext>
              </a:extLst>
            </p:cNvPr>
            <p:cNvSpPr/>
            <p:nvPr/>
          </p:nvSpPr>
          <p:spPr>
            <a:xfrm>
              <a:off x="8465138" y="4868385"/>
              <a:ext cx="222311" cy="222311"/>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a:solidFill>
                  <a:schemeClr val="tx1">
                    <a:lumMod val="40000"/>
                    <a:lumOff val="60000"/>
                  </a:schemeClr>
                </a:solidFill>
              </a:endParaRPr>
            </a:p>
          </p:txBody>
        </p:sp>
        <p:sp>
          <p:nvSpPr>
            <p:cNvPr id="11" name="Ellipse 24">
              <a:extLst>
                <a:ext uri="{FF2B5EF4-FFF2-40B4-BE49-F238E27FC236}">
                  <a16:creationId xmlns:a16="http://schemas.microsoft.com/office/drawing/2014/main" id="{54F8F2A3-0165-F128-446A-7A3C38D9EAD7}"/>
                </a:ext>
              </a:extLst>
            </p:cNvPr>
            <p:cNvSpPr/>
            <p:nvPr/>
          </p:nvSpPr>
          <p:spPr>
            <a:xfrm>
              <a:off x="8461084" y="4850119"/>
              <a:ext cx="230417" cy="222311"/>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dirty="0"/>
            </a:p>
          </p:txBody>
        </p:sp>
      </p:grpSp>
    </p:spTree>
    <p:extLst>
      <p:ext uri="{BB962C8B-B14F-4D97-AF65-F5344CB8AC3E}">
        <p14:creationId xmlns:p14="http://schemas.microsoft.com/office/powerpoint/2010/main" val="35712719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026D2EB3-8249-DDBC-AB92-D08BE70DCD6F}"/>
              </a:ext>
            </a:extLst>
          </p:cNvPr>
          <p:cNvSpPr/>
          <p:nvPr/>
        </p:nvSpPr>
        <p:spPr>
          <a:xfrm>
            <a:off x="4143737" y="6172413"/>
            <a:ext cx="4838212" cy="48801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2" name="Connecteur droit 13">
            <a:extLst>
              <a:ext uri="{FF2B5EF4-FFF2-40B4-BE49-F238E27FC236}">
                <a16:creationId xmlns:a16="http://schemas.microsoft.com/office/drawing/2014/main" id="{F2178159-5509-0F6D-D0E1-271A35E2D661}"/>
              </a:ext>
            </a:extLst>
          </p:cNvPr>
          <p:cNvCxnSpPr/>
          <p:nvPr/>
        </p:nvCxnSpPr>
        <p:spPr>
          <a:xfrm>
            <a:off x="124266" y="5632873"/>
            <a:ext cx="9166860" cy="0"/>
          </a:xfrm>
          <a:prstGeom prst="straightConnector1">
            <a:avLst/>
          </a:prstGeom>
          <a:noFill/>
          <a:ln w="9528" cap="flat">
            <a:solidFill>
              <a:srgbClr val="2F5597"/>
            </a:solidFill>
            <a:custDash>
              <a:ds d="299906" sp="299906"/>
            </a:custDash>
            <a:miter/>
          </a:ln>
        </p:spPr>
      </p:cxnSp>
      <p:cxnSp>
        <p:nvCxnSpPr>
          <p:cNvPr id="25" name="Connecteur droit 12">
            <a:extLst>
              <a:ext uri="{FF2B5EF4-FFF2-40B4-BE49-F238E27FC236}">
                <a16:creationId xmlns:a16="http://schemas.microsoft.com/office/drawing/2014/main" id="{C94CC44E-8FD8-89F1-1DC7-DCD53B2719A7}"/>
              </a:ext>
            </a:extLst>
          </p:cNvPr>
          <p:cNvCxnSpPr/>
          <p:nvPr/>
        </p:nvCxnSpPr>
        <p:spPr>
          <a:xfrm>
            <a:off x="124266" y="5148121"/>
            <a:ext cx="9166860" cy="0"/>
          </a:xfrm>
          <a:prstGeom prst="straightConnector1">
            <a:avLst/>
          </a:prstGeom>
          <a:noFill/>
          <a:ln w="9528" cap="flat">
            <a:solidFill>
              <a:srgbClr val="2F5597"/>
            </a:solidFill>
            <a:custDash>
              <a:ds d="299906" sp="299906"/>
            </a:custDash>
            <a:miter/>
          </a:ln>
        </p:spPr>
      </p:cxnSp>
      <p:cxnSp>
        <p:nvCxnSpPr>
          <p:cNvPr id="26" name="Connecteur droit 13">
            <a:extLst>
              <a:ext uri="{FF2B5EF4-FFF2-40B4-BE49-F238E27FC236}">
                <a16:creationId xmlns:a16="http://schemas.microsoft.com/office/drawing/2014/main" id="{BE83F69D-1ABB-6A1C-36AC-6E1302A67143}"/>
              </a:ext>
            </a:extLst>
          </p:cNvPr>
          <p:cNvCxnSpPr/>
          <p:nvPr/>
        </p:nvCxnSpPr>
        <p:spPr>
          <a:xfrm>
            <a:off x="124266" y="6127394"/>
            <a:ext cx="9166860" cy="0"/>
          </a:xfrm>
          <a:prstGeom prst="straightConnector1">
            <a:avLst/>
          </a:prstGeom>
          <a:noFill/>
          <a:ln w="9528" cap="flat">
            <a:solidFill>
              <a:srgbClr val="2F5597"/>
            </a:solidFill>
            <a:custDash>
              <a:ds d="299906" sp="299906"/>
            </a:custDash>
            <a:miter/>
          </a:ln>
        </p:spPr>
      </p:cxnSp>
      <p:cxnSp>
        <p:nvCxnSpPr>
          <p:cNvPr id="39" name="Connecteur droit 13">
            <a:extLst>
              <a:ext uri="{FF2B5EF4-FFF2-40B4-BE49-F238E27FC236}">
                <a16:creationId xmlns:a16="http://schemas.microsoft.com/office/drawing/2014/main" id="{EC4DFA2E-F568-DAAE-6261-E286E8438EBC}"/>
              </a:ext>
            </a:extLst>
          </p:cNvPr>
          <p:cNvCxnSpPr/>
          <p:nvPr/>
        </p:nvCxnSpPr>
        <p:spPr>
          <a:xfrm>
            <a:off x="124266" y="4137023"/>
            <a:ext cx="9166860" cy="0"/>
          </a:xfrm>
          <a:prstGeom prst="straightConnector1">
            <a:avLst/>
          </a:prstGeom>
          <a:noFill/>
          <a:ln w="9528" cap="flat">
            <a:solidFill>
              <a:srgbClr val="2F5597"/>
            </a:solidFill>
            <a:custDash>
              <a:ds d="299906" sp="299906"/>
            </a:custDash>
            <a:miter/>
          </a:ln>
        </p:spPr>
      </p:cxnSp>
      <p:cxnSp>
        <p:nvCxnSpPr>
          <p:cNvPr id="43" name="Connecteur droit 12">
            <a:extLst>
              <a:ext uri="{FF2B5EF4-FFF2-40B4-BE49-F238E27FC236}">
                <a16:creationId xmlns:a16="http://schemas.microsoft.com/office/drawing/2014/main" id="{5EAED29E-590B-12CB-D705-20198F236DD6}"/>
              </a:ext>
            </a:extLst>
          </p:cNvPr>
          <p:cNvCxnSpPr/>
          <p:nvPr/>
        </p:nvCxnSpPr>
        <p:spPr>
          <a:xfrm>
            <a:off x="124266" y="3652271"/>
            <a:ext cx="9166860" cy="0"/>
          </a:xfrm>
          <a:prstGeom prst="straightConnector1">
            <a:avLst/>
          </a:prstGeom>
          <a:noFill/>
          <a:ln w="9528" cap="flat">
            <a:solidFill>
              <a:srgbClr val="2F5597"/>
            </a:solidFill>
            <a:custDash>
              <a:ds d="299906" sp="299906"/>
            </a:custDash>
            <a:miter/>
          </a:ln>
        </p:spPr>
      </p:cxnSp>
      <p:cxnSp>
        <p:nvCxnSpPr>
          <p:cNvPr id="44" name="Connecteur droit 13">
            <a:extLst>
              <a:ext uri="{FF2B5EF4-FFF2-40B4-BE49-F238E27FC236}">
                <a16:creationId xmlns:a16="http://schemas.microsoft.com/office/drawing/2014/main" id="{474ED7A6-A9C3-6500-6D30-4616DD8BDE93}"/>
              </a:ext>
            </a:extLst>
          </p:cNvPr>
          <p:cNvCxnSpPr/>
          <p:nvPr/>
        </p:nvCxnSpPr>
        <p:spPr>
          <a:xfrm>
            <a:off x="124266" y="4631544"/>
            <a:ext cx="9166860" cy="0"/>
          </a:xfrm>
          <a:prstGeom prst="straightConnector1">
            <a:avLst/>
          </a:prstGeom>
          <a:noFill/>
          <a:ln w="9528" cap="flat">
            <a:solidFill>
              <a:srgbClr val="2F5597"/>
            </a:solidFill>
            <a:custDash>
              <a:ds d="299906" sp="299906"/>
            </a:custDash>
            <a:miter/>
          </a:ln>
        </p:spPr>
      </p:cxnSp>
      <p:cxnSp>
        <p:nvCxnSpPr>
          <p:cNvPr id="45" name="Connecteur droit 13">
            <a:extLst>
              <a:ext uri="{FF2B5EF4-FFF2-40B4-BE49-F238E27FC236}">
                <a16:creationId xmlns:a16="http://schemas.microsoft.com/office/drawing/2014/main" id="{9E04AFFF-5862-37D8-0AA1-AE3BF992333B}"/>
              </a:ext>
            </a:extLst>
          </p:cNvPr>
          <p:cNvCxnSpPr/>
          <p:nvPr/>
        </p:nvCxnSpPr>
        <p:spPr>
          <a:xfrm>
            <a:off x="124266" y="2652254"/>
            <a:ext cx="9166860" cy="0"/>
          </a:xfrm>
          <a:prstGeom prst="straightConnector1">
            <a:avLst/>
          </a:prstGeom>
          <a:noFill/>
          <a:ln w="9528" cap="flat">
            <a:solidFill>
              <a:srgbClr val="2F5597"/>
            </a:solidFill>
            <a:custDash>
              <a:ds d="299906" sp="299906"/>
            </a:custDash>
            <a:miter/>
          </a:ln>
        </p:spPr>
      </p:cxnSp>
      <p:sp>
        <p:nvSpPr>
          <p:cNvPr id="46" name="Text Placeholder 6">
            <a:extLst>
              <a:ext uri="{FF2B5EF4-FFF2-40B4-BE49-F238E27FC236}">
                <a16:creationId xmlns:a16="http://schemas.microsoft.com/office/drawing/2014/main" id="{A02FA26D-49D4-3C93-FC9E-557849F99A2E}"/>
              </a:ext>
            </a:extLst>
          </p:cNvPr>
          <p:cNvSpPr>
            <a:spLocks noGrp="1"/>
          </p:cNvSpPr>
          <p:nvPr>
            <p:ph type="body" sz="quarter" idx="11"/>
          </p:nvPr>
        </p:nvSpPr>
        <p:spPr>
          <a:xfrm>
            <a:off x="2" y="-9672"/>
            <a:ext cx="12191998" cy="785894"/>
          </a:xfrm>
        </p:spPr>
        <p:txBody>
          <a:bodyPr>
            <a:normAutofit/>
          </a:bodyPr>
          <a:lstStyle/>
          <a:p>
            <a:r>
              <a:rPr lang="en-US"/>
              <a:t>Organisation Roadmap Staffing</a:t>
            </a:r>
            <a:endParaRPr lang="fr-FR"/>
          </a:p>
        </p:txBody>
      </p:sp>
      <p:sp>
        <p:nvSpPr>
          <p:cNvPr id="47" name="Slide Number Placeholder 4">
            <a:extLst>
              <a:ext uri="{FF2B5EF4-FFF2-40B4-BE49-F238E27FC236}">
                <a16:creationId xmlns:a16="http://schemas.microsoft.com/office/drawing/2014/main" id="{72CE707A-2860-3E90-6F9E-B7F08FAA33F2}"/>
              </a:ext>
            </a:extLst>
          </p:cNvPr>
          <p:cNvSpPr txBox="1">
            <a:spLocks/>
          </p:cNvSpPr>
          <p:nvPr/>
        </p:nvSpPr>
        <p:spPr>
          <a:xfrm>
            <a:off x="158213" y="6389652"/>
            <a:ext cx="457200" cy="288000"/>
          </a:xfrm>
          <a:prstGeom prst="rect">
            <a:avLst/>
          </a:prstGeom>
        </p:spPr>
        <p:txBody>
          <a:bodyPr vert="horz" lIns="0" tIns="0" rIns="0" bIns="0" rtlCol="0" anchor="ctr"/>
          <a:lstStyle>
            <a:defPPr marR="0" lvl="0" algn="l" rtl="0">
              <a:lnSpc>
                <a:spcPct val="100000"/>
              </a:lnSpc>
              <a:spcBef>
                <a:spcPts val="0"/>
              </a:spcBef>
              <a:spcAft>
                <a:spcPts val="0"/>
              </a:spcAft>
              <a:defRPr lang="fr-FR"/>
            </a:defPPr>
            <a:lvl1pPr marL="0" marR="0" lvl="0" algn="ctr" defTabSz="914400" rtl="0" eaLnBrk="1" latinLnBrk="0" hangingPunct="1">
              <a:lnSpc>
                <a:spcPct val="100000"/>
              </a:lnSpc>
              <a:spcBef>
                <a:spcPts val="0"/>
              </a:spcBef>
              <a:spcAft>
                <a:spcPts val="0"/>
              </a:spcAft>
              <a:buClr>
                <a:srgbClr val="000000"/>
              </a:buClr>
              <a:buFont typeface="Arial"/>
              <a:defRPr sz="1200" b="0" i="0" u="none" strike="noStrike" kern="1200" cap="none">
                <a:solidFill>
                  <a:schemeClr val="bg1">
                    <a:lumMod val="50000"/>
                  </a:schemeClr>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fld id="{0DDAA181-6920-4685-A3F3-87DE4F7F90F5}" type="slidenum">
              <a:rPr kumimoji="0" lang="fr-FR" sz="12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sym typeface="Arial"/>
              </a:rPr>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t>7</a:t>
            </a:fld>
            <a:endParaRPr kumimoji="0" lang="fr-FR" sz="1200" b="0" i="0" u="none" strike="noStrike" kern="1200" cap="none" spc="0" normalizeH="0" baseline="0" noProof="0">
              <a:ln>
                <a:noFill/>
              </a:ln>
              <a:solidFill>
                <a:prstClr val="white">
                  <a:lumMod val="50000"/>
                </a:prstClr>
              </a:solidFill>
              <a:effectLst/>
              <a:uLnTx/>
              <a:uFillTx/>
              <a:latin typeface="Calibri" panose="020F0502020204030204"/>
              <a:ea typeface="+mn-ea"/>
              <a:cs typeface="+mn-cs"/>
              <a:sym typeface="Arial"/>
            </a:endParaRPr>
          </a:p>
        </p:txBody>
      </p:sp>
      <p:cxnSp>
        <p:nvCxnSpPr>
          <p:cNvPr id="48" name="Connecteur droit 12">
            <a:extLst>
              <a:ext uri="{FF2B5EF4-FFF2-40B4-BE49-F238E27FC236}">
                <a16:creationId xmlns:a16="http://schemas.microsoft.com/office/drawing/2014/main" id="{1F33F867-7C13-4AC9-FA05-DBAC4C6F7DD1}"/>
              </a:ext>
            </a:extLst>
          </p:cNvPr>
          <p:cNvCxnSpPr/>
          <p:nvPr/>
        </p:nvCxnSpPr>
        <p:spPr>
          <a:xfrm>
            <a:off x="124266" y="2167502"/>
            <a:ext cx="9166860" cy="0"/>
          </a:xfrm>
          <a:prstGeom prst="straightConnector1">
            <a:avLst/>
          </a:prstGeom>
          <a:noFill/>
          <a:ln w="9528" cap="flat">
            <a:solidFill>
              <a:srgbClr val="2F5597"/>
            </a:solidFill>
            <a:custDash>
              <a:ds d="299906" sp="299906"/>
            </a:custDash>
            <a:miter/>
          </a:ln>
        </p:spPr>
      </p:cxnSp>
      <p:cxnSp>
        <p:nvCxnSpPr>
          <p:cNvPr id="49" name="Connecteur droit 13">
            <a:extLst>
              <a:ext uri="{FF2B5EF4-FFF2-40B4-BE49-F238E27FC236}">
                <a16:creationId xmlns:a16="http://schemas.microsoft.com/office/drawing/2014/main" id="{61688396-FF17-F1DF-13B9-DDAD6E41704A}"/>
              </a:ext>
            </a:extLst>
          </p:cNvPr>
          <p:cNvCxnSpPr/>
          <p:nvPr/>
        </p:nvCxnSpPr>
        <p:spPr>
          <a:xfrm>
            <a:off x="124266" y="3146775"/>
            <a:ext cx="9166860" cy="0"/>
          </a:xfrm>
          <a:prstGeom prst="straightConnector1">
            <a:avLst/>
          </a:prstGeom>
          <a:noFill/>
          <a:ln w="9528" cap="flat">
            <a:solidFill>
              <a:srgbClr val="2F5597"/>
            </a:solidFill>
            <a:custDash>
              <a:ds d="299906" sp="299906"/>
            </a:custDash>
            <a:miter/>
          </a:ln>
        </p:spPr>
      </p:cxnSp>
      <p:sp>
        <p:nvSpPr>
          <p:cNvPr id="50" name="Flèche : pentagone 16">
            <a:extLst>
              <a:ext uri="{FF2B5EF4-FFF2-40B4-BE49-F238E27FC236}">
                <a16:creationId xmlns:a16="http://schemas.microsoft.com/office/drawing/2014/main" id="{2F7CD847-DE7D-E96F-8E69-5111FAFDD0B9}"/>
              </a:ext>
            </a:extLst>
          </p:cNvPr>
          <p:cNvSpPr/>
          <p:nvPr/>
        </p:nvSpPr>
        <p:spPr>
          <a:xfrm>
            <a:off x="5495905" y="1375879"/>
            <a:ext cx="670556" cy="167627"/>
          </a:xfrm>
          <a:custGeom>
            <a:avLst>
              <a:gd name="f8" fmla="val 50000"/>
            </a:avLst>
            <a:gdLst>
              <a:gd name="f1" fmla="val 10800000"/>
              <a:gd name="f2" fmla="val 5400000"/>
              <a:gd name="f3" fmla="val 180"/>
              <a:gd name="f4" fmla="val w"/>
              <a:gd name="f5" fmla="val h"/>
              <a:gd name="f6" fmla="val ss"/>
              <a:gd name="f7" fmla="val 0"/>
              <a:gd name="f8" fmla="val 50000"/>
              <a:gd name="f9" fmla="+- 0 0 -360"/>
              <a:gd name="f10" fmla="+- 0 0 -180"/>
              <a:gd name="f11" fmla="abs f4"/>
              <a:gd name="f12" fmla="abs f5"/>
              <a:gd name="f13" fmla="abs f6"/>
              <a:gd name="f14" fmla="val f7"/>
              <a:gd name="f15" fmla="val f8"/>
              <a:gd name="f16" fmla="*/ f9 f1 1"/>
              <a:gd name="f17" fmla="*/ f10 f1 1"/>
              <a:gd name="f18" fmla="?: f11 f4 1"/>
              <a:gd name="f19" fmla="?: f12 f5 1"/>
              <a:gd name="f20" fmla="?: f13 f6 1"/>
              <a:gd name="f21" fmla="*/ f16 1 f3"/>
              <a:gd name="f22" fmla="*/ f17 1 f3"/>
              <a:gd name="f23" fmla="*/ f18 1 21600"/>
              <a:gd name="f24" fmla="*/ f19 1 21600"/>
              <a:gd name="f25" fmla="*/ 21600 f18 1"/>
              <a:gd name="f26" fmla="*/ 21600 f19 1"/>
              <a:gd name="f27" fmla="+- f21 0 f2"/>
              <a:gd name="f28" fmla="+- f22 0 f2"/>
              <a:gd name="f29" fmla="min f24 f23"/>
              <a:gd name="f30" fmla="*/ f25 1 f20"/>
              <a:gd name="f31" fmla="*/ f26 1 f20"/>
              <a:gd name="f32" fmla="val f30"/>
              <a:gd name="f33" fmla="val f31"/>
              <a:gd name="f34" fmla="*/ f14 f29 1"/>
              <a:gd name="f35" fmla="+- f33 0 f14"/>
              <a:gd name="f36" fmla="+- f32 0 f14"/>
              <a:gd name="f37" fmla="*/ f33 f29 1"/>
              <a:gd name="f38" fmla="*/ f32 f29 1"/>
              <a:gd name="f39" fmla="*/ f35 1 2"/>
              <a:gd name="f40" fmla="min f36 f35"/>
              <a:gd name="f41" fmla="+- f14 f39 0"/>
              <a:gd name="f42" fmla="*/ f40 f15 1"/>
              <a:gd name="f43" fmla="*/ f42 1 100000"/>
              <a:gd name="f44" fmla="*/ f41 f29 1"/>
              <a:gd name="f45" fmla="+- f32 0 f43"/>
              <a:gd name="f46" fmla="+- f45 f32 0"/>
              <a:gd name="f47" fmla="*/ f45 1 2"/>
              <a:gd name="f48" fmla="*/ f45 f29 1"/>
              <a:gd name="f49" fmla="*/ f46 1 2"/>
              <a:gd name="f50" fmla="*/ f47 f29 1"/>
              <a:gd name="f51" fmla="*/ f49 f29 1"/>
            </a:gdLst>
            <a:ahLst/>
            <a:cxnLst>
              <a:cxn ang="3cd4">
                <a:pos x="hc" y="t"/>
              </a:cxn>
              <a:cxn ang="0">
                <a:pos x="r" y="vc"/>
              </a:cxn>
              <a:cxn ang="cd4">
                <a:pos x="hc" y="b"/>
              </a:cxn>
              <a:cxn ang="cd2">
                <a:pos x="l" y="vc"/>
              </a:cxn>
              <a:cxn ang="f27">
                <a:pos x="f50" y="f34"/>
              </a:cxn>
              <a:cxn ang="f28">
                <a:pos x="f50" y="f37"/>
              </a:cxn>
            </a:cxnLst>
            <a:rect l="f34" t="f34" r="f51" b="f37"/>
            <a:pathLst>
              <a:path>
                <a:moveTo>
                  <a:pt x="f34" y="f34"/>
                </a:moveTo>
                <a:lnTo>
                  <a:pt x="f48" y="f34"/>
                </a:lnTo>
                <a:lnTo>
                  <a:pt x="f38" y="f44"/>
                </a:lnTo>
                <a:lnTo>
                  <a:pt x="f48" y="f37"/>
                </a:lnTo>
                <a:lnTo>
                  <a:pt x="f34" y="f37"/>
                </a:lnTo>
                <a:close/>
              </a:path>
            </a:pathLst>
          </a:custGeom>
          <a:solidFill>
            <a:srgbClr val="B4C7E7"/>
          </a:solidFill>
          <a:ln w="3172" cap="flat">
            <a:solidFill>
              <a:srgbClr val="2F5597"/>
            </a:solidFill>
            <a:prstDash val="solid"/>
            <a:miter/>
          </a:ln>
        </p:spPr>
        <p:txBody>
          <a:bodyPr vert="horz" wrap="square" lIns="91440" tIns="45720" rIns="91440" bIns="45720" anchor="ctr" anchorCtr="1" compatLnSpc="1">
            <a:noAutofit/>
          </a:bodyPr>
          <a:lstStyle/>
          <a:p>
            <a:pPr marL="0" marR="0" lvl="0" indent="0" algn="ctr" defTabSz="457200" rtl="0" eaLnBrk="1" fontAlgn="auto" latinLnBrk="0" hangingPunct="1">
              <a:lnSpc>
                <a:spcPct val="100000"/>
              </a:lnSpc>
              <a:spcBef>
                <a:spcPts val="0"/>
              </a:spcBef>
              <a:spcAft>
                <a:spcPts val="0"/>
              </a:spcAft>
              <a:buClr>
                <a:srgbClr val="000000"/>
              </a:buClr>
              <a:buSzTx/>
              <a:buFont typeface="Arial"/>
              <a:buNone/>
              <a:tabLst/>
              <a:defRPr sz="1800" b="0" i="0" u="none" strike="noStrike" kern="0" cap="none" spc="0" baseline="0">
                <a:solidFill>
                  <a:srgbClr val="000000"/>
                </a:solidFill>
                <a:uFillTx/>
              </a:defRPr>
            </a:pPr>
            <a:r>
              <a:rPr kumimoji="0" lang="fr-FR" sz="550" b="0" i="0" u="none" strike="noStrike" kern="1200" cap="none" spc="0" normalizeH="0" baseline="0" noProof="0">
                <a:ln>
                  <a:noFill/>
                </a:ln>
                <a:solidFill>
                  <a:srgbClr val="000000"/>
                </a:solidFill>
                <a:effectLst/>
                <a:uLnTx/>
                <a:uFillTx/>
                <a:latin typeface="Calibri" panose="020F0502020204030204"/>
                <a:ea typeface="+mn-ea"/>
                <a:cs typeface="Arial" pitchFamily="34"/>
                <a:sym typeface="Arial"/>
              </a:rPr>
              <a:t>Etape 1</a:t>
            </a:r>
          </a:p>
        </p:txBody>
      </p:sp>
      <p:graphicFrame>
        <p:nvGraphicFramePr>
          <p:cNvPr id="52" name="Tableau 4">
            <a:extLst>
              <a:ext uri="{FF2B5EF4-FFF2-40B4-BE49-F238E27FC236}">
                <a16:creationId xmlns:a16="http://schemas.microsoft.com/office/drawing/2014/main" id="{B43F93BA-50A7-3770-06A3-7BAD87004316}"/>
              </a:ext>
            </a:extLst>
          </p:cNvPr>
          <p:cNvGraphicFramePr>
            <a:graphicFrameLocks noGrp="1"/>
          </p:cNvGraphicFramePr>
          <p:nvPr>
            <p:extLst>
              <p:ext uri="{D42A27DB-BD31-4B8C-83A1-F6EECF244321}">
                <p14:modId xmlns:p14="http://schemas.microsoft.com/office/powerpoint/2010/main" val="1636495464"/>
              </p:ext>
            </p:extLst>
          </p:nvPr>
        </p:nvGraphicFramePr>
        <p:xfrm>
          <a:off x="1344391" y="810087"/>
          <a:ext cx="10604850" cy="5333760"/>
        </p:xfrm>
        <a:graphic>
          <a:graphicData uri="http://schemas.openxmlformats.org/drawingml/2006/table">
            <a:tbl>
              <a:tblPr firstRow="1" bandRow="1">
                <a:effectLst/>
                <a:tableStyleId>{5C22544A-7EE6-4342-B048-85BDC9FD1C3A}</a:tableStyleId>
              </a:tblPr>
              <a:tblGrid>
                <a:gridCol w="1767475">
                  <a:extLst>
                    <a:ext uri="{9D8B030D-6E8A-4147-A177-3AD203B41FA5}">
                      <a16:colId xmlns:a16="http://schemas.microsoft.com/office/drawing/2014/main" val="214619414"/>
                    </a:ext>
                  </a:extLst>
                </a:gridCol>
                <a:gridCol w="1767475">
                  <a:extLst>
                    <a:ext uri="{9D8B030D-6E8A-4147-A177-3AD203B41FA5}">
                      <a16:colId xmlns:a16="http://schemas.microsoft.com/office/drawing/2014/main" val="2136354507"/>
                    </a:ext>
                  </a:extLst>
                </a:gridCol>
                <a:gridCol w="1767475">
                  <a:extLst>
                    <a:ext uri="{9D8B030D-6E8A-4147-A177-3AD203B41FA5}">
                      <a16:colId xmlns:a16="http://schemas.microsoft.com/office/drawing/2014/main" val="2770073393"/>
                    </a:ext>
                  </a:extLst>
                </a:gridCol>
                <a:gridCol w="1767475">
                  <a:extLst>
                    <a:ext uri="{9D8B030D-6E8A-4147-A177-3AD203B41FA5}">
                      <a16:colId xmlns:a16="http://schemas.microsoft.com/office/drawing/2014/main" val="3577632806"/>
                    </a:ext>
                  </a:extLst>
                </a:gridCol>
                <a:gridCol w="1767475">
                  <a:extLst>
                    <a:ext uri="{9D8B030D-6E8A-4147-A177-3AD203B41FA5}">
                      <a16:colId xmlns:a16="http://schemas.microsoft.com/office/drawing/2014/main" val="728711716"/>
                    </a:ext>
                  </a:extLst>
                </a:gridCol>
                <a:gridCol w="1767475">
                  <a:extLst>
                    <a:ext uri="{9D8B030D-6E8A-4147-A177-3AD203B41FA5}">
                      <a16:colId xmlns:a16="http://schemas.microsoft.com/office/drawing/2014/main" val="1419914328"/>
                    </a:ext>
                  </a:extLst>
                </a:gridCol>
              </a:tblGrid>
              <a:tr h="265719">
                <a:tc gridSpan="6">
                  <a:txBody>
                    <a:bodyPr/>
                    <a:lstStyle/>
                    <a:p>
                      <a:pPr algn="ctr"/>
                      <a:r>
                        <a:rPr lang="en-GB" dirty="0"/>
                        <a:t>S2 – 2025</a:t>
                      </a:r>
                      <a:endParaRPr lang="fr-FR" dirty="0"/>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2106717660"/>
                  </a:ext>
                </a:extLst>
              </a:tr>
              <a:tr h="496800">
                <a:tc>
                  <a:txBody>
                    <a:bodyPr/>
                    <a:lstStyle/>
                    <a:p>
                      <a:pPr lvl="0" algn="ctr"/>
                      <a:r>
                        <a:rPr lang="fr-FR" sz="1000" dirty="0">
                          <a:latin typeface="Arial"/>
                          <a:cs typeface="Arial"/>
                        </a:rPr>
                        <a:t>Octobre</a:t>
                      </a:r>
                    </a:p>
                  </a:txBody>
                  <a:tcPr anchor="ct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solidFill>
                      <a:srgbClr val="D9D9D9"/>
                    </a:solidFill>
                  </a:tcPr>
                </a:tc>
                <a:tc>
                  <a:txBody>
                    <a:bodyPr/>
                    <a:lstStyle/>
                    <a:p>
                      <a:pPr lvl="0" algn="ctr"/>
                      <a:r>
                        <a:rPr lang="fr-FR" sz="1000" dirty="0">
                          <a:latin typeface="Arial"/>
                          <a:cs typeface="Arial"/>
                        </a:rPr>
                        <a:t>Novembre</a:t>
                      </a:r>
                    </a:p>
                  </a:txBody>
                  <a:tcPr anchor="ct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solidFill>
                      <a:srgbClr val="D9D9D9"/>
                    </a:solidFill>
                  </a:tcPr>
                </a:tc>
                <a:tc>
                  <a:txBody>
                    <a:bodyPr/>
                    <a:lstStyle/>
                    <a:p>
                      <a:pPr lvl="0" algn="ctr"/>
                      <a:r>
                        <a:rPr lang="fr-FR" sz="1000" b="0" dirty="0">
                          <a:latin typeface="Arial"/>
                          <a:cs typeface="Arial"/>
                        </a:rPr>
                        <a:t>Décembre</a:t>
                      </a:r>
                    </a:p>
                  </a:txBody>
                  <a:tcPr anchor="ct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solidFill>
                      <a:srgbClr val="D9D9D9"/>
                    </a:solidFill>
                  </a:tcPr>
                </a:tc>
                <a:tc>
                  <a:txBody>
                    <a:bodyPr/>
                    <a:lstStyle/>
                    <a:p>
                      <a:pPr lvl="0" algn="ctr"/>
                      <a:r>
                        <a:rPr lang="fr-FR" sz="1000" dirty="0">
                          <a:latin typeface="Arial"/>
                          <a:cs typeface="Arial"/>
                        </a:rPr>
                        <a:t>Janvier</a:t>
                      </a:r>
                    </a:p>
                  </a:txBody>
                  <a:tcPr anchor="ct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solidFill>
                      <a:srgbClr val="D9D9D9"/>
                    </a:solidFill>
                  </a:tcPr>
                </a:tc>
                <a:tc>
                  <a:txBody>
                    <a:bodyPr/>
                    <a:lstStyle/>
                    <a:p>
                      <a:pPr lvl="0" algn="ctr"/>
                      <a:r>
                        <a:rPr lang="fr-FR" sz="1000" b="0" dirty="0">
                          <a:latin typeface="Arial"/>
                          <a:cs typeface="Arial"/>
                        </a:rPr>
                        <a:t>Février</a:t>
                      </a:r>
                    </a:p>
                  </a:txBody>
                  <a:tcPr anchor="ct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solidFill>
                      <a:srgbClr val="D9D9D9"/>
                    </a:solidFill>
                  </a:tcPr>
                </a:tc>
                <a:tc>
                  <a:txBody>
                    <a:bodyPr/>
                    <a:lstStyle/>
                    <a:p>
                      <a:pPr lvl="0" algn="ctr"/>
                      <a:r>
                        <a:rPr lang="fr-FR" sz="1000" dirty="0">
                          <a:latin typeface="Arial"/>
                          <a:cs typeface="Arial"/>
                        </a:rPr>
                        <a:t>Mars</a:t>
                      </a:r>
                    </a:p>
                  </a:txBody>
                  <a:tcPr anchor="ctr">
                    <a:lnL w="6345" cap="flat" cmpd="sng" algn="ctr">
                      <a:solidFill>
                        <a:srgbClr val="7F7F7F"/>
                      </a:solidFill>
                      <a:prstDash val="dot"/>
                      <a:round/>
                      <a:headEnd type="none" w="med" len="med"/>
                      <a:tailEnd type="none" w="med" len="med"/>
                    </a:lnL>
                    <a:solidFill>
                      <a:srgbClr val="D9D9D9"/>
                    </a:solidFill>
                  </a:tcPr>
                </a:tc>
                <a:extLst>
                  <a:ext uri="{0D108BD9-81ED-4DB2-BD59-A6C34878D82A}">
                    <a16:rowId xmlns:a16="http://schemas.microsoft.com/office/drawing/2014/main" val="930332548"/>
                  </a:ext>
                </a:extLst>
              </a:tr>
              <a:tr h="496800">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tcPr>
                </a:tc>
                <a:extLst>
                  <a:ext uri="{0D108BD9-81ED-4DB2-BD59-A6C34878D82A}">
                    <a16:rowId xmlns:a16="http://schemas.microsoft.com/office/drawing/2014/main" val="3876415698"/>
                  </a:ext>
                </a:extLst>
              </a:tr>
              <a:tr h="496800">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tcPr>
                </a:tc>
                <a:extLst>
                  <a:ext uri="{0D108BD9-81ED-4DB2-BD59-A6C34878D82A}">
                    <a16:rowId xmlns:a16="http://schemas.microsoft.com/office/drawing/2014/main" val="1229898414"/>
                  </a:ext>
                </a:extLst>
              </a:tr>
              <a:tr h="496800">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tcPr>
                </a:tc>
                <a:extLst>
                  <a:ext uri="{0D108BD9-81ED-4DB2-BD59-A6C34878D82A}">
                    <a16:rowId xmlns:a16="http://schemas.microsoft.com/office/drawing/2014/main" val="3040577260"/>
                  </a:ext>
                </a:extLst>
              </a:tr>
              <a:tr h="496800">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dirty="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ctr">
                        <a:lnSpc>
                          <a:spcPct val="100000"/>
                        </a:lnSpc>
                        <a:spcBef>
                          <a:spcPts val="0"/>
                        </a:spcBef>
                        <a:spcAft>
                          <a:spcPts val="0"/>
                        </a:spcAft>
                        <a:buNone/>
                      </a:pPr>
                      <a:endParaRPr lang="fr-FR" sz="600" b="0" i="0" u="none" strike="noStrike" noProof="0">
                        <a:solidFill>
                          <a:schemeClr val="tx1"/>
                        </a:solidFill>
                        <a:latin typeface="Calibri"/>
                      </a:endParaRPr>
                    </a:p>
                    <a:p>
                      <a:pPr lvl="0" algn="l">
                        <a:buNone/>
                      </a:pPr>
                      <a:endParaRPr lang="fr-FR" sz="700">
                        <a:latin typeface="Arial"/>
                        <a:cs typeface="Arial"/>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tcPr>
                </a:tc>
                <a:extLst>
                  <a:ext uri="{0D108BD9-81ED-4DB2-BD59-A6C34878D82A}">
                    <a16:rowId xmlns:a16="http://schemas.microsoft.com/office/drawing/2014/main" val="4166922103"/>
                  </a:ext>
                </a:extLst>
              </a:tr>
              <a:tr h="496800">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tcPr>
                </a:tc>
                <a:extLst>
                  <a:ext uri="{0D108BD9-81ED-4DB2-BD59-A6C34878D82A}">
                    <a16:rowId xmlns:a16="http://schemas.microsoft.com/office/drawing/2014/main" val="436512766"/>
                  </a:ext>
                </a:extLst>
              </a:tr>
              <a:tr h="496800">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tcPr>
                </a:tc>
                <a:extLst>
                  <a:ext uri="{0D108BD9-81ED-4DB2-BD59-A6C34878D82A}">
                    <a16:rowId xmlns:a16="http://schemas.microsoft.com/office/drawing/2014/main" val="2533703408"/>
                  </a:ext>
                </a:extLst>
              </a:tr>
              <a:tr h="496800">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dirty="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tcPr>
                </a:tc>
                <a:extLst>
                  <a:ext uri="{0D108BD9-81ED-4DB2-BD59-A6C34878D82A}">
                    <a16:rowId xmlns:a16="http://schemas.microsoft.com/office/drawing/2014/main" val="2961679631"/>
                  </a:ext>
                </a:extLst>
              </a:tr>
              <a:tr h="496800">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tcPr>
                </a:tc>
                <a:extLst>
                  <a:ext uri="{0D108BD9-81ED-4DB2-BD59-A6C34878D82A}">
                    <a16:rowId xmlns:a16="http://schemas.microsoft.com/office/drawing/2014/main" val="676874137"/>
                  </a:ext>
                </a:extLst>
              </a:tr>
              <a:tr h="496800">
                <a:tc>
                  <a:txBody>
                    <a:bodyPr/>
                    <a:lstStyle/>
                    <a:p>
                      <a:pPr lvl="0" algn="l"/>
                      <a:endParaRPr lang="fr-FR" sz="700" dirty="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dirty="0">
                        <a:latin typeface="Arial" pitchFamily="34"/>
                        <a:cs typeface="Arial" pitchFamily="34"/>
                      </a:endParaRPr>
                    </a:p>
                  </a:txBody>
                  <a:tcPr>
                    <a:lnL w="6345" cap="flat" cmpd="sng" algn="ctr">
                      <a:solidFill>
                        <a:srgbClr val="7F7F7F"/>
                      </a:solidFill>
                      <a:prstDash val="dot"/>
                      <a:round/>
                      <a:headEnd type="none" w="med" len="med"/>
                      <a:tailEnd type="none" w="med" len="med"/>
                    </a:lnL>
                  </a:tcPr>
                </a:tc>
                <a:extLst>
                  <a:ext uri="{0D108BD9-81ED-4DB2-BD59-A6C34878D82A}">
                    <a16:rowId xmlns:a16="http://schemas.microsoft.com/office/drawing/2014/main" val="531396271"/>
                  </a:ext>
                </a:extLst>
              </a:tr>
            </a:tbl>
          </a:graphicData>
        </a:graphic>
      </p:graphicFrame>
      <p:sp>
        <p:nvSpPr>
          <p:cNvPr id="53" name="Rectangle 52">
            <a:extLst>
              <a:ext uri="{FF2B5EF4-FFF2-40B4-BE49-F238E27FC236}">
                <a16:creationId xmlns:a16="http://schemas.microsoft.com/office/drawing/2014/main" id="{643465C7-709C-818B-4BA4-615D9A48D1DD}"/>
              </a:ext>
            </a:extLst>
          </p:cNvPr>
          <p:cNvSpPr/>
          <p:nvPr/>
        </p:nvSpPr>
        <p:spPr>
          <a:xfrm>
            <a:off x="6043258" y="1448015"/>
            <a:ext cx="590398" cy="4446283"/>
          </a:xfrm>
          <a:prstGeom prst="rect">
            <a:avLst/>
          </a:prstGeom>
          <a:pattFill prst="dotDmnd">
            <a:fgClr>
              <a:schemeClr val="bg1">
                <a:lumMod val="65000"/>
              </a:schemeClr>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55" name="Triangle isocèle 211">
            <a:extLst>
              <a:ext uri="{FF2B5EF4-FFF2-40B4-BE49-F238E27FC236}">
                <a16:creationId xmlns:a16="http://schemas.microsoft.com/office/drawing/2014/main" id="{F67CBBCA-E5B9-39F6-CC5C-9DE12A5DEAAD}"/>
              </a:ext>
            </a:extLst>
          </p:cNvPr>
          <p:cNvSpPr/>
          <p:nvPr/>
        </p:nvSpPr>
        <p:spPr>
          <a:xfrm>
            <a:off x="4419018" y="6375864"/>
            <a:ext cx="72000" cy="72000"/>
          </a:xfrm>
          <a:prstGeom prst="triangle">
            <a:avLst/>
          </a:prstGeom>
          <a:solidFill>
            <a:srgbClr val="1B445F"/>
          </a:solidFill>
          <a:ln>
            <a:solidFill>
              <a:srgbClr val="1B445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fr-FR" sz="1400" b="0" i="0" u="none" strike="noStrike" kern="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56" name="Rectangle 55">
            <a:extLst>
              <a:ext uri="{FF2B5EF4-FFF2-40B4-BE49-F238E27FC236}">
                <a16:creationId xmlns:a16="http://schemas.microsoft.com/office/drawing/2014/main" id="{CD9BD907-DC14-2EF1-615B-2F7B11B78FD5}"/>
              </a:ext>
            </a:extLst>
          </p:cNvPr>
          <p:cNvSpPr/>
          <p:nvPr/>
        </p:nvSpPr>
        <p:spPr>
          <a:xfrm>
            <a:off x="4440777" y="6294143"/>
            <a:ext cx="541770" cy="2561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800" b="0" i="0" u="none" strike="noStrike" kern="0" cap="none" spc="0" normalizeH="0" baseline="0" noProof="0" err="1">
                <a:ln>
                  <a:noFill/>
                </a:ln>
                <a:solidFill>
                  <a:prstClr val="black"/>
                </a:solidFill>
                <a:effectLst/>
                <a:uLnTx/>
                <a:uFillTx/>
                <a:latin typeface="Calibri" panose="020F0502020204030204"/>
                <a:ea typeface="+mn-ea"/>
                <a:cs typeface="+mn-cs"/>
                <a:sym typeface="Arial"/>
              </a:rPr>
              <a:t>ComOp</a:t>
            </a:r>
            <a:endParaRPr kumimoji="0" lang="fr-FR" sz="800" b="0" i="0" u="none" strike="noStrike" kern="0" cap="none" spc="0" normalizeH="0" baseline="0" noProof="0">
              <a:ln>
                <a:noFill/>
              </a:ln>
              <a:solidFill>
                <a:prstClr val="black"/>
              </a:solidFill>
              <a:effectLst/>
              <a:uLnTx/>
              <a:uFillTx/>
              <a:latin typeface="Calibri" panose="020F0502020204030204"/>
              <a:ea typeface="+mn-ea"/>
              <a:cs typeface="+mn-cs"/>
              <a:sym typeface="Arial"/>
            </a:endParaRPr>
          </a:p>
        </p:txBody>
      </p:sp>
      <p:sp>
        <p:nvSpPr>
          <p:cNvPr id="57" name="TextBox 56">
            <a:extLst>
              <a:ext uri="{FF2B5EF4-FFF2-40B4-BE49-F238E27FC236}">
                <a16:creationId xmlns:a16="http://schemas.microsoft.com/office/drawing/2014/main" id="{72775D73-C765-8469-E770-AD938DA0AF53}"/>
              </a:ext>
            </a:extLst>
          </p:cNvPr>
          <p:cNvSpPr txBox="1"/>
          <p:nvPr/>
        </p:nvSpPr>
        <p:spPr>
          <a:xfrm>
            <a:off x="158213" y="1838131"/>
            <a:ext cx="1066289" cy="261610"/>
          </a:xfrm>
          <a:prstGeom prst="rect">
            <a:avLst/>
          </a:prstGeom>
          <a:noFill/>
        </p:spPr>
        <p:txBody>
          <a:bodyPr wrap="square" rtlCol="0">
            <a:spAutoFit/>
          </a:bodyPr>
          <a:lstStyle/>
          <a:p>
            <a:pPr algn="ctr"/>
            <a:r>
              <a:rPr lang="en-GB" sz="1050" b="1"/>
              <a:t>Eric D</a:t>
            </a:r>
            <a:endParaRPr lang="fr-FR" sz="1050" b="1"/>
          </a:p>
        </p:txBody>
      </p:sp>
      <p:sp>
        <p:nvSpPr>
          <p:cNvPr id="58" name="TextBox 57">
            <a:extLst>
              <a:ext uri="{FF2B5EF4-FFF2-40B4-BE49-F238E27FC236}">
                <a16:creationId xmlns:a16="http://schemas.microsoft.com/office/drawing/2014/main" id="{DD2B6D55-2D11-3BC3-8E7B-17391E079490}"/>
              </a:ext>
            </a:extLst>
          </p:cNvPr>
          <p:cNvSpPr txBox="1"/>
          <p:nvPr/>
        </p:nvSpPr>
        <p:spPr>
          <a:xfrm>
            <a:off x="158213" y="2297359"/>
            <a:ext cx="1066289" cy="261610"/>
          </a:xfrm>
          <a:prstGeom prst="rect">
            <a:avLst/>
          </a:prstGeom>
          <a:noFill/>
        </p:spPr>
        <p:txBody>
          <a:bodyPr wrap="square" rtlCol="0">
            <a:spAutoFit/>
          </a:bodyPr>
          <a:lstStyle/>
          <a:p>
            <a:pPr algn="ctr"/>
            <a:r>
              <a:rPr lang="en-GB" sz="1050" b="1"/>
              <a:t>Arnaud</a:t>
            </a:r>
            <a:endParaRPr lang="fr-FR" sz="1050" b="1"/>
          </a:p>
        </p:txBody>
      </p:sp>
      <p:sp>
        <p:nvSpPr>
          <p:cNvPr id="59" name="TextBox 58">
            <a:extLst>
              <a:ext uri="{FF2B5EF4-FFF2-40B4-BE49-F238E27FC236}">
                <a16:creationId xmlns:a16="http://schemas.microsoft.com/office/drawing/2014/main" id="{4475181A-8886-9EB0-BC1A-1AA9E34AA07C}"/>
              </a:ext>
            </a:extLst>
          </p:cNvPr>
          <p:cNvSpPr txBox="1"/>
          <p:nvPr/>
        </p:nvSpPr>
        <p:spPr>
          <a:xfrm>
            <a:off x="158213" y="2813935"/>
            <a:ext cx="1066289" cy="261610"/>
          </a:xfrm>
          <a:prstGeom prst="rect">
            <a:avLst/>
          </a:prstGeom>
          <a:noFill/>
        </p:spPr>
        <p:txBody>
          <a:bodyPr wrap="square" rtlCol="0">
            <a:spAutoFit/>
          </a:bodyPr>
          <a:lstStyle/>
          <a:p>
            <a:pPr algn="ctr"/>
            <a:r>
              <a:rPr lang="en-GB" sz="1050" b="1"/>
              <a:t>Alexandre</a:t>
            </a:r>
            <a:endParaRPr lang="fr-FR" sz="1050" b="1"/>
          </a:p>
        </p:txBody>
      </p:sp>
      <p:sp>
        <p:nvSpPr>
          <p:cNvPr id="60" name="TextBox 59">
            <a:extLst>
              <a:ext uri="{FF2B5EF4-FFF2-40B4-BE49-F238E27FC236}">
                <a16:creationId xmlns:a16="http://schemas.microsoft.com/office/drawing/2014/main" id="{D5D24E64-4893-BE44-D6FE-04FF8B6B8BC0}"/>
              </a:ext>
            </a:extLst>
          </p:cNvPr>
          <p:cNvSpPr txBox="1"/>
          <p:nvPr/>
        </p:nvSpPr>
        <p:spPr>
          <a:xfrm>
            <a:off x="158213" y="3286310"/>
            <a:ext cx="1066289" cy="261610"/>
          </a:xfrm>
          <a:prstGeom prst="rect">
            <a:avLst/>
          </a:prstGeom>
          <a:noFill/>
        </p:spPr>
        <p:txBody>
          <a:bodyPr wrap="square" rtlCol="0">
            <a:spAutoFit/>
          </a:bodyPr>
          <a:lstStyle/>
          <a:p>
            <a:pPr algn="ctr"/>
            <a:r>
              <a:rPr lang="en-GB" sz="1050" b="1"/>
              <a:t>Paul</a:t>
            </a:r>
            <a:endParaRPr lang="fr-FR" sz="1050" b="1"/>
          </a:p>
        </p:txBody>
      </p:sp>
      <p:sp>
        <p:nvSpPr>
          <p:cNvPr id="61" name="TextBox 60">
            <a:extLst>
              <a:ext uri="{FF2B5EF4-FFF2-40B4-BE49-F238E27FC236}">
                <a16:creationId xmlns:a16="http://schemas.microsoft.com/office/drawing/2014/main" id="{9D49F4C7-3F61-E5C8-E05B-31B99B0503CB}"/>
              </a:ext>
            </a:extLst>
          </p:cNvPr>
          <p:cNvSpPr txBox="1"/>
          <p:nvPr/>
        </p:nvSpPr>
        <p:spPr>
          <a:xfrm>
            <a:off x="158213" y="3771061"/>
            <a:ext cx="1066289" cy="261610"/>
          </a:xfrm>
          <a:prstGeom prst="rect">
            <a:avLst/>
          </a:prstGeom>
          <a:noFill/>
        </p:spPr>
        <p:txBody>
          <a:bodyPr wrap="square" rtlCol="0">
            <a:spAutoFit/>
          </a:bodyPr>
          <a:lstStyle/>
          <a:p>
            <a:pPr algn="ctr"/>
            <a:r>
              <a:rPr lang="en-GB" sz="1050" b="1"/>
              <a:t>Soufiane</a:t>
            </a:r>
            <a:endParaRPr lang="fr-FR" sz="1050" b="1"/>
          </a:p>
        </p:txBody>
      </p:sp>
      <p:sp>
        <p:nvSpPr>
          <p:cNvPr id="62" name="TextBox 61">
            <a:extLst>
              <a:ext uri="{FF2B5EF4-FFF2-40B4-BE49-F238E27FC236}">
                <a16:creationId xmlns:a16="http://schemas.microsoft.com/office/drawing/2014/main" id="{8BCE4ACC-FA16-F0CD-30FA-2773C4095900}"/>
              </a:ext>
            </a:extLst>
          </p:cNvPr>
          <p:cNvSpPr txBox="1"/>
          <p:nvPr/>
        </p:nvSpPr>
        <p:spPr>
          <a:xfrm>
            <a:off x="158213" y="4255812"/>
            <a:ext cx="1066289" cy="261610"/>
          </a:xfrm>
          <a:prstGeom prst="rect">
            <a:avLst/>
          </a:prstGeom>
          <a:noFill/>
        </p:spPr>
        <p:txBody>
          <a:bodyPr wrap="square" rtlCol="0">
            <a:spAutoFit/>
          </a:bodyPr>
          <a:lstStyle/>
          <a:p>
            <a:pPr algn="ctr"/>
            <a:r>
              <a:rPr lang="en-GB" sz="1050" b="1"/>
              <a:t>Damien</a:t>
            </a:r>
            <a:endParaRPr lang="fr-FR" sz="1050" b="1"/>
          </a:p>
        </p:txBody>
      </p:sp>
      <p:sp>
        <p:nvSpPr>
          <p:cNvPr id="63" name="TextBox 62">
            <a:extLst>
              <a:ext uri="{FF2B5EF4-FFF2-40B4-BE49-F238E27FC236}">
                <a16:creationId xmlns:a16="http://schemas.microsoft.com/office/drawing/2014/main" id="{FAFD7034-A555-89D1-DC68-D07284E9B371}"/>
              </a:ext>
            </a:extLst>
          </p:cNvPr>
          <p:cNvSpPr txBox="1"/>
          <p:nvPr/>
        </p:nvSpPr>
        <p:spPr>
          <a:xfrm>
            <a:off x="158213" y="4802315"/>
            <a:ext cx="1066289" cy="261610"/>
          </a:xfrm>
          <a:prstGeom prst="rect">
            <a:avLst/>
          </a:prstGeom>
          <a:noFill/>
        </p:spPr>
        <p:txBody>
          <a:bodyPr wrap="square" rtlCol="0">
            <a:spAutoFit/>
          </a:bodyPr>
          <a:lstStyle/>
          <a:p>
            <a:pPr algn="ctr"/>
            <a:r>
              <a:rPr lang="en-GB" sz="1050" b="1"/>
              <a:t>Emma</a:t>
            </a:r>
            <a:endParaRPr lang="fr-FR" sz="1050" b="1"/>
          </a:p>
        </p:txBody>
      </p:sp>
      <p:sp>
        <p:nvSpPr>
          <p:cNvPr id="64" name="TextBox 63">
            <a:extLst>
              <a:ext uri="{FF2B5EF4-FFF2-40B4-BE49-F238E27FC236}">
                <a16:creationId xmlns:a16="http://schemas.microsoft.com/office/drawing/2014/main" id="{EEA43360-0854-2EEF-C3C9-2CFF3D7A9AFB}"/>
              </a:ext>
            </a:extLst>
          </p:cNvPr>
          <p:cNvSpPr txBox="1"/>
          <p:nvPr/>
        </p:nvSpPr>
        <p:spPr>
          <a:xfrm>
            <a:off x="158213" y="5274690"/>
            <a:ext cx="1066289" cy="261610"/>
          </a:xfrm>
          <a:prstGeom prst="rect">
            <a:avLst/>
          </a:prstGeom>
          <a:noFill/>
        </p:spPr>
        <p:txBody>
          <a:bodyPr wrap="square" rtlCol="0">
            <a:spAutoFit/>
          </a:bodyPr>
          <a:lstStyle/>
          <a:p>
            <a:pPr algn="ctr"/>
            <a:r>
              <a:rPr lang="en-GB" sz="1050" b="1"/>
              <a:t>Arthur</a:t>
            </a:r>
            <a:endParaRPr lang="fr-FR" sz="1050" b="1"/>
          </a:p>
        </p:txBody>
      </p:sp>
      <p:sp>
        <p:nvSpPr>
          <p:cNvPr id="67" name="Flèche : pentagone 82">
            <a:extLst>
              <a:ext uri="{FF2B5EF4-FFF2-40B4-BE49-F238E27FC236}">
                <a16:creationId xmlns:a16="http://schemas.microsoft.com/office/drawing/2014/main" id="{7AB250DB-7826-890F-53D7-0048852C06A6}"/>
              </a:ext>
            </a:extLst>
          </p:cNvPr>
          <p:cNvSpPr/>
          <p:nvPr/>
        </p:nvSpPr>
        <p:spPr>
          <a:xfrm>
            <a:off x="1371440" y="2813935"/>
            <a:ext cx="4650744" cy="216000"/>
          </a:xfrm>
          <a:prstGeom prst="homePlate">
            <a:avLst/>
          </a:prstGeom>
          <a:solidFill>
            <a:srgbClr val="00B050"/>
          </a:solidFill>
          <a:ln w="12700" cap="flat">
            <a:solidFill>
              <a:schemeClr val="accent6"/>
            </a:solidFill>
            <a:prstDash val="solid"/>
            <a:miter/>
          </a:ln>
        </p:spPr>
        <p:txBody>
          <a:bodyPr vert="horz" wrap="square" lIns="0" tIns="45720" rIns="0" bIns="45720" anchor="ctr" anchorCtr="1" compatLnSpc="1">
            <a:noAutofit/>
          </a:bodyPr>
          <a:lstStyle/>
          <a:p>
            <a:pPr algn="ctr" defTabSz="457200"/>
            <a:r>
              <a:rPr lang="fr-FR" sz="800" b="1" err="1">
                <a:solidFill>
                  <a:schemeClr val="bg1"/>
                </a:solidFill>
                <a:latin typeface="Calibri" panose="020F0502020204030204"/>
                <a:sym typeface="Arial"/>
              </a:rPr>
              <a:t>Ayvens</a:t>
            </a:r>
            <a:r>
              <a:rPr lang="fr-FR" sz="800" b="1">
                <a:solidFill>
                  <a:schemeClr val="bg1"/>
                </a:solidFill>
                <a:latin typeface="Calibri" panose="020F0502020204030204"/>
                <a:sym typeface="Arial"/>
              </a:rPr>
              <a:t> </a:t>
            </a:r>
          </a:p>
        </p:txBody>
      </p:sp>
      <p:sp>
        <p:nvSpPr>
          <p:cNvPr id="69" name="Flèche : pentagone 82">
            <a:extLst>
              <a:ext uri="{FF2B5EF4-FFF2-40B4-BE49-F238E27FC236}">
                <a16:creationId xmlns:a16="http://schemas.microsoft.com/office/drawing/2014/main" id="{AE095687-F14D-19A0-9AEA-E3EDDC39124D}"/>
              </a:ext>
            </a:extLst>
          </p:cNvPr>
          <p:cNvSpPr/>
          <p:nvPr/>
        </p:nvSpPr>
        <p:spPr>
          <a:xfrm>
            <a:off x="1344390" y="5187042"/>
            <a:ext cx="10211340" cy="154755"/>
          </a:xfrm>
          <a:prstGeom prst="homePlate">
            <a:avLst/>
          </a:prstGeom>
          <a:solidFill>
            <a:schemeClr val="bg1"/>
          </a:solidFill>
          <a:ln w="12700" cap="flat">
            <a:solidFill>
              <a:schemeClr val="accent6"/>
            </a:solidFill>
            <a:prstDash val="solid"/>
            <a:miter/>
          </a:ln>
        </p:spPr>
        <p:txBody>
          <a:bodyPr vert="horz" wrap="square" lIns="0" tIns="45720" rIns="0" bIns="45720" anchor="ctr" anchorCtr="1" compatLnSpc="1">
            <a:noAutofit/>
          </a:bodyPr>
          <a:lstStyle/>
          <a:p>
            <a:pPr algn="ctr" defTabSz="457200"/>
            <a:r>
              <a:rPr lang="fr-FR" sz="800" b="1">
                <a:latin typeface="Calibri" panose="020F0502020204030204"/>
                <a:sym typeface="Arial"/>
              </a:rPr>
              <a:t>Missions Internes</a:t>
            </a:r>
          </a:p>
        </p:txBody>
      </p:sp>
      <p:sp>
        <p:nvSpPr>
          <p:cNvPr id="71" name="Flèche : pentagone 82">
            <a:extLst>
              <a:ext uri="{FF2B5EF4-FFF2-40B4-BE49-F238E27FC236}">
                <a16:creationId xmlns:a16="http://schemas.microsoft.com/office/drawing/2014/main" id="{AF2A2EAC-4C5C-9F6B-37BD-884DE1295984}"/>
              </a:ext>
            </a:extLst>
          </p:cNvPr>
          <p:cNvSpPr/>
          <p:nvPr/>
        </p:nvSpPr>
        <p:spPr>
          <a:xfrm>
            <a:off x="6545781" y="6339913"/>
            <a:ext cx="737669" cy="144000"/>
          </a:xfrm>
          <a:prstGeom prst="homePlate">
            <a:avLst/>
          </a:prstGeom>
          <a:solidFill>
            <a:srgbClr val="00B050"/>
          </a:solidFill>
          <a:ln w="12700" cap="flat">
            <a:solidFill>
              <a:schemeClr val="accent6"/>
            </a:solidFill>
            <a:prstDash val="solid"/>
            <a:miter/>
          </a:ln>
        </p:spPr>
        <p:txBody>
          <a:bodyPr vert="horz" wrap="square" lIns="0" tIns="45720" rIns="0" bIns="45720" anchor="ctr" anchorCtr="1" compatLnSpc="1">
            <a:noAutofit/>
          </a:bodyPr>
          <a:lstStyle/>
          <a:p>
            <a:pPr algn="ctr" defTabSz="457200"/>
            <a:r>
              <a:rPr lang="fr-FR" sz="800" b="1" kern="1200">
                <a:solidFill>
                  <a:schemeClr val="bg1"/>
                </a:solidFill>
                <a:latin typeface="Calibri" panose="020F0502020204030204"/>
              </a:rPr>
              <a:t>Win</a:t>
            </a:r>
          </a:p>
        </p:txBody>
      </p:sp>
      <p:sp>
        <p:nvSpPr>
          <p:cNvPr id="72" name="Flèche : pentagone 78">
            <a:extLst>
              <a:ext uri="{FF2B5EF4-FFF2-40B4-BE49-F238E27FC236}">
                <a16:creationId xmlns:a16="http://schemas.microsoft.com/office/drawing/2014/main" id="{3A33BDDB-0613-D300-2D93-6DDD7E289B88}"/>
              </a:ext>
            </a:extLst>
          </p:cNvPr>
          <p:cNvSpPr/>
          <p:nvPr/>
        </p:nvSpPr>
        <p:spPr>
          <a:xfrm>
            <a:off x="7609691" y="6340406"/>
            <a:ext cx="864000" cy="108000"/>
          </a:xfrm>
          <a:prstGeom prst="homePlate">
            <a:avLst/>
          </a:prstGeom>
          <a:solidFill>
            <a:srgbClr val="FFE89F"/>
          </a:solidFill>
          <a:ln w="12700" cap="flat">
            <a:solidFill>
              <a:srgbClr val="FF0000"/>
            </a:solidFill>
            <a:prstDash val="dash"/>
            <a:miter/>
          </a:ln>
        </p:spPr>
        <p:txBody>
          <a:bodyPr vert="horz" wrap="square" lIns="0" tIns="45720" rIns="0" bIns="45720" anchor="ctr" anchorCtr="1" compatLnSpc="1">
            <a:noAutofit/>
          </a:bodyPr>
          <a:lstStyle/>
          <a:p>
            <a:pPr marL="0" marR="0" lvl="0" indent="0" algn="ctr" defTabSz="457200" rtl="0" eaLnBrk="1" fontAlgn="auto" latinLnBrk="0" hangingPunct="1">
              <a:lnSpc>
                <a:spcPct val="100000"/>
              </a:lnSpc>
              <a:spcBef>
                <a:spcPts val="0"/>
              </a:spcBef>
              <a:spcAft>
                <a:spcPts val="0"/>
              </a:spcAft>
              <a:buClr>
                <a:srgbClr val="000000"/>
              </a:buClr>
              <a:buSzTx/>
              <a:buFont typeface="Arial"/>
              <a:buNone/>
              <a:tabLst/>
              <a:defRPr/>
            </a:pPr>
            <a:r>
              <a:rPr kumimoji="0" lang="en-US" sz="800" b="1" i="0" u="none" strike="noStrike" kern="1200" cap="none" spc="0" normalizeH="0" baseline="0" noProof="0" err="1">
                <a:ln>
                  <a:noFill/>
                </a:ln>
                <a:solidFill>
                  <a:schemeClr val="bg2">
                    <a:lumMod val="10000"/>
                  </a:schemeClr>
                </a:solidFill>
                <a:effectLst/>
                <a:uLnTx/>
                <a:uFillTx/>
                <a:latin typeface="Calibri" panose="020F0502020204030204"/>
                <a:cs typeface="Arial" pitchFamily="34"/>
                <a:sym typeface="Arial"/>
              </a:rPr>
              <a:t>Potentiel</a:t>
            </a:r>
            <a:endParaRPr kumimoji="0" lang="fr-FR" sz="800" b="1" i="0" u="none" strike="noStrike" kern="1200" cap="none" spc="0" normalizeH="0" baseline="0" noProof="0">
              <a:ln>
                <a:noFill/>
              </a:ln>
              <a:solidFill>
                <a:schemeClr val="bg2">
                  <a:lumMod val="10000"/>
                </a:schemeClr>
              </a:solidFill>
              <a:effectLst/>
              <a:uLnTx/>
              <a:uFillTx/>
              <a:latin typeface="Calibri" panose="020F0502020204030204"/>
              <a:cs typeface="Arial" pitchFamily="34"/>
              <a:sym typeface="Arial"/>
            </a:endParaRPr>
          </a:p>
        </p:txBody>
      </p:sp>
      <p:sp>
        <p:nvSpPr>
          <p:cNvPr id="73" name="Flèche : pentagone 82">
            <a:extLst>
              <a:ext uri="{FF2B5EF4-FFF2-40B4-BE49-F238E27FC236}">
                <a16:creationId xmlns:a16="http://schemas.microsoft.com/office/drawing/2014/main" id="{520C2D24-400C-9684-CD64-0FC4A7CB7F81}"/>
              </a:ext>
            </a:extLst>
          </p:cNvPr>
          <p:cNvSpPr/>
          <p:nvPr/>
        </p:nvSpPr>
        <p:spPr>
          <a:xfrm>
            <a:off x="5212107" y="6333209"/>
            <a:ext cx="910941" cy="180000"/>
          </a:xfrm>
          <a:prstGeom prst="homePlate">
            <a:avLst/>
          </a:prstGeom>
          <a:solidFill>
            <a:schemeClr val="bg1"/>
          </a:solidFill>
          <a:ln w="12700" cap="flat">
            <a:solidFill>
              <a:schemeClr val="accent6"/>
            </a:solidFill>
            <a:prstDash val="solid"/>
            <a:miter/>
          </a:ln>
        </p:spPr>
        <p:txBody>
          <a:bodyPr vert="horz" wrap="square" lIns="0" tIns="45720" rIns="0" bIns="45720" anchor="ctr" anchorCtr="1" compatLnSpc="1">
            <a:noAutofit/>
          </a:bodyPr>
          <a:lstStyle/>
          <a:p>
            <a:pPr algn="ctr" defTabSz="457200"/>
            <a:r>
              <a:rPr lang="fr-FR" sz="800" b="1">
                <a:latin typeface="Calibri" panose="020F0502020204030204"/>
                <a:sym typeface="Arial"/>
              </a:rPr>
              <a:t>Missions Internes</a:t>
            </a:r>
          </a:p>
        </p:txBody>
      </p:sp>
      <p:sp>
        <p:nvSpPr>
          <p:cNvPr id="74" name="Flèche : pentagone 82">
            <a:extLst>
              <a:ext uri="{FF2B5EF4-FFF2-40B4-BE49-F238E27FC236}">
                <a16:creationId xmlns:a16="http://schemas.microsoft.com/office/drawing/2014/main" id="{941DF635-C408-65CC-55BF-FC6208413E19}"/>
              </a:ext>
            </a:extLst>
          </p:cNvPr>
          <p:cNvSpPr/>
          <p:nvPr/>
        </p:nvSpPr>
        <p:spPr>
          <a:xfrm>
            <a:off x="1334609" y="4280545"/>
            <a:ext cx="1027589" cy="205162"/>
          </a:xfrm>
          <a:prstGeom prst="homePlate">
            <a:avLst/>
          </a:prstGeom>
          <a:solidFill>
            <a:srgbClr val="00B050"/>
          </a:solidFill>
          <a:ln w="12700" cap="flat">
            <a:solidFill>
              <a:schemeClr val="accent6"/>
            </a:solidFill>
            <a:prstDash val="solid"/>
            <a:miter/>
          </a:ln>
        </p:spPr>
        <p:txBody>
          <a:bodyPr vert="horz" wrap="square" lIns="0" tIns="45720" rIns="0" bIns="45720" anchor="ctr" anchorCtr="1" compatLnSpc="1">
            <a:noAutofit/>
          </a:bodyPr>
          <a:lstStyle/>
          <a:p>
            <a:pPr algn="ctr" defTabSz="457200"/>
            <a:r>
              <a:rPr lang="fr-FR" sz="800" b="1">
                <a:solidFill>
                  <a:schemeClr val="bg1"/>
                </a:solidFill>
                <a:latin typeface="Calibri" panose="020F0502020204030204"/>
                <a:sym typeface="Arial"/>
              </a:rPr>
              <a:t>SG - crédit</a:t>
            </a:r>
          </a:p>
        </p:txBody>
      </p:sp>
      <p:sp>
        <p:nvSpPr>
          <p:cNvPr id="77" name="Flèche : pentagone 82">
            <a:extLst>
              <a:ext uri="{FF2B5EF4-FFF2-40B4-BE49-F238E27FC236}">
                <a16:creationId xmlns:a16="http://schemas.microsoft.com/office/drawing/2014/main" id="{22540162-EF9E-06D9-25A0-A45A9DB1CFB8}"/>
              </a:ext>
            </a:extLst>
          </p:cNvPr>
          <p:cNvSpPr/>
          <p:nvPr/>
        </p:nvSpPr>
        <p:spPr>
          <a:xfrm>
            <a:off x="1334608" y="5409985"/>
            <a:ext cx="10211341" cy="160386"/>
          </a:xfrm>
          <a:prstGeom prst="homePlate">
            <a:avLst/>
          </a:prstGeom>
          <a:solidFill>
            <a:srgbClr val="00B050"/>
          </a:solidFill>
          <a:ln w="12700" cap="flat">
            <a:solidFill>
              <a:schemeClr val="accent6"/>
            </a:solidFill>
            <a:prstDash val="solid"/>
            <a:miter/>
          </a:ln>
        </p:spPr>
        <p:txBody>
          <a:bodyPr vert="horz" wrap="square" lIns="0" tIns="45720" rIns="0" bIns="45720" anchor="ctr" anchorCtr="1" compatLnSpc="1">
            <a:noAutofit/>
          </a:bodyPr>
          <a:lstStyle/>
          <a:p>
            <a:pPr algn="ctr" defTabSz="457200"/>
            <a:r>
              <a:rPr lang="fr-FR" sz="800" b="1">
                <a:solidFill>
                  <a:schemeClr val="bg1"/>
                </a:solidFill>
                <a:latin typeface="Calibri" panose="020F0502020204030204"/>
                <a:sym typeface="Arial"/>
              </a:rPr>
              <a:t>Loomis – Production réglementaire</a:t>
            </a:r>
          </a:p>
        </p:txBody>
      </p:sp>
      <p:sp>
        <p:nvSpPr>
          <p:cNvPr id="81" name="Triangle isocèle 261">
            <a:extLst>
              <a:ext uri="{FF2B5EF4-FFF2-40B4-BE49-F238E27FC236}">
                <a16:creationId xmlns:a16="http://schemas.microsoft.com/office/drawing/2014/main" id="{F6A8B898-02F9-2048-9A3C-E50459D34A81}"/>
              </a:ext>
            </a:extLst>
          </p:cNvPr>
          <p:cNvSpPr/>
          <p:nvPr/>
        </p:nvSpPr>
        <p:spPr>
          <a:xfrm>
            <a:off x="5210465" y="1524213"/>
            <a:ext cx="72000" cy="72000"/>
          </a:xfrm>
          <a:prstGeom prst="triangle">
            <a:avLst/>
          </a:prstGeom>
          <a:solidFill>
            <a:srgbClr val="1B445F"/>
          </a:solidFill>
          <a:ln>
            <a:solidFill>
              <a:srgbClr val="1B445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fr-FR" sz="1400" b="1" i="0" u="none" strike="noStrike" kern="0" cap="none" spc="0" normalizeH="0" baseline="0" noProof="0" dirty="0">
              <a:ln>
                <a:noFill/>
              </a:ln>
              <a:solidFill>
                <a:prstClr val="white"/>
              </a:solidFill>
              <a:effectLst/>
              <a:uLnTx/>
              <a:uFillTx/>
              <a:latin typeface="Calibri" panose="020F0502020204030204"/>
              <a:ea typeface="+mn-ea"/>
              <a:cs typeface="+mn-cs"/>
              <a:sym typeface="Arial"/>
            </a:endParaRPr>
          </a:p>
        </p:txBody>
      </p:sp>
      <p:sp>
        <p:nvSpPr>
          <p:cNvPr id="84" name="Triangle isocèle 261">
            <a:extLst>
              <a:ext uri="{FF2B5EF4-FFF2-40B4-BE49-F238E27FC236}">
                <a16:creationId xmlns:a16="http://schemas.microsoft.com/office/drawing/2014/main" id="{9C21095E-DBD7-0561-C596-8679BD30CE45}"/>
              </a:ext>
            </a:extLst>
          </p:cNvPr>
          <p:cNvSpPr/>
          <p:nvPr/>
        </p:nvSpPr>
        <p:spPr>
          <a:xfrm>
            <a:off x="3954549" y="1524213"/>
            <a:ext cx="72000" cy="72000"/>
          </a:xfrm>
          <a:prstGeom prst="triangle">
            <a:avLst/>
          </a:prstGeom>
          <a:solidFill>
            <a:srgbClr val="1B445F"/>
          </a:solidFill>
          <a:ln>
            <a:solidFill>
              <a:srgbClr val="1B445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fr-FR" sz="1400" b="0" i="0" u="none" strike="noStrike" kern="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85" name="Triangle isocèle 261">
            <a:extLst>
              <a:ext uri="{FF2B5EF4-FFF2-40B4-BE49-F238E27FC236}">
                <a16:creationId xmlns:a16="http://schemas.microsoft.com/office/drawing/2014/main" id="{80D65DD0-8197-FA08-92B0-833A5589468D}"/>
              </a:ext>
            </a:extLst>
          </p:cNvPr>
          <p:cNvSpPr/>
          <p:nvPr/>
        </p:nvSpPr>
        <p:spPr>
          <a:xfrm>
            <a:off x="2127709" y="1524213"/>
            <a:ext cx="72000" cy="72000"/>
          </a:xfrm>
          <a:prstGeom prst="triangle">
            <a:avLst/>
          </a:prstGeom>
          <a:solidFill>
            <a:srgbClr val="1B445F"/>
          </a:solidFill>
          <a:ln>
            <a:solidFill>
              <a:srgbClr val="1B445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fr-FR" sz="1400" b="0" i="0" u="none" strike="noStrike" kern="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86" name="Triangle isocèle 261">
            <a:extLst>
              <a:ext uri="{FF2B5EF4-FFF2-40B4-BE49-F238E27FC236}">
                <a16:creationId xmlns:a16="http://schemas.microsoft.com/office/drawing/2014/main" id="{ED0A8E5A-7047-5FB8-D2ED-524F977A8C03}"/>
              </a:ext>
            </a:extLst>
          </p:cNvPr>
          <p:cNvSpPr/>
          <p:nvPr/>
        </p:nvSpPr>
        <p:spPr>
          <a:xfrm>
            <a:off x="7557607" y="1533352"/>
            <a:ext cx="72000" cy="72000"/>
          </a:xfrm>
          <a:prstGeom prst="triangle">
            <a:avLst/>
          </a:prstGeom>
          <a:solidFill>
            <a:srgbClr val="1B445F"/>
          </a:solidFill>
          <a:ln>
            <a:solidFill>
              <a:srgbClr val="1B445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fr-FR" sz="1400" b="0" i="0" u="none" strike="noStrike" kern="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87" name="Triangle isocèle 261">
            <a:extLst>
              <a:ext uri="{FF2B5EF4-FFF2-40B4-BE49-F238E27FC236}">
                <a16:creationId xmlns:a16="http://schemas.microsoft.com/office/drawing/2014/main" id="{852D2FD1-6154-FF7E-4DCE-6EA360A851DA}"/>
              </a:ext>
            </a:extLst>
          </p:cNvPr>
          <p:cNvSpPr/>
          <p:nvPr/>
        </p:nvSpPr>
        <p:spPr>
          <a:xfrm>
            <a:off x="8563998" y="1542393"/>
            <a:ext cx="72000" cy="72000"/>
          </a:xfrm>
          <a:prstGeom prst="triangle">
            <a:avLst/>
          </a:prstGeom>
          <a:solidFill>
            <a:srgbClr val="1B445F"/>
          </a:solidFill>
          <a:ln>
            <a:solidFill>
              <a:srgbClr val="1B445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fr-FR" sz="1400" b="0" i="0" u="none" strike="noStrike" kern="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88" name="Triangle isocèle 261">
            <a:extLst>
              <a:ext uri="{FF2B5EF4-FFF2-40B4-BE49-F238E27FC236}">
                <a16:creationId xmlns:a16="http://schemas.microsoft.com/office/drawing/2014/main" id="{1D47140F-63AB-934A-1B83-B8617E84F1D6}"/>
              </a:ext>
            </a:extLst>
          </p:cNvPr>
          <p:cNvSpPr/>
          <p:nvPr/>
        </p:nvSpPr>
        <p:spPr>
          <a:xfrm>
            <a:off x="11047808" y="1524213"/>
            <a:ext cx="72000" cy="72000"/>
          </a:xfrm>
          <a:prstGeom prst="triangle">
            <a:avLst/>
          </a:prstGeom>
          <a:solidFill>
            <a:srgbClr val="1B445F"/>
          </a:solidFill>
          <a:ln>
            <a:solidFill>
              <a:srgbClr val="1B445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fr-FR" sz="1400" b="0" i="0" u="none" strike="noStrike" kern="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2" name="Flèche : pentagone 82">
            <a:extLst>
              <a:ext uri="{FF2B5EF4-FFF2-40B4-BE49-F238E27FC236}">
                <a16:creationId xmlns:a16="http://schemas.microsoft.com/office/drawing/2014/main" id="{D762FCCE-F0A8-0162-CEAA-8BE228421E5A}"/>
              </a:ext>
            </a:extLst>
          </p:cNvPr>
          <p:cNvSpPr/>
          <p:nvPr/>
        </p:nvSpPr>
        <p:spPr>
          <a:xfrm>
            <a:off x="1357089" y="3320833"/>
            <a:ext cx="4686169" cy="216000"/>
          </a:xfrm>
          <a:prstGeom prst="homePlate">
            <a:avLst/>
          </a:prstGeom>
          <a:solidFill>
            <a:srgbClr val="00B050"/>
          </a:solidFill>
          <a:ln w="12700" cap="flat">
            <a:solidFill>
              <a:schemeClr val="accent6"/>
            </a:solidFill>
            <a:prstDash val="solid"/>
            <a:miter/>
          </a:ln>
        </p:spPr>
        <p:txBody>
          <a:bodyPr vert="horz" wrap="square" lIns="0" tIns="45720" rIns="0" bIns="45720" anchor="ctr" anchorCtr="1" compatLnSpc="1">
            <a:noAutofit/>
          </a:bodyPr>
          <a:lstStyle/>
          <a:p>
            <a:pPr algn="ctr" defTabSz="457200"/>
            <a:r>
              <a:rPr lang="fr-FR" sz="800" b="1">
                <a:solidFill>
                  <a:schemeClr val="bg1"/>
                </a:solidFill>
                <a:latin typeface="Calibri" panose="020F0502020204030204"/>
                <a:sym typeface="Arial"/>
              </a:rPr>
              <a:t>HSBC - IRRBB</a:t>
            </a:r>
          </a:p>
        </p:txBody>
      </p:sp>
      <p:sp>
        <p:nvSpPr>
          <p:cNvPr id="3" name="Flèche : pentagone 82">
            <a:extLst>
              <a:ext uri="{FF2B5EF4-FFF2-40B4-BE49-F238E27FC236}">
                <a16:creationId xmlns:a16="http://schemas.microsoft.com/office/drawing/2014/main" id="{83F739FF-BD38-1BC8-FF73-5D44079079CE}"/>
              </a:ext>
            </a:extLst>
          </p:cNvPr>
          <p:cNvSpPr/>
          <p:nvPr/>
        </p:nvSpPr>
        <p:spPr>
          <a:xfrm>
            <a:off x="1353179" y="4790038"/>
            <a:ext cx="4690080" cy="216000"/>
          </a:xfrm>
          <a:prstGeom prst="homePlate">
            <a:avLst/>
          </a:prstGeom>
          <a:solidFill>
            <a:srgbClr val="00B050"/>
          </a:solidFill>
          <a:ln w="12700" cap="flat">
            <a:solidFill>
              <a:schemeClr val="accent6"/>
            </a:solidFill>
            <a:prstDash val="solid"/>
            <a:miter/>
          </a:ln>
        </p:spPr>
        <p:txBody>
          <a:bodyPr vert="horz" wrap="square" lIns="0" tIns="45720" rIns="0" bIns="45720" anchor="ctr" anchorCtr="1" compatLnSpc="1">
            <a:noAutofit/>
          </a:bodyPr>
          <a:lstStyle/>
          <a:p>
            <a:pPr algn="ctr" defTabSz="457200"/>
            <a:r>
              <a:rPr lang="fr-FR" sz="800" b="1" dirty="0">
                <a:solidFill>
                  <a:schemeClr val="bg1"/>
                </a:solidFill>
                <a:latin typeface="Calibri" panose="020F0502020204030204"/>
                <a:sym typeface="Arial"/>
              </a:rPr>
              <a:t>CAPFM – Sécurisation des reportings risques financiers</a:t>
            </a:r>
          </a:p>
        </p:txBody>
      </p:sp>
      <p:sp>
        <p:nvSpPr>
          <p:cNvPr id="5" name="TextBox 4">
            <a:extLst>
              <a:ext uri="{FF2B5EF4-FFF2-40B4-BE49-F238E27FC236}">
                <a16:creationId xmlns:a16="http://schemas.microsoft.com/office/drawing/2014/main" id="{4861BBB1-1890-3FF6-E685-38ABFA5C0D45}"/>
              </a:ext>
            </a:extLst>
          </p:cNvPr>
          <p:cNvSpPr txBox="1"/>
          <p:nvPr/>
        </p:nvSpPr>
        <p:spPr>
          <a:xfrm>
            <a:off x="158213" y="5759720"/>
            <a:ext cx="1066289" cy="261610"/>
          </a:xfrm>
          <a:prstGeom prst="rect">
            <a:avLst/>
          </a:prstGeom>
          <a:noFill/>
        </p:spPr>
        <p:txBody>
          <a:bodyPr wrap="square" rtlCol="0">
            <a:spAutoFit/>
          </a:bodyPr>
          <a:lstStyle/>
          <a:p>
            <a:pPr algn="ctr"/>
            <a:r>
              <a:rPr lang="en-GB" sz="1050" b="1"/>
              <a:t>Maud</a:t>
            </a:r>
            <a:endParaRPr lang="fr-FR" sz="1050" b="1"/>
          </a:p>
        </p:txBody>
      </p:sp>
      <p:pic>
        <p:nvPicPr>
          <p:cNvPr id="79" name="Image 220" descr="Une image contenant Graphique, cercle, conception, art&#10;&#10;Description générée automatiquement">
            <a:extLst>
              <a:ext uri="{FF2B5EF4-FFF2-40B4-BE49-F238E27FC236}">
                <a16:creationId xmlns:a16="http://schemas.microsoft.com/office/drawing/2014/main" id="{AFD488CF-3CF0-533B-585A-68240282483E}"/>
              </a:ext>
            </a:extLst>
          </p:cNvPr>
          <p:cNvPicPr>
            <a:picLocks noChangeAspect="1"/>
          </p:cNvPicPr>
          <p:nvPr/>
        </p:nvPicPr>
        <p:blipFill>
          <a:blip r:embed="rId2"/>
          <a:stretch>
            <a:fillRect/>
          </a:stretch>
        </p:blipFill>
        <p:spPr>
          <a:xfrm>
            <a:off x="5138465" y="937374"/>
            <a:ext cx="216000" cy="216000"/>
          </a:xfrm>
          <a:prstGeom prst="rect">
            <a:avLst/>
          </a:prstGeom>
        </p:spPr>
      </p:pic>
      <p:sp>
        <p:nvSpPr>
          <p:cNvPr id="12" name="Flèche : pentagone 82">
            <a:extLst>
              <a:ext uri="{FF2B5EF4-FFF2-40B4-BE49-F238E27FC236}">
                <a16:creationId xmlns:a16="http://schemas.microsoft.com/office/drawing/2014/main" id="{D5D46736-6987-2F82-2A0C-8F4B369D2710}"/>
              </a:ext>
            </a:extLst>
          </p:cNvPr>
          <p:cNvSpPr/>
          <p:nvPr/>
        </p:nvSpPr>
        <p:spPr>
          <a:xfrm>
            <a:off x="1371439" y="2297358"/>
            <a:ext cx="10577802" cy="228033"/>
          </a:xfrm>
          <a:prstGeom prst="homePlate">
            <a:avLst/>
          </a:prstGeom>
          <a:solidFill>
            <a:srgbClr val="00B050"/>
          </a:solidFill>
          <a:ln w="12700" cap="flat">
            <a:solidFill>
              <a:schemeClr val="accent6"/>
            </a:solidFill>
            <a:prstDash val="solid"/>
            <a:miter/>
          </a:ln>
        </p:spPr>
        <p:txBody>
          <a:bodyPr vert="horz" wrap="square" lIns="0" tIns="45720" rIns="0" bIns="45720" anchor="ctr" anchorCtr="1" compatLnSpc="1">
            <a:noAutofit/>
          </a:bodyPr>
          <a:lstStyle/>
          <a:p>
            <a:pPr algn="ctr" defTabSz="457200"/>
            <a:r>
              <a:rPr lang="fr-FR" sz="800" b="1" dirty="0">
                <a:solidFill>
                  <a:schemeClr val="bg1"/>
                </a:solidFill>
                <a:latin typeface="Calibri" panose="020F0502020204030204"/>
                <a:sym typeface="Arial"/>
              </a:rPr>
              <a:t>BNPP – BCBS 239</a:t>
            </a:r>
          </a:p>
        </p:txBody>
      </p:sp>
      <p:sp>
        <p:nvSpPr>
          <p:cNvPr id="4" name="Flèche : pentagone 82">
            <a:extLst>
              <a:ext uri="{FF2B5EF4-FFF2-40B4-BE49-F238E27FC236}">
                <a16:creationId xmlns:a16="http://schemas.microsoft.com/office/drawing/2014/main" id="{F0E76CB1-C7D4-EA3B-5651-C95B110AB6F1}"/>
              </a:ext>
            </a:extLst>
          </p:cNvPr>
          <p:cNvSpPr/>
          <p:nvPr/>
        </p:nvSpPr>
        <p:spPr>
          <a:xfrm>
            <a:off x="1334609" y="5778712"/>
            <a:ext cx="10211340" cy="154755"/>
          </a:xfrm>
          <a:prstGeom prst="homePlate">
            <a:avLst/>
          </a:prstGeom>
          <a:solidFill>
            <a:schemeClr val="bg1"/>
          </a:solidFill>
          <a:ln w="12700" cap="flat">
            <a:solidFill>
              <a:schemeClr val="accent6"/>
            </a:solidFill>
            <a:prstDash val="solid"/>
            <a:miter/>
          </a:ln>
        </p:spPr>
        <p:txBody>
          <a:bodyPr vert="horz" wrap="square" lIns="0" tIns="45720" rIns="0" bIns="45720" anchor="ctr" anchorCtr="1" compatLnSpc="1">
            <a:noAutofit/>
          </a:bodyPr>
          <a:lstStyle/>
          <a:p>
            <a:pPr algn="ctr" defTabSz="457200"/>
            <a:r>
              <a:rPr lang="fr-FR" sz="800" b="1">
                <a:latin typeface="Calibri" panose="020F0502020204030204"/>
                <a:sym typeface="Arial"/>
              </a:rPr>
              <a:t>Missions Internes</a:t>
            </a:r>
          </a:p>
        </p:txBody>
      </p:sp>
      <p:sp>
        <p:nvSpPr>
          <p:cNvPr id="8" name="Flèche : pentagone 82">
            <a:extLst>
              <a:ext uri="{FF2B5EF4-FFF2-40B4-BE49-F238E27FC236}">
                <a16:creationId xmlns:a16="http://schemas.microsoft.com/office/drawing/2014/main" id="{A2D128CB-EF23-54FF-7FD5-0372C651BFD6}"/>
              </a:ext>
            </a:extLst>
          </p:cNvPr>
          <p:cNvSpPr/>
          <p:nvPr/>
        </p:nvSpPr>
        <p:spPr>
          <a:xfrm>
            <a:off x="1371439" y="3777502"/>
            <a:ext cx="4671819" cy="216000"/>
          </a:xfrm>
          <a:prstGeom prst="homePlate">
            <a:avLst/>
          </a:prstGeom>
          <a:solidFill>
            <a:srgbClr val="00B050"/>
          </a:solidFill>
          <a:ln w="12700" cap="flat">
            <a:solidFill>
              <a:schemeClr val="accent6"/>
            </a:solidFill>
            <a:prstDash val="solid"/>
            <a:miter/>
          </a:ln>
        </p:spPr>
        <p:txBody>
          <a:bodyPr vert="horz" wrap="square" lIns="0" tIns="45720" rIns="0" bIns="45720" anchor="ctr" anchorCtr="1" compatLnSpc="1">
            <a:noAutofit/>
          </a:bodyPr>
          <a:lstStyle/>
          <a:p>
            <a:pPr algn="ctr" defTabSz="457200"/>
            <a:r>
              <a:rPr lang="fr-FR" sz="800" b="1" dirty="0">
                <a:solidFill>
                  <a:schemeClr val="bg1"/>
                </a:solidFill>
                <a:latin typeface="Calibri" panose="020F0502020204030204"/>
                <a:sym typeface="Arial"/>
              </a:rPr>
              <a:t>Crédit Logement – Travaux renta/PNB</a:t>
            </a:r>
          </a:p>
        </p:txBody>
      </p:sp>
      <p:cxnSp>
        <p:nvCxnSpPr>
          <p:cNvPr id="80" name="Connecteur droit 321">
            <a:extLst>
              <a:ext uri="{FF2B5EF4-FFF2-40B4-BE49-F238E27FC236}">
                <a16:creationId xmlns:a16="http://schemas.microsoft.com/office/drawing/2014/main" id="{F3CDE516-CBAD-7908-1A4E-ADED8021570C}"/>
              </a:ext>
            </a:extLst>
          </p:cNvPr>
          <p:cNvCxnSpPr>
            <a:cxnSpLocks/>
          </p:cNvCxnSpPr>
          <p:nvPr/>
        </p:nvCxnSpPr>
        <p:spPr>
          <a:xfrm>
            <a:off x="5246465" y="1184652"/>
            <a:ext cx="0" cy="4959195"/>
          </a:xfrm>
          <a:prstGeom prst="line">
            <a:avLst/>
          </a:prstGeom>
          <a:ln w="19050">
            <a:solidFill>
              <a:srgbClr val="EA2727"/>
            </a:solidFill>
            <a:prstDash val="dash"/>
          </a:ln>
        </p:spPr>
        <p:style>
          <a:lnRef idx="1">
            <a:schemeClr val="accent1"/>
          </a:lnRef>
          <a:fillRef idx="0">
            <a:schemeClr val="accent1"/>
          </a:fillRef>
          <a:effectRef idx="0">
            <a:schemeClr val="accent1"/>
          </a:effectRef>
          <a:fontRef idx="minor">
            <a:schemeClr val="tx1"/>
          </a:fontRef>
        </p:style>
      </p:cxnSp>
      <p:sp>
        <p:nvSpPr>
          <p:cNvPr id="10" name="Flèche : pentagone 82">
            <a:extLst>
              <a:ext uri="{FF2B5EF4-FFF2-40B4-BE49-F238E27FC236}">
                <a16:creationId xmlns:a16="http://schemas.microsoft.com/office/drawing/2014/main" id="{4ED03BF5-94D3-3B3E-1299-C04F295CCBB2}"/>
              </a:ext>
            </a:extLst>
          </p:cNvPr>
          <p:cNvSpPr/>
          <p:nvPr/>
        </p:nvSpPr>
        <p:spPr>
          <a:xfrm>
            <a:off x="6643353" y="2849766"/>
            <a:ext cx="5305888" cy="216000"/>
          </a:xfrm>
          <a:prstGeom prst="homePlate">
            <a:avLst/>
          </a:prstGeom>
          <a:solidFill>
            <a:srgbClr val="00B050"/>
          </a:solidFill>
          <a:ln w="12700" cap="flat">
            <a:solidFill>
              <a:schemeClr val="accent6"/>
            </a:solidFill>
            <a:prstDash val="solid"/>
            <a:miter/>
          </a:ln>
        </p:spPr>
        <p:txBody>
          <a:bodyPr vert="horz" wrap="square" lIns="0" tIns="45720" rIns="0" bIns="45720" anchor="ctr" anchorCtr="1" compatLnSpc="1">
            <a:noAutofit/>
          </a:bodyPr>
          <a:lstStyle/>
          <a:p>
            <a:pPr algn="ctr" defTabSz="457200"/>
            <a:r>
              <a:rPr lang="fr-FR" sz="800" b="1" dirty="0">
                <a:solidFill>
                  <a:schemeClr val="bg1"/>
                </a:solidFill>
                <a:latin typeface="Calibri" panose="020F0502020204030204"/>
                <a:sym typeface="Arial"/>
              </a:rPr>
              <a:t>BNPP  </a:t>
            </a:r>
          </a:p>
        </p:txBody>
      </p:sp>
    </p:spTree>
    <p:extLst>
      <p:ext uri="{BB962C8B-B14F-4D97-AF65-F5344CB8AC3E}">
        <p14:creationId xmlns:p14="http://schemas.microsoft.com/office/powerpoint/2010/main" val="36457661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080C7-F6F2-2CFC-050B-D32E61D996F6}"/>
              </a:ext>
            </a:extLst>
          </p:cNvPr>
          <p:cNvSpPr>
            <a:spLocks noGrp="1"/>
          </p:cNvSpPr>
          <p:nvPr>
            <p:ph type="title"/>
          </p:nvPr>
        </p:nvSpPr>
        <p:spPr/>
        <p:txBody>
          <a:bodyPr/>
          <a:lstStyle/>
          <a:p>
            <a:r>
              <a:rPr lang="fr-FR"/>
              <a:t>Organisation du </a:t>
            </a:r>
            <a:r>
              <a:rPr lang="en-US" err="1"/>
              <a:t>pôle</a:t>
            </a:r>
            <a:r>
              <a:rPr lang="en-US"/>
              <a:t> </a:t>
            </a:r>
            <a:endParaRPr lang="fr-FR"/>
          </a:p>
        </p:txBody>
      </p:sp>
      <p:sp>
        <p:nvSpPr>
          <p:cNvPr id="3" name="Footer Placeholder 2">
            <a:extLst>
              <a:ext uri="{FF2B5EF4-FFF2-40B4-BE49-F238E27FC236}">
                <a16:creationId xmlns:a16="http://schemas.microsoft.com/office/drawing/2014/main" id="{BC3CDD21-4D15-93F0-B796-03BA713C1E8D}"/>
              </a:ext>
            </a:extLst>
          </p:cNvPr>
          <p:cNvSpPr>
            <a:spLocks noGrp="1"/>
          </p:cNvSpPr>
          <p:nvPr>
            <p:ph type="ftr" sz="quarter" idx="11"/>
          </p:nvPr>
        </p:nvSpPr>
        <p:spPr>
          <a:xfrm>
            <a:off x="236088" y="6395442"/>
            <a:ext cx="2314801" cy="257369"/>
          </a:xfrm>
        </p:spPr>
        <p:txBody>
          <a:bodyPr/>
          <a:lstStyle/>
          <a:p>
            <a:r>
              <a:rPr lang="fr-FR"/>
              <a:t>Risques Structurels| Réunion du pôle</a:t>
            </a:r>
          </a:p>
        </p:txBody>
      </p:sp>
      <p:sp>
        <p:nvSpPr>
          <p:cNvPr id="5" name="Text Placeholder 4">
            <a:extLst>
              <a:ext uri="{FF2B5EF4-FFF2-40B4-BE49-F238E27FC236}">
                <a16:creationId xmlns:a16="http://schemas.microsoft.com/office/drawing/2014/main" id="{2B740C79-9EBA-9ED5-4DF3-C2809C6C9052}"/>
              </a:ext>
            </a:extLst>
          </p:cNvPr>
          <p:cNvSpPr>
            <a:spLocks noGrp="1"/>
          </p:cNvSpPr>
          <p:nvPr>
            <p:ph type="body" sz="quarter" idx="23"/>
          </p:nvPr>
        </p:nvSpPr>
        <p:spPr/>
        <p:txBody>
          <a:bodyPr/>
          <a:lstStyle/>
          <a:p>
            <a:r>
              <a:rPr lang="fr-FR"/>
              <a:t>3</a:t>
            </a:r>
          </a:p>
        </p:txBody>
      </p:sp>
    </p:spTree>
    <p:extLst>
      <p:ext uri="{BB962C8B-B14F-4D97-AF65-F5344CB8AC3E}">
        <p14:creationId xmlns:p14="http://schemas.microsoft.com/office/powerpoint/2010/main" val="15020332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Table 24">
            <a:extLst>
              <a:ext uri="{FF2B5EF4-FFF2-40B4-BE49-F238E27FC236}">
                <a16:creationId xmlns:a16="http://schemas.microsoft.com/office/drawing/2014/main" id="{531FEA94-8E54-FD72-6D92-35229AD54A44}"/>
              </a:ext>
            </a:extLst>
          </p:cNvPr>
          <p:cNvGraphicFramePr>
            <a:graphicFrameLocks noGrp="1"/>
          </p:cNvGraphicFramePr>
          <p:nvPr>
            <p:extLst>
              <p:ext uri="{D42A27DB-BD31-4B8C-83A1-F6EECF244321}">
                <p14:modId xmlns:p14="http://schemas.microsoft.com/office/powerpoint/2010/main" val="1279275068"/>
              </p:ext>
            </p:extLst>
          </p:nvPr>
        </p:nvGraphicFramePr>
        <p:xfrm>
          <a:off x="223836" y="986612"/>
          <a:ext cx="11744325" cy="4713216"/>
        </p:xfrm>
        <a:graphic>
          <a:graphicData uri="http://schemas.openxmlformats.org/drawingml/2006/table">
            <a:tbl>
              <a:tblPr firstRow="1" bandRow="1">
                <a:tableStyleId>{69012ECD-51FC-41F1-AA8D-1B2483CD663E}</a:tableStyleId>
              </a:tblPr>
              <a:tblGrid>
                <a:gridCol w="3586164">
                  <a:extLst>
                    <a:ext uri="{9D8B030D-6E8A-4147-A177-3AD203B41FA5}">
                      <a16:colId xmlns:a16="http://schemas.microsoft.com/office/drawing/2014/main" val="1683991246"/>
                    </a:ext>
                  </a:extLst>
                </a:gridCol>
                <a:gridCol w="1241977">
                  <a:extLst>
                    <a:ext uri="{9D8B030D-6E8A-4147-A177-3AD203B41FA5}">
                      <a16:colId xmlns:a16="http://schemas.microsoft.com/office/drawing/2014/main" val="1599811436"/>
                    </a:ext>
                  </a:extLst>
                </a:gridCol>
                <a:gridCol w="3049034">
                  <a:extLst>
                    <a:ext uri="{9D8B030D-6E8A-4147-A177-3AD203B41FA5}">
                      <a16:colId xmlns:a16="http://schemas.microsoft.com/office/drawing/2014/main" val="4030098535"/>
                    </a:ext>
                  </a:extLst>
                </a:gridCol>
                <a:gridCol w="3867150">
                  <a:extLst>
                    <a:ext uri="{9D8B030D-6E8A-4147-A177-3AD203B41FA5}">
                      <a16:colId xmlns:a16="http://schemas.microsoft.com/office/drawing/2014/main" val="400968185"/>
                    </a:ext>
                  </a:extLst>
                </a:gridCol>
              </a:tblGrid>
              <a:tr h="432242">
                <a:tc>
                  <a:txBody>
                    <a:bodyPr/>
                    <a:lstStyle/>
                    <a:p>
                      <a:pPr algn="ctr"/>
                      <a:r>
                        <a:rPr lang="fr-FR" dirty="0"/>
                        <a:t>Travail à réaliser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a:t>Statut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a:t>Commentaire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a:t>PJ</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06973916"/>
                  </a:ext>
                </a:extLst>
              </a:tr>
              <a:tr h="432242">
                <a:tc>
                  <a:txBody>
                    <a:bodyPr/>
                    <a:lstStyle/>
                    <a:p>
                      <a:pPr algn="ctr"/>
                      <a:r>
                        <a:rPr lang="fr-FR"/>
                        <a:t>Deck de slides à réutiliser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fr-F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Alimentation en continu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fr-F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246647"/>
                  </a:ext>
                </a:extLst>
              </a:tr>
              <a:tr h="746062">
                <a:tc>
                  <a:txBody>
                    <a:bodyPr/>
                    <a:lstStyle/>
                    <a:p>
                      <a:pPr algn="ctr"/>
                      <a:r>
                        <a:rPr lang="fr-FR"/>
                        <a:t>Questionnaire réglementaire IRRBB/CSRBB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fr-F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MAJ à réaliser si ajustement reg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hlinkClick r:id="rId3"/>
                        </a:rPr>
                        <a:t>Questionnaire réglementaire IRRBB</a:t>
                      </a:r>
                      <a:endParaRPr lang="fr-F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14666546"/>
                  </a:ext>
                </a:extLst>
              </a:tr>
              <a:tr h="746062">
                <a:tc>
                  <a:txBody>
                    <a:bodyPr/>
                    <a:lstStyle/>
                    <a:p>
                      <a:pPr algn="ctr"/>
                      <a:r>
                        <a:rPr lang="fr-FR"/>
                        <a:t>Résumé des articles de recherches sur les sujets risques structurels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fr-F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Alimentation en continu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hlinkClick r:id="rId4"/>
                        </a:rPr>
                        <a:t>Articles de recherches et analyses</a:t>
                      </a:r>
                      <a:endParaRPr lang="fr-F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5646156"/>
                  </a:ext>
                </a:extLst>
              </a:tr>
              <a:tr h="746062">
                <a:tc>
                  <a:txBody>
                    <a:bodyPr/>
                    <a:lstStyle/>
                    <a:p>
                      <a:pPr algn="ctr"/>
                      <a:r>
                        <a:rPr lang="fr-FR" dirty="0"/>
                        <a:t>Fichier recensant les points du Q&amp;A EBA ( Liq/Taux)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fr-F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A initier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fr-F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65780205"/>
                  </a:ext>
                </a:extLst>
              </a:tr>
              <a:tr h="746062">
                <a:tc>
                  <a:txBody>
                    <a:bodyPr/>
                    <a:lstStyle/>
                    <a:p>
                      <a:pPr algn="ctr"/>
                      <a:r>
                        <a:rPr lang="fr-FR" dirty="0"/>
                        <a:t>Faire les CREDS de la BU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fr-F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MAJ du </a:t>
                      </a:r>
                      <a:r>
                        <a:rPr lang="fr-FR" dirty="0" err="1"/>
                        <a:t>excel</a:t>
                      </a:r>
                      <a:r>
                        <a:rPr lang="fr-FR" dirty="0"/>
                        <a:t> + PPT associé</a:t>
                      </a:r>
                    </a:p>
                    <a:p>
                      <a:pPr algn="ctr"/>
                      <a:r>
                        <a:rPr lang="fr-FR" sz="1200" dirty="0"/>
                        <a:t>Demande du client / comment on y répond/ Quel avantage pour l e client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hlinkClick r:id="rId5"/>
                        </a:rPr>
                        <a:t>Excel CREDS MLA</a:t>
                      </a:r>
                      <a:endParaRPr lang="fr-FR" dirty="0"/>
                    </a:p>
                    <a:p>
                      <a:pPr algn="ctr"/>
                      <a:r>
                        <a:rPr lang="fr-FR" dirty="0">
                          <a:hlinkClick r:id="rId6"/>
                        </a:rPr>
                        <a:t>Dossier PPT CREDS</a:t>
                      </a:r>
                      <a:endParaRPr lang="fr-F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7980993"/>
                  </a:ext>
                </a:extLst>
              </a:tr>
              <a:tr h="432242">
                <a:tc>
                  <a:txBody>
                    <a:bodyPr/>
                    <a:lstStyle/>
                    <a:p>
                      <a:pPr algn="ctr"/>
                      <a:r>
                        <a:rPr lang="fr-FR" dirty="0"/>
                        <a:t>Mettre à jour offre 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fr-F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fr-F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hlinkClick r:id="rId7"/>
                        </a:rPr>
                        <a:t>Offre RS</a:t>
                      </a:r>
                      <a:endParaRPr lang="fr-F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04307083"/>
                  </a:ext>
                </a:extLst>
              </a:tr>
              <a:tr h="432242">
                <a:tc>
                  <a:txBody>
                    <a:bodyPr/>
                    <a:lstStyle/>
                    <a:p>
                      <a:pPr algn="ctr"/>
                      <a:r>
                        <a:rPr lang="fr-FR" dirty="0"/>
                        <a:t>Fichier </a:t>
                      </a:r>
                      <a:r>
                        <a:rPr lang="fr-FR"/>
                        <a:t>de contrôles EBA</a:t>
                      </a:r>
                      <a:endParaRPr lang="fr-F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fr-F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Identifier les faux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fr-F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08362166"/>
                  </a:ext>
                </a:extLst>
              </a:tr>
            </a:tbl>
          </a:graphicData>
        </a:graphic>
      </p:graphicFrame>
      <p:sp>
        <p:nvSpPr>
          <p:cNvPr id="2" name="Text Placeholder 1">
            <a:extLst>
              <a:ext uri="{FF2B5EF4-FFF2-40B4-BE49-F238E27FC236}">
                <a16:creationId xmlns:a16="http://schemas.microsoft.com/office/drawing/2014/main" id="{E65912AE-310D-A8B8-5A60-103C57E273D8}"/>
              </a:ext>
            </a:extLst>
          </p:cNvPr>
          <p:cNvSpPr>
            <a:spLocks noGrp="1"/>
          </p:cNvSpPr>
          <p:nvPr>
            <p:ph type="body" sz="quarter" idx="11"/>
          </p:nvPr>
        </p:nvSpPr>
        <p:spPr/>
        <p:txBody>
          <a:bodyPr/>
          <a:lstStyle/>
          <a:p>
            <a:r>
              <a:rPr lang="fr-FR"/>
              <a:t>To do list de la BU – Risques structurels</a:t>
            </a:r>
          </a:p>
        </p:txBody>
      </p:sp>
      <p:sp>
        <p:nvSpPr>
          <p:cNvPr id="22" name="Rectangle 6">
            <a:extLst>
              <a:ext uri="{FF2B5EF4-FFF2-40B4-BE49-F238E27FC236}">
                <a16:creationId xmlns:a16="http://schemas.microsoft.com/office/drawing/2014/main" id="{E2F266A0-2665-4B77-D437-D7AE472834D5}"/>
              </a:ext>
            </a:extLst>
          </p:cNvPr>
          <p:cNvSpPr>
            <a:spLocks noChangeArrowheads="1"/>
          </p:cNvSpPr>
          <p:nvPr/>
        </p:nvSpPr>
        <p:spPr bwMode="auto">
          <a:xfrm>
            <a:off x="9052456" y="1808454"/>
            <a:ext cx="196056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800" b="0" i="0" u="none" strike="noStrike" cap="none" normalizeH="0" baseline="0" dirty="0">
                <a:ln>
                  <a:noFill/>
                </a:ln>
                <a:solidFill>
                  <a:schemeClr val="tx1"/>
                </a:solidFill>
                <a:effectLst/>
                <a:latin typeface="Arial" panose="020B0604020202020204" pitchFamily="34" charset="0"/>
                <a:hlinkClick r:id="rId8"/>
              </a:rPr>
              <a:t>Format ppt.pptx</a:t>
            </a: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grpSp>
        <p:nvGrpSpPr>
          <p:cNvPr id="48" name="Group 47">
            <a:extLst>
              <a:ext uri="{FF2B5EF4-FFF2-40B4-BE49-F238E27FC236}">
                <a16:creationId xmlns:a16="http://schemas.microsoft.com/office/drawing/2014/main" id="{2F880DF8-919A-D1E9-9791-8746D50E80EC}"/>
              </a:ext>
            </a:extLst>
          </p:cNvPr>
          <p:cNvGrpSpPr/>
          <p:nvPr/>
        </p:nvGrpSpPr>
        <p:grpSpPr>
          <a:xfrm>
            <a:off x="121919" y="5871388"/>
            <a:ext cx="2297775" cy="972411"/>
            <a:chOff x="647699" y="5583389"/>
            <a:chExt cx="2297775" cy="972411"/>
          </a:xfrm>
        </p:grpSpPr>
        <p:sp>
          <p:nvSpPr>
            <p:cNvPr id="26" name="Oval 25">
              <a:extLst>
                <a:ext uri="{FF2B5EF4-FFF2-40B4-BE49-F238E27FC236}">
                  <a16:creationId xmlns:a16="http://schemas.microsoft.com/office/drawing/2014/main" id="{A6EE5893-00B6-22B3-EE04-0623CD62128D}"/>
                </a:ext>
              </a:extLst>
            </p:cNvPr>
            <p:cNvSpPr/>
            <p:nvPr/>
          </p:nvSpPr>
          <p:spPr>
            <a:xfrm>
              <a:off x="647699" y="5913468"/>
              <a:ext cx="288000" cy="288000"/>
            </a:xfrm>
            <a:prstGeom prst="ellipse">
              <a:avLst/>
            </a:prstGeom>
            <a:solidFill>
              <a:srgbClr val="F7973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Oval 38">
              <a:extLst>
                <a:ext uri="{FF2B5EF4-FFF2-40B4-BE49-F238E27FC236}">
                  <a16:creationId xmlns:a16="http://schemas.microsoft.com/office/drawing/2014/main" id="{C1C2B0B5-FBB7-A07C-66BF-56E51A00DEF6}"/>
                </a:ext>
              </a:extLst>
            </p:cNvPr>
            <p:cNvSpPr/>
            <p:nvPr/>
          </p:nvSpPr>
          <p:spPr>
            <a:xfrm>
              <a:off x="647699" y="5583389"/>
              <a:ext cx="288000" cy="288000"/>
            </a:xfrm>
            <a:prstGeom prst="ellipse">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3" name="Oval 42">
              <a:extLst>
                <a:ext uri="{FF2B5EF4-FFF2-40B4-BE49-F238E27FC236}">
                  <a16:creationId xmlns:a16="http://schemas.microsoft.com/office/drawing/2014/main" id="{E4E5B869-D778-C356-99B0-869A54F4CAC8}"/>
                </a:ext>
              </a:extLst>
            </p:cNvPr>
            <p:cNvSpPr/>
            <p:nvPr/>
          </p:nvSpPr>
          <p:spPr>
            <a:xfrm>
              <a:off x="647699" y="6259761"/>
              <a:ext cx="288000" cy="28800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4" name="TextBox 43">
              <a:extLst>
                <a:ext uri="{FF2B5EF4-FFF2-40B4-BE49-F238E27FC236}">
                  <a16:creationId xmlns:a16="http://schemas.microsoft.com/office/drawing/2014/main" id="{BDA2DD9B-9CF7-E2BE-C87A-D29F8B894AFD}"/>
                </a:ext>
              </a:extLst>
            </p:cNvPr>
            <p:cNvSpPr txBox="1"/>
            <p:nvPr/>
          </p:nvSpPr>
          <p:spPr>
            <a:xfrm>
              <a:off x="935699" y="5583389"/>
              <a:ext cx="2009775" cy="276999"/>
            </a:xfrm>
            <a:prstGeom prst="rect">
              <a:avLst/>
            </a:prstGeom>
            <a:noFill/>
          </p:spPr>
          <p:txBody>
            <a:bodyPr wrap="square" rtlCol="0">
              <a:spAutoFit/>
            </a:bodyPr>
            <a:lstStyle/>
            <a:p>
              <a:r>
                <a:rPr lang="fr-FR" sz="1200"/>
                <a:t>Réalisé</a:t>
              </a:r>
            </a:p>
          </p:txBody>
        </p:sp>
        <p:sp>
          <p:nvSpPr>
            <p:cNvPr id="45" name="TextBox 44">
              <a:extLst>
                <a:ext uri="{FF2B5EF4-FFF2-40B4-BE49-F238E27FC236}">
                  <a16:creationId xmlns:a16="http://schemas.microsoft.com/office/drawing/2014/main" id="{5DB9BAC4-FEBD-D305-A2ED-A3332096A444}"/>
                </a:ext>
              </a:extLst>
            </p:cNvPr>
            <p:cNvSpPr txBox="1"/>
            <p:nvPr/>
          </p:nvSpPr>
          <p:spPr>
            <a:xfrm>
              <a:off x="935699" y="5931095"/>
              <a:ext cx="2009775" cy="276999"/>
            </a:xfrm>
            <a:prstGeom prst="rect">
              <a:avLst/>
            </a:prstGeom>
            <a:noFill/>
          </p:spPr>
          <p:txBody>
            <a:bodyPr wrap="square" rtlCol="0">
              <a:spAutoFit/>
            </a:bodyPr>
            <a:lstStyle/>
            <a:p>
              <a:r>
                <a:rPr lang="fr-FR" sz="1200"/>
                <a:t>Commencé</a:t>
              </a:r>
            </a:p>
          </p:txBody>
        </p:sp>
        <p:sp>
          <p:nvSpPr>
            <p:cNvPr id="46" name="TextBox 45">
              <a:extLst>
                <a:ext uri="{FF2B5EF4-FFF2-40B4-BE49-F238E27FC236}">
                  <a16:creationId xmlns:a16="http://schemas.microsoft.com/office/drawing/2014/main" id="{FAE9C8C0-0DE3-BA1B-001B-D6CF85AE5023}"/>
                </a:ext>
              </a:extLst>
            </p:cNvPr>
            <p:cNvSpPr txBox="1"/>
            <p:nvPr/>
          </p:nvSpPr>
          <p:spPr>
            <a:xfrm>
              <a:off x="935699" y="6278801"/>
              <a:ext cx="2009775" cy="276999"/>
            </a:xfrm>
            <a:prstGeom prst="rect">
              <a:avLst/>
            </a:prstGeom>
            <a:noFill/>
          </p:spPr>
          <p:txBody>
            <a:bodyPr wrap="square" rtlCol="0">
              <a:spAutoFit/>
            </a:bodyPr>
            <a:lstStyle/>
            <a:p>
              <a:r>
                <a:rPr lang="fr-FR" sz="1200"/>
                <a:t>Non commencé</a:t>
              </a:r>
            </a:p>
          </p:txBody>
        </p:sp>
      </p:grpSp>
      <p:sp>
        <p:nvSpPr>
          <p:cNvPr id="50" name="Oval 49">
            <a:extLst>
              <a:ext uri="{FF2B5EF4-FFF2-40B4-BE49-F238E27FC236}">
                <a16:creationId xmlns:a16="http://schemas.microsoft.com/office/drawing/2014/main" id="{7EE28754-EA33-5301-0D6A-BA219D740707}"/>
              </a:ext>
            </a:extLst>
          </p:cNvPr>
          <p:cNvSpPr/>
          <p:nvPr/>
        </p:nvSpPr>
        <p:spPr>
          <a:xfrm>
            <a:off x="4256402" y="2836949"/>
            <a:ext cx="288000" cy="288000"/>
          </a:xfrm>
          <a:prstGeom prst="ellipse">
            <a:avLst/>
          </a:prstGeom>
          <a:solidFill>
            <a:srgbClr val="F7973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Oval 5">
            <a:extLst>
              <a:ext uri="{FF2B5EF4-FFF2-40B4-BE49-F238E27FC236}">
                <a16:creationId xmlns:a16="http://schemas.microsoft.com/office/drawing/2014/main" id="{E7194578-06EF-C92D-3AAC-C1A7A3F53DF0}"/>
              </a:ext>
            </a:extLst>
          </p:cNvPr>
          <p:cNvSpPr/>
          <p:nvPr/>
        </p:nvSpPr>
        <p:spPr>
          <a:xfrm>
            <a:off x="4256402" y="4351322"/>
            <a:ext cx="288000" cy="288000"/>
          </a:xfrm>
          <a:prstGeom prst="ellipse">
            <a:avLst/>
          </a:prstGeom>
          <a:solidFill>
            <a:srgbClr val="F7973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Oval 6">
            <a:extLst>
              <a:ext uri="{FF2B5EF4-FFF2-40B4-BE49-F238E27FC236}">
                <a16:creationId xmlns:a16="http://schemas.microsoft.com/office/drawing/2014/main" id="{C5842BC0-0192-DAE2-0CA9-F898682DA578}"/>
              </a:ext>
            </a:extLst>
          </p:cNvPr>
          <p:cNvSpPr/>
          <p:nvPr/>
        </p:nvSpPr>
        <p:spPr>
          <a:xfrm>
            <a:off x="4256402" y="4940181"/>
            <a:ext cx="288000" cy="288000"/>
          </a:xfrm>
          <a:prstGeom prst="ellipse">
            <a:avLst/>
          </a:prstGeom>
          <a:solidFill>
            <a:srgbClr val="F7973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Oval 3">
            <a:extLst>
              <a:ext uri="{FF2B5EF4-FFF2-40B4-BE49-F238E27FC236}">
                <a16:creationId xmlns:a16="http://schemas.microsoft.com/office/drawing/2014/main" id="{401EBCE9-42E1-CAA5-1895-977732EF7995}"/>
              </a:ext>
            </a:extLst>
          </p:cNvPr>
          <p:cNvSpPr/>
          <p:nvPr/>
        </p:nvSpPr>
        <p:spPr>
          <a:xfrm>
            <a:off x="4258558" y="1514095"/>
            <a:ext cx="288000" cy="288000"/>
          </a:xfrm>
          <a:prstGeom prst="ellipse">
            <a:avLst/>
          </a:prstGeom>
          <a:solidFill>
            <a:srgbClr val="F7973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Oval 8">
            <a:extLst>
              <a:ext uri="{FF2B5EF4-FFF2-40B4-BE49-F238E27FC236}">
                <a16:creationId xmlns:a16="http://schemas.microsoft.com/office/drawing/2014/main" id="{0119FBEB-DB5E-1BC0-4180-070438F7EE69}"/>
              </a:ext>
            </a:extLst>
          </p:cNvPr>
          <p:cNvSpPr/>
          <p:nvPr/>
        </p:nvSpPr>
        <p:spPr>
          <a:xfrm>
            <a:off x="4256402" y="3597978"/>
            <a:ext cx="288000" cy="28800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Oval 9">
            <a:extLst>
              <a:ext uri="{FF2B5EF4-FFF2-40B4-BE49-F238E27FC236}">
                <a16:creationId xmlns:a16="http://schemas.microsoft.com/office/drawing/2014/main" id="{89E5DDE0-8724-A3E4-729A-C7038D29B40B}"/>
              </a:ext>
            </a:extLst>
          </p:cNvPr>
          <p:cNvSpPr/>
          <p:nvPr/>
        </p:nvSpPr>
        <p:spPr>
          <a:xfrm>
            <a:off x="4256402" y="5373667"/>
            <a:ext cx="288000" cy="288000"/>
          </a:xfrm>
          <a:prstGeom prst="ellipse">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Oval 49">
            <a:extLst>
              <a:ext uri="{FF2B5EF4-FFF2-40B4-BE49-F238E27FC236}">
                <a16:creationId xmlns:a16="http://schemas.microsoft.com/office/drawing/2014/main" id="{5575DE8E-2842-4E6D-B5FD-0EA44A443066}"/>
              </a:ext>
            </a:extLst>
          </p:cNvPr>
          <p:cNvSpPr/>
          <p:nvPr/>
        </p:nvSpPr>
        <p:spPr>
          <a:xfrm>
            <a:off x="4256402" y="2108382"/>
            <a:ext cx="288000" cy="288000"/>
          </a:xfrm>
          <a:prstGeom prst="ellipse">
            <a:avLst/>
          </a:prstGeom>
          <a:solidFill>
            <a:srgbClr val="F7973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4258668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65912AE-310D-A8B8-5A60-103C57E273D8}"/>
              </a:ext>
            </a:extLst>
          </p:cNvPr>
          <p:cNvSpPr>
            <a:spLocks noGrp="1"/>
          </p:cNvSpPr>
          <p:nvPr>
            <p:ph type="body" sz="quarter" idx="11"/>
          </p:nvPr>
        </p:nvSpPr>
        <p:spPr/>
        <p:txBody>
          <a:bodyPr/>
          <a:lstStyle/>
          <a:p>
            <a:r>
              <a:rPr lang="fr-FR"/>
              <a:t>Organisation du pôle, </a:t>
            </a:r>
            <a:r>
              <a:rPr lang="en-US"/>
              <a:t>rôles et responsables </a:t>
            </a:r>
            <a:endParaRPr lang="fr-FR"/>
          </a:p>
        </p:txBody>
      </p:sp>
      <p:sp>
        <p:nvSpPr>
          <p:cNvPr id="3" name="Rectangle 2">
            <a:extLst>
              <a:ext uri="{FF2B5EF4-FFF2-40B4-BE49-F238E27FC236}">
                <a16:creationId xmlns:a16="http://schemas.microsoft.com/office/drawing/2014/main" id="{FD0CE490-B0B8-A1F4-62D5-16251A884488}"/>
              </a:ext>
            </a:extLst>
          </p:cNvPr>
          <p:cNvSpPr/>
          <p:nvPr/>
        </p:nvSpPr>
        <p:spPr>
          <a:xfrm>
            <a:off x="444099" y="1219248"/>
            <a:ext cx="1954530" cy="337437"/>
          </a:xfrm>
          <a:prstGeom prst="rect">
            <a:avLst/>
          </a:prstGeom>
          <a:solidFill>
            <a:srgbClr val="86A2A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Clr>
                <a:prstClr val="white"/>
              </a:buClr>
            </a:pPr>
            <a:r>
              <a:rPr lang="fr-FR" sz="1200" b="1">
                <a:solidFill>
                  <a:schemeClr val="bg1"/>
                </a:solidFill>
              </a:rPr>
              <a:t>Sponsor</a:t>
            </a:r>
          </a:p>
        </p:txBody>
      </p:sp>
      <p:sp>
        <p:nvSpPr>
          <p:cNvPr id="4" name="Rectangle 3">
            <a:extLst>
              <a:ext uri="{FF2B5EF4-FFF2-40B4-BE49-F238E27FC236}">
                <a16:creationId xmlns:a16="http://schemas.microsoft.com/office/drawing/2014/main" id="{A229E62F-4D01-9DCB-6271-59E18CA24CC6}"/>
              </a:ext>
            </a:extLst>
          </p:cNvPr>
          <p:cNvSpPr/>
          <p:nvPr/>
        </p:nvSpPr>
        <p:spPr>
          <a:xfrm>
            <a:off x="444099" y="1604808"/>
            <a:ext cx="1954530" cy="337437"/>
          </a:xfrm>
          <a:prstGeom prst="rect">
            <a:avLst/>
          </a:prstGeom>
          <a:solidFill>
            <a:srgbClr val="86A2A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Clr>
                <a:prstClr val="white"/>
              </a:buClr>
            </a:pPr>
            <a:r>
              <a:rPr lang="fr-FR" sz="1200" b="1">
                <a:solidFill>
                  <a:schemeClr val="bg1"/>
                </a:solidFill>
              </a:rPr>
              <a:t>Project manager</a:t>
            </a:r>
          </a:p>
        </p:txBody>
      </p:sp>
      <p:sp>
        <p:nvSpPr>
          <p:cNvPr id="5" name="Rectangle 4">
            <a:extLst>
              <a:ext uri="{FF2B5EF4-FFF2-40B4-BE49-F238E27FC236}">
                <a16:creationId xmlns:a16="http://schemas.microsoft.com/office/drawing/2014/main" id="{83004A24-0BE1-6FF4-615E-BF5D5B2DFA3E}"/>
              </a:ext>
            </a:extLst>
          </p:cNvPr>
          <p:cNvSpPr/>
          <p:nvPr/>
        </p:nvSpPr>
        <p:spPr>
          <a:xfrm>
            <a:off x="444099" y="1990368"/>
            <a:ext cx="1954530" cy="337437"/>
          </a:xfrm>
          <a:prstGeom prst="rect">
            <a:avLst/>
          </a:prstGeom>
          <a:solidFill>
            <a:srgbClr val="86A2A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Clr>
                <a:prstClr val="white"/>
              </a:buClr>
            </a:pPr>
            <a:r>
              <a:rPr lang="fr-FR" sz="1200" b="1">
                <a:solidFill>
                  <a:schemeClr val="bg1"/>
                </a:solidFill>
              </a:rPr>
              <a:t>Pilote (PMO)</a:t>
            </a:r>
          </a:p>
        </p:txBody>
      </p:sp>
      <p:sp>
        <p:nvSpPr>
          <p:cNvPr id="6" name="TextBox 5">
            <a:extLst>
              <a:ext uri="{FF2B5EF4-FFF2-40B4-BE49-F238E27FC236}">
                <a16:creationId xmlns:a16="http://schemas.microsoft.com/office/drawing/2014/main" id="{BAE0E443-FBAE-7578-AC01-2774B0689379}"/>
              </a:ext>
            </a:extLst>
          </p:cNvPr>
          <p:cNvSpPr txBox="1"/>
          <p:nvPr/>
        </p:nvSpPr>
        <p:spPr>
          <a:xfrm>
            <a:off x="2487039" y="906551"/>
            <a:ext cx="2590059" cy="261610"/>
          </a:xfrm>
          <a:prstGeom prst="rect">
            <a:avLst/>
          </a:prstGeom>
          <a:solidFill>
            <a:srgbClr val="1B445F"/>
          </a:solidFill>
        </p:spPr>
        <p:txBody>
          <a:bodyPr wrap="square" rtlCol="0">
            <a:spAutoFit/>
          </a:bodyPr>
          <a:lstStyle/>
          <a:p>
            <a:pPr algn="ctr"/>
            <a:r>
              <a:rPr lang="fr-FR" sz="1100" b="1">
                <a:solidFill>
                  <a:schemeClr val="bg1"/>
                </a:solidFill>
                <a:latin typeface="+mn-lt"/>
              </a:rPr>
              <a:t>Responsable</a:t>
            </a:r>
          </a:p>
        </p:txBody>
      </p:sp>
      <p:sp>
        <p:nvSpPr>
          <p:cNvPr id="10" name="Rectangle 9">
            <a:extLst>
              <a:ext uri="{FF2B5EF4-FFF2-40B4-BE49-F238E27FC236}">
                <a16:creationId xmlns:a16="http://schemas.microsoft.com/office/drawing/2014/main" id="{92C8130D-6599-041F-C071-BE51E5C4664C}"/>
              </a:ext>
            </a:extLst>
          </p:cNvPr>
          <p:cNvSpPr/>
          <p:nvPr/>
        </p:nvSpPr>
        <p:spPr>
          <a:xfrm>
            <a:off x="2487039" y="1219248"/>
            <a:ext cx="2590059" cy="337437"/>
          </a:xfrm>
          <a:prstGeom prst="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000">
                <a:solidFill>
                  <a:srgbClr val="002060"/>
                </a:solidFill>
              </a:rPr>
              <a:t>Eric Auclair</a:t>
            </a:r>
          </a:p>
        </p:txBody>
      </p:sp>
      <p:sp>
        <p:nvSpPr>
          <p:cNvPr id="11" name="Rectangle 10">
            <a:extLst>
              <a:ext uri="{FF2B5EF4-FFF2-40B4-BE49-F238E27FC236}">
                <a16:creationId xmlns:a16="http://schemas.microsoft.com/office/drawing/2014/main" id="{54D95FD9-8D73-1EA8-BDC9-05707E611078}"/>
              </a:ext>
            </a:extLst>
          </p:cNvPr>
          <p:cNvSpPr/>
          <p:nvPr/>
        </p:nvSpPr>
        <p:spPr>
          <a:xfrm>
            <a:off x="2487039" y="1622769"/>
            <a:ext cx="2590059" cy="337437"/>
          </a:xfrm>
          <a:prstGeom prst="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000">
                <a:solidFill>
                  <a:srgbClr val="002060"/>
                </a:solidFill>
              </a:rPr>
              <a:t>Eric Dupeux</a:t>
            </a:r>
          </a:p>
        </p:txBody>
      </p:sp>
      <p:sp>
        <p:nvSpPr>
          <p:cNvPr id="12" name="Rectangle 11">
            <a:extLst>
              <a:ext uri="{FF2B5EF4-FFF2-40B4-BE49-F238E27FC236}">
                <a16:creationId xmlns:a16="http://schemas.microsoft.com/office/drawing/2014/main" id="{54DE48FB-9B6D-7BC7-2396-5518EB27EA61}"/>
              </a:ext>
            </a:extLst>
          </p:cNvPr>
          <p:cNvSpPr/>
          <p:nvPr/>
        </p:nvSpPr>
        <p:spPr>
          <a:xfrm>
            <a:off x="2487039" y="2026290"/>
            <a:ext cx="2590059" cy="337437"/>
          </a:xfrm>
          <a:prstGeom prst="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000">
                <a:solidFill>
                  <a:srgbClr val="002060"/>
                </a:solidFill>
                <a:highlight>
                  <a:srgbClr val="FFFF00"/>
                </a:highlight>
              </a:rPr>
              <a:t>TBD</a:t>
            </a:r>
          </a:p>
        </p:txBody>
      </p:sp>
      <p:sp>
        <p:nvSpPr>
          <p:cNvPr id="15" name="Rectangle 14">
            <a:extLst>
              <a:ext uri="{FF2B5EF4-FFF2-40B4-BE49-F238E27FC236}">
                <a16:creationId xmlns:a16="http://schemas.microsoft.com/office/drawing/2014/main" id="{DEBDD1FB-CA80-373B-6849-91A326AC6020}"/>
              </a:ext>
            </a:extLst>
          </p:cNvPr>
          <p:cNvSpPr/>
          <p:nvPr/>
        </p:nvSpPr>
        <p:spPr>
          <a:xfrm>
            <a:off x="6766559" y="1232101"/>
            <a:ext cx="5114293" cy="337437"/>
          </a:xfrm>
          <a:prstGeom prst="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gn="l">
              <a:buFont typeface="Arial" panose="020B0604020202020204" pitchFamily="34" charset="0"/>
              <a:buChar char="•"/>
            </a:pPr>
            <a:r>
              <a:rPr lang="fr-FR" sz="1000" b="0" i="0">
                <a:solidFill>
                  <a:srgbClr val="002060"/>
                </a:solidFill>
                <a:effectLst/>
              </a:rPr>
              <a:t>Offrir une vision stratégique et une direction pour le projet.</a:t>
            </a:r>
          </a:p>
          <a:p>
            <a:pPr marL="171450" indent="-171450" algn="l">
              <a:buFont typeface="Arial" panose="020B0604020202020204" pitchFamily="34" charset="0"/>
              <a:buChar char="•"/>
            </a:pPr>
            <a:r>
              <a:rPr lang="fr-FR" sz="1000">
                <a:solidFill>
                  <a:srgbClr val="002060"/>
                </a:solidFill>
              </a:rPr>
              <a:t>A</a:t>
            </a:r>
            <a:r>
              <a:rPr lang="fr-FR" sz="1000" b="0" i="0">
                <a:solidFill>
                  <a:srgbClr val="002060"/>
                </a:solidFill>
                <a:effectLst/>
              </a:rPr>
              <a:t>ssurer son alignement avec les objectifs de l'organisation</a:t>
            </a:r>
          </a:p>
        </p:txBody>
      </p:sp>
      <p:sp>
        <p:nvSpPr>
          <p:cNvPr id="16" name="Rectangle 15">
            <a:extLst>
              <a:ext uri="{FF2B5EF4-FFF2-40B4-BE49-F238E27FC236}">
                <a16:creationId xmlns:a16="http://schemas.microsoft.com/office/drawing/2014/main" id="{28A83AA3-4C0A-8FE3-3143-C5994A9E070E}"/>
              </a:ext>
            </a:extLst>
          </p:cNvPr>
          <p:cNvSpPr/>
          <p:nvPr/>
        </p:nvSpPr>
        <p:spPr>
          <a:xfrm>
            <a:off x="6766559" y="1633479"/>
            <a:ext cx="5114293" cy="337437"/>
          </a:xfrm>
          <a:prstGeom prst="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fr-FR" sz="1000" b="0" i="0" u="none" strike="noStrike" kern="0" cap="none" spc="0" normalizeH="0" baseline="0">
                <a:ln>
                  <a:noFill/>
                </a:ln>
                <a:solidFill>
                  <a:srgbClr val="002060"/>
                </a:solidFill>
                <a:effectLst/>
                <a:uLnTx/>
                <a:uFillTx/>
                <a:ea typeface="+mn-ea"/>
                <a:cs typeface="Arial" panose="020B0604020202020204" pitchFamily="34" charset="0"/>
                <a:sym typeface="Arial"/>
              </a:rPr>
              <a:t>Planifier et organiser les activités du projet.</a:t>
            </a:r>
          </a:p>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fr-FR" sz="1000" b="0" i="0" u="none" strike="noStrike" kern="0" cap="none" spc="0" normalizeH="0" baseline="0">
                <a:ln>
                  <a:noFill/>
                </a:ln>
                <a:solidFill>
                  <a:srgbClr val="002060"/>
                </a:solidFill>
                <a:effectLst/>
                <a:uLnTx/>
                <a:uFillTx/>
                <a:ea typeface="+mn-ea"/>
                <a:cs typeface="Arial" panose="020B0604020202020204" pitchFamily="34" charset="0"/>
                <a:sym typeface="Arial"/>
              </a:rPr>
              <a:t>Coordonner les ressources et les équipes pour atteindre les objectifs du projet</a:t>
            </a:r>
          </a:p>
        </p:txBody>
      </p:sp>
      <p:sp>
        <p:nvSpPr>
          <p:cNvPr id="17" name="Rectangle 16">
            <a:extLst>
              <a:ext uri="{FF2B5EF4-FFF2-40B4-BE49-F238E27FC236}">
                <a16:creationId xmlns:a16="http://schemas.microsoft.com/office/drawing/2014/main" id="{E0924A41-777F-4D8F-8755-DD41912F6F6B}"/>
              </a:ext>
            </a:extLst>
          </p:cNvPr>
          <p:cNvSpPr/>
          <p:nvPr/>
        </p:nvSpPr>
        <p:spPr>
          <a:xfrm>
            <a:off x="6766559" y="2034857"/>
            <a:ext cx="5114293" cy="337437"/>
          </a:xfrm>
          <a:prstGeom prst="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171450" indent="-171450">
              <a:buFont typeface="Arial" panose="020B0604020202020204" pitchFamily="34" charset="0"/>
              <a:buChar char="•"/>
            </a:pPr>
            <a:r>
              <a:rPr lang="fr-FR" sz="1000" b="0" i="0">
                <a:solidFill>
                  <a:srgbClr val="002060"/>
                </a:solidFill>
                <a:effectLst/>
              </a:rPr>
              <a:t>Établir des normes, des processus et des méthodologies pour la gestion de projet.</a:t>
            </a:r>
          </a:p>
          <a:p>
            <a:pPr marL="171450" indent="-171450">
              <a:buFont typeface="Arial" panose="020B0604020202020204" pitchFamily="34" charset="0"/>
              <a:buChar char="•"/>
            </a:pPr>
            <a:r>
              <a:rPr lang="fr-FR" sz="1000">
                <a:solidFill>
                  <a:srgbClr val="002060"/>
                </a:solidFill>
                <a:ea typeface="+mn-lt"/>
                <a:cs typeface="+mn-lt"/>
              </a:rPr>
              <a:t>Contrôler </a:t>
            </a:r>
            <a:r>
              <a:rPr lang="fr-FR" sz="1000" b="0" i="0">
                <a:solidFill>
                  <a:srgbClr val="002060"/>
                </a:solidFill>
                <a:effectLst/>
                <a:ea typeface="+mn-lt"/>
                <a:cs typeface="+mn-lt"/>
              </a:rPr>
              <a:t>et </a:t>
            </a:r>
            <a:r>
              <a:rPr lang="fr-FR" sz="1000">
                <a:solidFill>
                  <a:srgbClr val="002060"/>
                </a:solidFill>
                <a:ea typeface="+mn-lt"/>
                <a:cs typeface="+mn-lt"/>
              </a:rPr>
              <a:t>améliorer la performance </a:t>
            </a:r>
            <a:r>
              <a:rPr lang="fr-FR" sz="1000" b="0" i="0">
                <a:solidFill>
                  <a:srgbClr val="002060"/>
                </a:solidFill>
                <a:effectLst/>
                <a:ea typeface="+mn-lt"/>
                <a:cs typeface="+mn-lt"/>
              </a:rPr>
              <a:t>des </a:t>
            </a:r>
            <a:r>
              <a:rPr lang="fr-FR" sz="1000">
                <a:solidFill>
                  <a:srgbClr val="002060"/>
                </a:solidFill>
                <a:ea typeface="+mn-lt"/>
                <a:cs typeface="+mn-lt"/>
              </a:rPr>
              <a:t>projets, assurant conformité aux standards</a:t>
            </a:r>
          </a:p>
        </p:txBody>
      </p:sp>
      <p:sp>
        <p:nvSpPr>
          <p:cNvPr id="20" name="Rectangle 19">
            <a:extLst>
              <a:ext uri="{FF2B5EF4-FFF2-40B4-BE49-F238E27FC236}">
                <a16:creationId xmlns:a16="http://schemas.microsoft.com/office/drawing/2014/main" id="{E5B6A4C4-4E91-7B4A-05C5-30075A92E756}"/>
              </a:ext>
            </a:extLst>
          </p:cNvPr>
          <p:cNvSpPr/>
          <p:nvPr/>
        </p:nvSpPr>
        <p:spPr>
          <a:xfrm>
            <a:off x="444099" y="2375929"/>
            <a:ext cx="1954530" cy="3747273"/>
          </a:xfrm>
          <a:prstGeom prst="rect">
            <a:avLst/>
          </a:prstGeom>
          <a:solidFill>
            <a:srgbClr val="86A2A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Clr>
                <a:prstClr val="white"/>
              </a:buClr>
            </a:pPr>
            <a:r>
              <a:rPr lang="fr-FR" sz="1200" b="1" err="1">
                <a:solidFill>
                  <a:schemeClr val="bg1"/>
                </a:solidFill>
              </a:rPr>
              <a:t>Streams</a:t>
            </a:r>
            <a:endParaRPr lang="fr-FR" sz="1200" b="1">
              <a:solidFill>
                <a:schemeClr val="bg1"/>
              </a:solidFill>
            </a:endParaRPr>
          </a:p>
        </p:txBody>
      </p:sp>
      <p:sp>
        <p:nvSpPr>
          <p:cNvPr id="23" name="TextBox 22">
            <a:extLst>
              <a:ext uri="{FF2B5EF4-FFF2-40B4-BE49-F238E27FC236}">
                <a16:creationId xmlns:a16="http://schemas.microsoft.com/office/drawing/2014/main" id="{4EB0E639-47A2-4A6A-9142-8BD091A8E783}"/>
              </a:ext>
            </a:extLst>
          </p:cNvPr>
          <p:cNvSpPr txBox="1"/>
          <p:nvPr/>
        </p:nvSpPr>
        <p:spPr>
          <a:xfrm>
            <a:off x="5154153" y="906550"/>
            <a:ext cx="1523996" cy="261610"/>
          </a:xfrm>
          <a:prstGeom prst="rect">
            <a:avLst/>
          </a:prstGeom>
          <a:solidFill>
            <a:srgbClr val="1B445F"/>
          </a:solidFill>
        </p:spPr>
        <p:txBody>
          <a:bodyPr wrap="square" rtlCol="0">
            <a:spAutoFit/>
          </a:bodyPr>
          <a:lstStyle/>
          <a:p>
            <a:pPr algn="ctr"/>
            <a:r>
              <a:rPr lang="fr-FR" sz="1100" b="1">
                <a:solidFill>
                  <a:schemeClr val="bg1"/>
                </a:solidFill>
                <a:latin typeface="+mn-lt"/>
              </a:rPr>
              <a:t>Scope</a:t>
            </a:r>
          </a:p>
        </p:txBody>
      </p:sp>
      <p:sp>
        <p:nvSpPr>
          <p:cNvPr id="24" name="TextBox 23">
            <a:extLst>
              <a:ext uri="{FF2B5EF4-FFF2-40B4-BE49-F238E27FC236}">
                <a16:creationId xmlns:a16="http://schemas.microsoft.com/office/drawing/2014/main" id="{5493FE7C-F46F-5304-9017-49C6B3EEE220}"/>
              </a:ext>
            </a:extLst>
          </p:cNvPr>
          <p:cNvSpPr txBox="1"/>
          <p:nvPr/>
        </p:nvSpPr>
        <p:spPr>
          <a:xfrm>
            <a:off x="6766559" y="906550"/>
            <a:ext cx="5114293" cy="261610"/>
          </a:xfrm>
          <a:prstGeom prst="rect">
            <a:avLst/>
          </a:prstGeom>
          <a:solidFill>
            <a:srgbClr val="1B445F"/>
          </a:solidFill>
        </p:spPr>
        <p:txBody>
          <a:bodyPr wrap="square" rtlCol="0">
            <a:spAutoFit/>
          </a:bodyPr>
          <a:lstStyle/>
          <a:p>
            <a:pPr algn="ctr"/>
            <a:r>
              <a:rPr lang="fr-FR" sz="1100" b="1">
                <a:solidFill>
                  <a:schemeClr val="bg1"/>
                </a:solidFill>
                <a:latin typeface="+mn-lt"/>
              </a:rPr>
              <a:t>Rôle</a:t>
            </a:r>
          </a:p>
        </p:txBody>
      </p:sp>
      <p:sp>
        <p:nvSpPr>
          <p:cNvPr id="27" name="Rectangle 26">
            <a:extLst>
              <a:ext uri="{FF2B5EF4-FFF2-40B4-BE49-F238E27FC236}">
                <a16:creationId xmlns:a16="http://schemas.microsoft.com/office/drawing/2014/main" id="{7B4D4DB8-7494-FB3F-CA64-0E3E9502D4DE}"/>
              </a:ext>
            </a:extLst>
          </p:cNvPr>
          <p:cNvSpPr/>
          <p:nvPr/>
        </p:nvSpPr>
        <p:spPr>
          <a:xfrm>
            <a:off x="2487039" y="2441386"/>
            <a:ext cx="2590059" cy="891055"/>
          </a:xfrm>
          <a:prstGeom prst="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171450" indent="-171450">
              <a:buFont typeface="Arial" panose="020B0604020202020204" pitchFamily="34" charset="0"/>
              <a:buChar char="•"/>
            </a:pPr>
            <a:r>
              <a:rPr lang="fr-FR" sz="1000">
                <a:solidFill>
                  <a:srgbClr val="002060"/>
                </a:solidFill>
              </a:rPr>
              <a:t>Eric</a:t>
            </a:r>
          </a:p>
          <a:p>
            <a:pPr marL="171450" indent="-171450">
              <a:buFont typeface="Arial" panose="020B0604020202020204" pitchFamily="34" charset="0"/>
              <a:buChar char="•"/>
            </a:pPr>
            <a:r>
              <a:rPr lang="fr-FR" sz="1000">
                <a:solidFill>
                  <a:srgbClr val="002060"/>
                </a:solidFill>
              </a:rPr>
              <a:t>Paul</a:t>
            </a:r>
            <a:endParaRPr lang="fr-FR" sz="1000">
              <a:solidFill>
                <a:srgbClr val="002060"/>
              </a:solidFill>
              <a:cs typeface="Calibri"/>
            </a:endParaRPr>
          </a:p>
        </p:txBody>
      </p:sp>
      <p:sp>
        <p:nvSpPr>
          <p:cNvPr id="28" name="Rectangle 27">
            <a:extLst>
              <a:ext uri="{FF2B5EF4-FFF2-40B4-BE49-F238E27FC236}">
                <a16:creationId xmlns:a16="http://schemas.microsoft.com/office/drawing/2014/main" id="{DDCDF8E0-C835-9A13-0CF8-30743F0F0AEB}"/>
              </a:ext>
            </a:extLst>
          </p:cNvPr>
          <p:cNvSpPr/>
          <p:nvPr/>
        </p:nvSpPr>
        <p:spPr>
          <a:xfrm>
            <a:off x="6766559" y="2436235"/>
            <a:ext cx="5114293" cy="891055"/>
          </a:xfrm>
          <a:prstGeom prst="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fr-FR" sz="1000">
                <a:solidFill>
                  <a:srgbClr val="002060"/>
                </a:solidFill>
              </a:rPr>
              <a:t>Définition des enjeux recensés spots (meeting avec les différents responsables de comptes de pole – à lier avec le budget)</a:t>
            </a:r>
          </a:p>
          <a:p>
            <a:pPr marL="171450" indent="-171450">
              <a:buFont typeface="Arial" panose="020B0604020202020204" pitchFamily="34" charset="0"/>
              <a:buChar char="•"/>
            </a:pPr>
            <a:r>
              <a:rPr lang="fr-FR" sz="1000">
                <a:solidFill>
                  <a:srgbClr val="002060"/>
                </a:solidFill>
              </a:rPr>
              <a:t>Veille sur les enjeux clients</a:t>
            </a:r>
          </a:p>
          <a:p>
            <a:pPr marL="171450" indent="-171450">
              <a:buFont typeface="Arial" panose="020B0604020202020204" pitchFamily="34" charset="0"/>
              <a:buChar char="•"/>
            </a:pPr>
            <a:r>
              <a:rPr lang="fr-FR" sz="1000">
                <a:solidFill>
                  <a:srgbClr val="002060"/>
                </a:solidFill>
              </a:rPr>
              <a:t>Identifier les changements réglementaires ayant un impact sur les enjeux client sur un aspect transfo</a:t>
            </a:r>
          </a:p>
        </p:txBody>
      </p:sp>
      <p:sp>
        <p:nvSpPr>
          <p:cNvPr id="29" name="Rectangle 28">
            <a:extLst>
              <a:ext uri="{FF2B5EF4-FFF2-40B4-BE49-F238E27FC236}">
                <a16:creationId xmlns:a16="http://schemas.microsoft.com/office/drawing/2014/main" id="{FE3F3055-5067-8D06-FD8E-D001358F93F2}"/>
              </a:ext>
            </a:extLst>
          </p:cNvPr>
          <p:cNvSpPr/>
          <p:nvPr/>
        </p:nvSpPr>
        <p:spPr>
          <a:xfrm>
            <a:off x="5154153" y="2429811"/>
            <a:ext cx="1533519" cy="891055"/>
          </a:xfrm>
          <a:prstGeom prst="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000">
                <a:solidFill>
                  <a:srgbClr val="002060"/>
                </a:solidFill>
              </a:rPr>
              <a:t>Enjeux clients </a:t>
            </a:r>
          </a:p>
        </p:txBody>
      </p:sp>
      <p:sp>
        <p:nvSpPr>
          <p:cNvPr id="30" name="Rectangle 29">
            <a:extLst>
              <a:ext uri="{FF2B5EF4-FFF2-40B4-BE49-F238E27FC236}">
                <a16:creationId xmlns:a16="http://schemas.microsoft.com/office/drawing/2014/main" id="{EE3CB58A-B91B-4CFD-6585-137F0601AD79}"/>
              </a:ext>
            </a:extLst>
          </p:cNvPr>
          <p:cNvSpPr/>
          <p:nvPr/>
        </p:nvSpPr>
        <p:spPr>
          <a:xfrm>
            <a:off x="2487039" y="3386950"/>
            <a:ext cx="2590059" cy="957209"/>
          </a:xfrm>
          <a:prstGeom prst="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171450" indent="-171450">
              <a:buFont typeface="Arial" panose="020B0604020202020204" pitchFamily="34" charset="0"/>
              <a:buChar char="•"/>
            </a:pPr>
            <a:r>
              <a:rPr lang="fr-FR" sz="1000">
                <a:solidFill>
                  <a:srgbClr val="002060"/>
                </a:solidFill>
              </a:rPr>
              <a:t>Paul</a:t>
            </a:r>
          </a:p>
          <a:p>
            <a:pPr marL="171450" indent="-171450">
              <a:buFont typeface="Arial" panose="020B0604020202020204" pitchFamily="34" charset="0"/>
              <a:buChar char="•"/>
            </a:pPr>
            <a:r>
              <a:rPr lang="fr-FR" sz="1000">
                <a:solidFill>
                  <a:srgbClr val="002060"/>
                </a:solidFill>
              </a:rPr>
              <a:t>Damien</a:t>
            </a:r>
            <a:endParaRPr lang="fr-FR" sz="1000">
              <a:solidFill>
                <a:srgbClr val="002060"/>
              </a:solidFill>
              <a:cs typeface="Calibri"/>
            </a:endParaRPr>
          </a:p>
        </p:txBody>
      </p:sp>
      <p:sp>
        <p:nvSpPr>
          <p:cNvPr id="31" name="Rectangle 30">
            <a:extLst>
              <a:ext uri="{FF2B5EF4-FFF2-40B4-BE49-F238E27FC236}">
                <a16:creationId xmlns:a16="http://schemas.microsoft.com/office/drawing/2014/main" id="{83F9B1EF-37F6-0D72-3A4D-42082DBED819}"/>
              </a:ext>
            </a:extLst>
          </p:cNvPr>
          <p:cNvSpPr/>
          <p:nvPr/>
        </p:nvSpPr>
        <p:spPr>
          <a:xfrm>
            <a:off x="6766559" y="3391231"/>
            <a:ext cx="5114293" cy="957209"/>
          </a:xfrm>
          <a:prstGeom prst="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fr-FR" sz="1000">
                <a:solidFill>
                  <a:srgbClr val="002060"/>
                </a:solidFill>
              </a:rPr>
              <a:t>Recenser les différentes méthodologies en lien avec les sujets de </a:t>
            </a:r>
            <a:r>
              <a:rPr lang="en-US" sz="1000">
                <a:solidFill>
                  <a:srgbClr val="002060"/>
                </a:solidFill>
              </a:rPr>
              <a:t>transformation</a:t>
            </a:r>
          </a:p>
          <a:p>
            <a:pPr marL="171450" indent="-171450">
              <a:buFont typeface="Arial" panose="020B0604020202020204" pitchFamily="34" charset="0"/>
              <a:buChar char="•"/>
            </a:pPr>
            <a:r>
              <a:rPr lang="fr-FR" sz="1000">
                <a:solidFill>
                  <a:srgbClr val="002060"/>
                </a:solidFill>
              </a:rPr>
              <a:t>Prioriser les méthodologies/formation sur lesquelles former les collaborateurs au sein du cabinet </a:t>
            </a:r>
            <a:r>
              <a:rPr lang="en-US" sz="1000">
                <a:solidFill>
                  <a:srgbClr val="002060"/>
                </a:solidFill>
              </a:rPr>
              <a:t> </a:t>
            </a:r>
            <a:endParaRPr lang="fr-FR" sz="1000">
              <a:solidFill>
                <a:srgbClr val="002060"/>
              </a:solidFill>
            </a:endParaRPr>
          </a:p>
          <a:p>
            <a:pPr marL="171450" indent="-171450">
              <a:buFont typeface="Arial" panose="020B0604020202020204" pitchFamily="34" charset="0"/>
              <a:buChar char="•"/>
            </a:pPr>
            <a:r>
              <a:rPr lang="fr-FR" sz="1000">
                <a:solidFill>
                  <a:srgbClr val="002060"/>
                </a:solidFill>
              </a:rPr>
              <a:t>Revues des compétences internes</a:t>
            </a:r>
          </a:p>
          <a:p>
            <a:pPr marL="171450" indent="-171450">
              <a:buFont typeface="Arial" panose="020B0604020202020204" pitchFamily="34" charset="0"/>
              <a:buChar char="•"/>
            </a:pPr>
            <a:r>
              <a:rPr lang="fr-FR" sz="1000">
                <a:solidFill>
                  <a:srgbClr val="002060"/>
                </a:solidFill>
              </a:rPr>
              <a:t>Design d’un KT Plan </a:t>
            </a:r>
          </a:p>
          <a:p>
            <a:pPr marL="171450" indent="-171450">
              <a:buFont typeface="Arial" panose="020B0604020202020204" pitchFamily="34" charset="0"/>
              <a:buChar char="•"/>
            </a:pPr>
            <a:r>
              <a:rPr lang="fr-FR" sz="1000">
                <a:solidFill>
                  <a:srgbClr val="002060"/>
                </a:solidFill>
              </a:rPr>
              <a:t>Préparer des formations</a:t>
            </a:r>
          </a:p>
        </p:txBody>
      </p:sp>
      <p:sp>
        <p:nvSpPr>
          <p:cNvPr id="32" name="Rectangle 31">
            <a:extLst>
              <a:ext uri="{FF2B5EF4-FFF2-40B4-BE49-F238E27FC236}">
                <a16:creationId xmlns:a16="http://schemas.microsoft.com/office/drawing/2014/main" id="{C9024739-F6AE-6E61-CA1F-42A4805FB2DE}"/>
              </a:ext>
            </a:extLst>
          </p:cNvPr>
          <p:cNvSpPr/>
          <p:nvPr/>
        </p:nvSpPr>
        <p:spPr>
          <a:xfrm>
            <a:off x="5154153" y="3386950"/>
            <a:ext cx="1533519" cy="957209"/>
          </a:xfrm>
          <a:prstGeom prst="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000">
                <a:solidFill>
                  <a:srgbClr val="002060"/>
                </a:solidFill>
              </a:rPr>
              <a:t>Transfert de compétences </a:t>
            </a:r>
          </a:p>
          <a:p>
            <a:r>
              <a:rPr lang="fr-FR" sz="1000">
                <a:solidFill>
                  <a:srgbClr val="002060"/>
                </a:solidFill>
              </a:rPr>
              <a:t>(Knowledge Transfer)</a:t>
            </a:r>
          </a:p>
        </p:txBody>
      </p:sp>
      <p:sp>
        <p:nvSpPr>
          <p:cNvPr id="33" name="Rectangle 32">
            <a:extLst>
              <a:ext uri="{FF2B5EF4-FFF2-40B4-BE49-F238E27FC236}">
                <a16:creationId xmlns:a16="http://schemas.microsoft.com/office/drawing/2014/main" id="{A070680A-7EA6-02CD-4EF3-973454F3DFC2}"/>
              </a:ext>
            </a:extLst>
          </p:cNvPr>
          <p:cNvSpPr/>
          <p:nvPr/>
        </p:nvSpPr>
        <p:spPr>
          <a:xfrm>
            <a:off x="2487039" y="4410243"/>
            <a:ext cx="2590059" cy="890879"/>
          </a:xfrm>
          <a:prstGeom prst="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fr-FR" sz="1000">
                <a:solidFill>
                  <a:srgbClr val="002060"/>
                </a:solidFill>
              </a:rPr>
              <a:t>Arthur (</a:t>
            </a:r>
            <a:r>
              <a:rPr lang="en-US" sz="1000">
                <a:solidFill>
                  <a:srgbClr val="002060"/>
                </a:solidFill>
              </a:rPr>
              <a:t>comm externe / </a:t>
            </a:r>
            <a:r>
              <a:rPr lang="en-US" sz="1000" err="1">
                <a:solidFill>
                  <a:srgbClr val="002060"/>
                </a:solidFill>
              </a:rPr>
              <a:t>enjeux</a:t>
            </a:r>
            <a:r>
              <a:rPr lang="en-US" sz="1000">
                <a:solidFill>
                  <a:srgbClr val="002060"/>
                </a:solidFill>
              </a:rPr>
              <a:t> client)</a:t>
            </a:r>
            <a:endParaRPr lang="fr-FR" sz="1000">
              <a:solidFill>
                <a:srgbClr val="FF6969"/>
              </a:solidFill>
            </a:endParaRPr>
          </a:p>
        </p:txBody>
      </p:sp>
      <p:sp>
        <p:nvSpPr>
          <p:cNvPr id="34" name="Rectangle 33">
            <a:extLst>
              <a:ext uri="{FF2B5EF4-FFF2-40B4-BE49-F238E27FC236}">
                <a16:creationId xmlns:a16="http://schemas.microsoft.com/office/drawing/2014/main" id="{31A0A2A9-377B-402A-6779-BC59081D3DAB}"/>
              </a:ext>
            </a:extLst>
          </p:cNvPr>
          <p:cNvSpPr/>
          <p:nvPr/>
        </p:nvSpPr>
        <p:spPr>
          <a:xfrm>
            <a:off x="6766559" y="4412381"/>
            <a:ext cx="5114293" cy="890879"/>
          </a:xfrm>
          <a:prstGeom prst="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fr-FR" sz="1000">
                <a:solidFill>
                  <a:srgbClr val="002060"/>
                </a:solidFill>
              </a:rPr>
              <a:t>Définir une stratégie de communication (interne/externe)</a:t>
            </a:r>
          </a:p>
          <a:p>
            <a:pPr marL="171450" indent="-171450">
              <a:buFont typeface="Arial" panose="020B0604020202020204" pitchFamily="34" charset="0"/>
              <a:buChar char="•"/>
            </a:pPr>
            <a:r>
              <a:rPr lang="fr-FR" sz="1000">
                <a:solidFill>
                  <a:srgbClr val="002060"/>
                </a:solidFill>
              </a:rPr>
              <a:t>Exécuter la stratégie de communication (one pager/ positionnement meeting client /formation client …)</a:t>
            </a:r>
          </a:p>
          <a:p>
            <a:pPr marL="171450" indent="-171450">
              <a:buFont typeface="Arial" panose="020B0604020202020204" pitchFamily="34" charset="0"/>
              <a:buChar char="•"/>
            </a:pPr>
            <a:r>
              <a:rPr lang="en-US" sz="1000">
                <a:solidFill>
                  <a:srgbClr val="002060"/>
                </a:solidFill>
              </a:rPr>
              <a:t>Organisation webinar, évènements</a:t>
            </a:r>
          </a:p>
          <a:p>
            <a:pPr marL="171450" indent="-171450">
              <a:buFont typeface="Arial" panose="020B0604020202020204" pitchFamily="34" charset="0"/>
              <a:buChar char="•"/>
            </a:pPr>
            <a:endParaRPr lang="fr-FR" sz="1000">
              <a:solidFill>
                <a:srgbClr val="002060"/>
              </a:solidFill>
            </a:endParaRPr>
          </a:p>
        </p:txBody>
      </p:sp>
      <p:sp>
        <p:nvSpPr>
          <p:cNvPr id="35" name="Rectangle 34">
            <a:extLst>
              <a:ext uri="{FF2B5EF4-FFF2-40B4-BE49-F238E27FC236}">
                <a16:creationId xmlns:a16="http://schemas.microsoft.com/office/drawing/2014/main" id="{641191FA-C53B-1B19-14A3-B89271202EF4}"/>
              </a:ext>
            </a:extLst>
          </p:cNvPr>
          <p:cNvSpPr/>
          <p:nvPr/>
        </p:nvSpPr>
        <p:spPr>
          <a:xfrm>
            <a:off x="5154153" y="4410243"/>
            <a:ext cx="1533519" cy="890879"/>
          </a:xfrm>
          <a:prstGeom prst="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000">
                <a:solidFill>
                  <a:srgbClr val="002060"/>
                </a:solidFill>
              </a:rPr>
              <a:t>Communication </a:t>
            </a:r>
          </a:p>
        </p:txBody>
      </p:sp>
      <p:sp>
        <p:nvSpPr>
          <p:cNvPr id="36" name="Rectangle 35">
            <a:extLst>
              <a:ext uri="{FF2B5EF4-FFF2-40B4-BE49-F238E27FC236}">
                <a16:creationId xmlns:a16="http://schemas.microsoft.com/office/drawing/2014/main" id="{10E7BAFD-5720-F3A4-A3CB-255016AC4E5A}"/>
              </a:ext>
            </a:extLst>
          </p:cNvPr>
          <p:cNvSpPr/>
          <p:nvPr/>
        </p:nvSpPr>
        <p:spPr>
          <a:xfrm>
            <a:off x="2487039" y="5367203"/>
            <a:ext cx="2590059" cy="756000"/>
          </a:xfrm>
          <a:prstGeom prst="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fr-FR" sz="1000">
                <a:solidFill>
                  <a:srgbClr val="002060"/>
                </a:solidFill>
              </a:rPr>
              <a:t>Eric</a:t>
            </a:r>
          </a:p>
          <a:p>
            <a:pPr marL="171450" indent="-171450">
              <a:buFont typeface="Arial" panose="020B0604020202020204" pitchFamily="34" charset="0"/>
              <a:buChar char="•"/>
            </a:pPr>
            <a:r>
              <a:rPr lang="fr-FR" sz="1000">
                <a:solidFill>
                  <a:srgbClr val="002060"/>
                </a:solidFill>
              </a:rPr>
              <a:t>Damien</a:t>
            </a:r>
          </a:p>
        </p:txBody>
      </p:sp>
      <p:sp>
        <p:nvSpPr>
          <p:cNvPr id="37" name="Rectangle 36">
            <a:extLst>
              <a:ext uri="{FF2B5EF4-FFF2-40B4-BE49-F238E27FC236}">
                <a16:creationId xmlns:a16="http://schemas.microsoft.com/office/drawing/2014/main" id="{C4EDCB90-E76E-4880-24C8-B33EAE403156}"/>
              </a:ext>
            </a:extLst>
          </p:cNvPr>
          <p:cNvSpPr/>
          <p:nvPr/>
        </p:nvSpPr>
        <p:spPr>
          <a:xfrm>
            <a:off x="6766559" y="5367203"/>
            <a:ext cx="5114293" cy="756000"/>
          </a:xfrm>
          <a:prstGeom prst="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fr-FR" sz="1000">
                <a:solidFill>
                  <a:srgbClr val="002060"/>
                </a:solidFill>
              </a:rPr>
              <a:t>Se tenir informé des évolutions réglementaires et les diffuser au sein du pôle (dans un 1</a:t>
            </a:r>
            <a:r>
              <a:rPr lang="fr-FR" sz="1000" baseline="30000">
                <a:solidFill>
                  <a:srgbClr val="002060"/>
                </a:solidFill>
              </a:rPr>
              <a:t>er</a:t>
            </a:r>
            <a:r>
              <a:rPr lang="fr-FR" sz="1000">
                <a:solidFill>
                  <a:srgbClr val="002060"/>
                </a:solidFill>
              </a:rPr>
              <a:t> temps) </a:t>
            </a:r>
          </a:p>
        </p:txBody>
      </p:sp>
      <p:sp>
        <p:nvSpPr>
          <p:cNvPr id="38" name="Rectangle 37">
            <a:extLst>
              <a:ext uri="{FF2B5EF4-FFF2-40B4-BE49-F238E27FC236}">
                <a16:creationId xmlns:a16="http://schemas.microsoft.com/office/drawing/2014/main" id="{660A0770-CC72-62BF-3E1C-9758990310CF}"/>
              </a:ext>
            </a:extLst>
          </p:cNvPr>
          <p:cNvSpPr/>
          <p:nvPr/>
        </p:nvSpPr>
        <p:spPr>
          <a:xfrm>
            <a:off x="5154153" y="5367203"/>
            <a:ext cx="1533519" cy="756000"/>
          </a:xfrm>
          <a:prstGeom prst="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000">
                <a:solidFill>
                  <a:srgbClr val="002060"/>
                </a:solidFill>
              </a:rPr>
              <a:t>Animation Veille Règlementaire</a:t>
            </a:r>
          </a:p>
        </p:txBody>
      </p:sp>
      <p:sp>
        <p:nvSpPr>
          <p:cNvPr id="40" name="Rectangle 39">
            <a:extLst>
              <a:ext uri="{FF2B5EF4-FFF2-40B4-BE49-F238E27FC236}">
                <a16:creationId xmlns:a16="http://schemas.microsoft.com/office/drawing/2014/main" id="{459BD0A4-B3C7-65D1-FE79-D19236E66C10}"/>
              </a:ext>
            </a:extLst>
          </p:cNvPr>
          <p:cNvSpPr/>
          <p:nvPr/>
        </p:nvSpPr>
        <p:spPr>
          <a:xfrm>
            <a:off x="5154153" y="1219248"/>
            <a:ext cx="1523996" cy="337437"/>
          </a:xfrm>
          <a:prstGeom prst="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a:solidFill>
                  <a:srgbClr val="002060"/>
                </a:solidFill>
              </a:rPr>
              <a:t>G</a:t>
            </a:r>
            <a:r>
              <a:rPr lang="en-US" sz="1000" b="0" i="0">
                <a:solidFill>
                  <a:srgbClr val="002060"/>
                </a:solidFill>
                <a:effectLst/>
              </a:rPr>
              <a:t>uidance</a:t>
            </a:r>
            <a:endParaRPr lang="fr-FR" sz="1000">
              <a:solidFill>
                <a:srgbClr val="002060"/>
              </a:solidFill>
            </a:endParaRPr>
          </a:p>
        </p:txBody>
      </p:sp>
      <p:sp>
        <p:nvSpPr>
          <p:cNvPr id="41" name="Rectangle 40">
            <a:extLst>
              <a:ext uri="{FF2B5EF4-FFF2-40B4-BE49-F238E27FC236}">
                <a16:creationId xmlns:a16="http://schemas.microsoft.com/office/drawing/2014/main" id="{D5290EFC-EB81-2FDA-DB23-717F2B603FBE}"/>
              </a:ext>
            </a:extLst>
          </p:cNvPr>
          <p:cNvSpPr/>
          <p:nvPr/>
        </p:nvSpPr>
        <p:spPr>
          <a:xfrm>
            <a:off x="5154153" y="1622769"/>
            <a:ext cx="1523996" cy="337437"/>
          </a:xfrm>
          <a:prstGeom prst="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a:solidFill>
                  <a:srgbClr val="002060"/>
                </a:solidFill>
              </a:rPr>
              <a:t>L</a:t>
            </a:r>
            <a:r>
              <a:rPr lang="en-US" sz="1000" b="0" i="0">
                <a:solidFill>
                  <a:srgbClr val="002060"/>
                </a:solidFill>
                <a:effectLst/>
              </a:rPr>
              <a:t>eadership</a:t>
            </a:r>
            <a:endParaRPr lang="fr-FR" sz="1000">
              <a:solidFill>
                <a:srgbClr val="002060"/>
              </a:solidFill>
            </a:endParaRPr>
          </a:p>
        </p:txBody>
      </p:sp>
      <p:sp>
        <p:nvSpPr>
          <p:cNvPr id="42" name="Rectangle 41">
            <a:extLst>
              <a:ext uri="{FF2B5EF4-FFF2-40B4-BE49-F238E27FC236}">
                <a16:creationId xmlns:a16="http://schemas.microsoft.com/office/drawing/2014/main" id="{DECCA9C1-E04D-1C4E-9C26-C941B28DC5D0}"/>
              </a:ext>
            </a:extLst>
          </p:cNvPr>
          <p:cNvSpPr/>
          <p:nvPr/>
        </p:nvSpPr>
        <p:spPr>
          <a:xfrm>
            <a:off x="5154153" y="2026290"/>
            <a:ext cx="1523996" cy="337437"/>
          </a:xfrm>
          <a:prstGeom prst="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000">
                <a:solidFill>
                  <a:srgbClr val="002060"/>
                </a:solidFill>
              </a:rPr>
              <a:t>C</a:t>
            </a:r>
            <a:r>
              <a:rPr lang="fr-FR" sz="1000" b="0" i="0">
                <a:solidFill>
                  <a:srgbClr val="002060"/>
                </a:solidFill>
                <a:effectLst/>
              </a:rPr>
              <a:t>ontrôle</a:t>
            </a:r>
            <a:endParaRPr lang="fr-FR" sz="1000">
              <a:solidFill>
                <a:srgbClr val="002060"/>
              </a:solidFill>
            </a:endParaRPr>
          </a:p>
        </p:txBody>
      </p:sp>
      <p:sp>
        <p:nvSpPr>
          <p:cNvPr id="8" name="TextBox 7">
            <a:extLst>
              <a:ext uri="{FF2B5EF4-FFF2-40B4-BE49-F238E27FC236}">
                <a16:creationId xmlns:a16="http://schemas.microsoft.com/office/drawing/2014/main" id="{320C61BA-0598-B6B9-BB8B-30788C5DD090}"/>
              </a:ext>
            </a:extLst>
          </p:cNvPr>
          <p:cNvSpPr txBox="1"/>
          <p:nvPr/>
        </p:nvSpPr>
        <p:spPr>
          <a:xfrm>
            <a:off x="647041" y="4607196"/>
            <a:ext cx="1333063" cy="1015663"/>
          </a:xfrm>
          <a:prstGeom prst="rect">
            <a:avLst/>
          </a:prstGeom>
          <a:noFill/>
        </p:spPr>
        <p:txBody>
          <a:bodyPr wrap="square">
            <a:spAutoFit/>
          </a:bodyPr>
          <a:lstStyle/>
          <a:p>
            <a:pPr marL="171450" indent="-171450">
              <a:buFont typeface="Arial" panose="020B0604020202020204" pitchFamily="34" charset="0"/>
              <a:buChar char="•"/>
            </a:pPr>
            <a:r>
              <a:rPr lang="fr-FR" sz="1200" dirty="0">
                <a:solidFill>
                  <a:srgbClr val="002060"/>
                </a:solidFill>
                <a:highlight>
                  <a:srgbClr val="FFFF00"/>
                </a:highlight>
              </a:rPr>
              <a:t>Alexandre</a:t>
            </a:r>
          </a:p>
          <a:p>
            <a:pPr marL="171450" indent="-171450">
              <a:buFont typeface="Arial" panose="020B0604020202020204" pitchFamily="34" charset="0"/>
              <a:buChar char="•"/>
            </a:pPr>
            <a:r>
              <a:rPr lang="fr-FR" sz="1200" dirty="0">
                <a:solidFill>
                  <a:srgbClr val="002060"/>
                </a:solidFill>
                <a:highlight>
                  <a:srgbClr val="FFFF00"/>
                </a:highlight>
              </a:rPr>
              <a:t>Arnaud</a:t>
            </a:r>
          </a:p>
          <a:p>
            <a:pPr marL="171450" indent="-171450">
              <a:buFont typeface="Arial" panose="020B0604020202020204" pitchFamily="34" charset="0"/>
              <a:buChar char="•"/>
            </a:pPr>
            <a:r>
              <a:rPr lang="fr-FR" sz="1200" dirty="0">
                <a:solidFill>
                  <a:srgbClr val="002060"/>
                </a:solidFill>
                <a:highlight>
                  <a:srgbClr val="FFFF00"/>
                </a:highlight>
              </a:rPr>
              <a:t>Soufiane</a:t>
            </a:r>
          </a:p>
          <a:p>
            <a:pPr marL="171450" indent="-171450">
              <a:buFont typeface="Arial" panose="020B0604020202020204" pitchFamily="34" charset="0"/>
              <a:buChar char="•"/>
            </a:pPr>
            <a:r>
              <a:rPr lang="fr-FR" sz="1200" dirty="0">
                <a:solidFill>
                  <a:srgbClr val="002060"/>
                </a:solidFill>
                <a:highlight>
                  <a:srgbClr val="FFFF00"/>
                </a:highlight>
              </a:rPr>
              <a:t>Maud</a:t>
            </a:r>
          </a:p>
          <a:p>
            <a:pPr marL="171450" indent="-171450">
              <a:buFont typeface="Arial" panose="020B0604020202020204" pitchFamily="34" charset="0"/>
              <a:buChar char="•"/>
            </a:pPr>
            <a:r>
              <a:rPr lang="fr-FR" sz="1200" dirty="0">
                <a:solidFill>
                  <a:srgbClr val="002060"/>
                </a:solidFill>
                <a:highlight>
                  <a:srgbClr val="FFFF00"/>
                </a:highlight>
              </a:rPr>
              <a:t>Emma</a:t>
            </a:r>
          </a:p>
        </p:txBody>
      </p:sp>
    </p:spTree>
    <p:extLst>
      <p:ext uri="{BB962C8B-B14F-4D97-AF65-F5344CB8AC3E}">
        <p14:creationId xmlns:p14="http://schemas.microsoft.com/office/powerpoint/2010/main" val="11863078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 name="Slide Number Placeholder 4">
            <a:extLst>
              <a:ext uri="{FF2B5EF4-FFF2-40B4-BE49-F238E27FC236}">
                <a16:creationId xmlns:a16="http://schemas.microsoft.com/office/drawing/2014/main" id="{CCF5E3CA-B0E4-2D01-9C6E-883BCDC97229}"/>
              </a:ext>
            </a:extLst>
          </p:cNvPr>
          <p:cNvSpPr txBox="1">
            <a:spLocks/>
          </p:cNvSpPr>
          <p:nvPr/>
        </p:nvSpPr>
        <p:spPr>
          <a:xfrm>
            <a:off x="158213" y="6389652"/>
            <a:ext cx="457200" cy="288000"/>
          </a:xfrm>
          <a:prstGeom prst="rect">
            <a:avLst/>
          </a:prstGeom>
        </p:spPr>
        <p:txBody>
          <a:bodyPr vert="horz" lIns="0" tIns="0" rIns="0" bIns="0" rtlCol="0" anchor="ctr"/>
          <a:lstStyle>
            <a:defPPr marR="0" lvl="0" algn="l" rtl="0">
              <a:lnSpc>
                <a:spcPct val="100000"/>
              </a:lnSpc>
              <a:spcBef>
                <a:spcPts val="0"/>
              </a:spcBef>
              <a:spcAft>
                <a:spcPts val="0"/>
              </a:spcAft>
              <a:defRPr lang="fr-FR"/>
            </a:defPPr>
            <a:lvl1pPr marL="0" marR="0" lvl="0" algn="ctr" defTabSz="914400" rtl="0" eaLnBrk="1" latinLnBrk="0" hangingPunct="1">
              <a:lnSpc>
                <a:spcPct val="100000"/>
              </a:lnSpc>
              <a:spcBef>
                <a:spcPts val="0"/>
              </a:spcBef>
              <a:spcAft>
                <a:spcPts val="0"/>
              </a:spcAft>
              <a:buClr>
                <a:srgbClr val="000000"/>
              </a:buClr>
              <a:buFont typeface="Arial"/>
              <a:defRPr sz="1200" b="0" i="0" u="none" strike="noStrike" kern="1200" cap="none">
                <a:solidFill>
                  <a:schemeClr val="bg1">
                    <a:lumMod val="50000"/>
                  </a:schemeClr>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fld id="{0DDAA181-6920-4685-A3F3-87DE4F7F90F5}" type="slidenum">
              <a:rPr lang="fr-FR" smtClean="0"/>
              <a:pPr/>
              <a:t>11</a:t>
            </a:fld>
            <a:endParaRPr lang="fr-FR"/>
          </a:p>
        </p:txBody>
      </p:sp>
      <p:sp>
        <p:nvSpPr>
          <p:cNvPr id="18" name="Rectangle 17">
            <a:extLst>
              <a:ext uri="{FF2B5EF4-FFF2-40B4-BE49-F238E27FC236}">
                <a16:creationId xmlns:a16="http://schemas.microsoft.com/office/drawing/2014/main" id="{139BE95A-A72B-0C53-C10F-7033354948D0}"/>
              </a:ext>
            </a:extLst>
          </p:cNvPr>
          <p:cNvSpPr/>
          <p:nvPr/>
        </p:nvSpPr>
        <p:spPr>
          <a:xfrm>
            <a:off x="158213" y="2514600"/>
            <a:ext cx="1037491" cy="863128"/>
          </a:xfrm>
          <a:prstGeom prst="rect">
            <a:avLst/>
          </a:prstGeom>
          <a:solidFill>
            <a:srgbClr val="158590"/>
          </a:solidFill>
          <a:ln w="12701" cap="flat">
            <a:solidFill>
              <a:srgbClr val="158590"/>
            </a:solidFill>
            <a:prstDash val="solid"/>
            <a:miter/>
          </a:ln>
        </p:spPr>
        <p:txBody>
          <a:bodyPr vert="horz" wrap="square" lIns="0" tIns="45720" rIns="0" bIns="45720" anchor="ctr" anchorCtr="1" compatLnSpc="1">
            <a:noAutofit/>
          </a:bodyPr>
          <a:lstStyle/>
          <a:p>
            <a:pPr marL="0" marR="0" lvl="0" indent="0" algn="ctr" defTabSz="457200" rtl="0" eaLnBrk="1" fontAlgn="auto" latinLnBrk="0" hangingPunct="1">
              <a:lnSpc>
                <a:spcPct val="100000"/>
              </a:lnSpc>
              <a:spcBef>
                <a:spcPts val="0"/>
              </a:spcBef>
              <a:spcAft>
                <a:spcPts val="0"/>
              </a:spcAft>
              <a:buClr>
                <a:srgbClr val="000000"/>
              </a:buClr>
              <a:buSzTx/>
              <a:buFont typeface="Arial"/>
              <a:buNone/>
              <a:tabLst/>
              <a:defRPr sz="1800" b="0" i="0" u="none" strike="noStrike" kern="0" cap="none" spc="0" baseline="0">
                <a:solidFill>
                  <a:srgbClr val="000000"/>
                </a:solidFill>
                <a:uFillTx/>
              </a:defRPr>
            </a:pPr>
            <a:r>
              <a:rPr kumimoji="0" lang="fr-FR" sz="1000" b="1" i="0" u="none" strike="noStrike" kern="1200" cap="none" spc="0" normalizeH="0" baseline="0" noProof="0">
                <a:ln>
                  <a:noFill/>
                </a:ln>
                <a:solidFill>
                  <a:srgbClr val="FFFFFF"/>
                </a:solidFill>
                <a:effectLst/>
                <a:uLnTx/>
                <a:uFillTx/>
                <a:latin typeface="Calibri" panose="020F0502020204030204"/>
                <a:cs typeface="Arial" pitchFamily="34"/>
                <a:sym typeface="Arial"/>
              </a:rPr>
              <a:t>Enjeux Clients</a:t>
            </a:r>
          </a:p>
        </p:txBody>
      </p:sp>
      <p:sp>
        <p:nvSpPr>
          <p:cNvPr id="19" name="Rectangle 18">
            <a:extLst>
              <a:ext uri="{FF2B5EF4-FFF2-40B4-BE49-F238E27FC236}">
                <a16:creationId xmlns:a16="http://schemas.microsoft.com/office/drawing/2014/main" id="{E71C1C74-23FC-704F-DB32-CDD02A7A6186}"/>
              </a:ext>
            </a:extLst>
          </p:cNvPr>
          <p:cNvSpPr/>
          <p:nvPr/>
        </p:nvSpPr>
        <p:spPr>
          <a:xfrm>
            <a:off x="158213" y="3506952"/>
            <a:ext cx="1037491" cy="891540"/>
          </a:xfrm>
          <a:prstGeom prst="rect">
            <a:avLst/>
          </a:prstGeom>
          <a:solidFill>
            <a:srgbClr val="769DAE"/>
          </a:solidFill>
          <a:ln w="12701" cap="flat">
            <a:solidFill>
              <a:srgbClr val="769DAE"/>
            </a:solidFill>
            <a:prstDash val="solid"/>
            <a:miter/>
          </a:ln>
        </p:spPr>
        <p:txBody>
          <a:bodyPr vert="horz" wrap="square" lIns="0" tIns="45720" rIns="0" bIns="45720" anchor="ctr" anchorCtr="1" compatLnSpc="1">
            <a:noAutofit/>
          </a:bodyPr>
          <a:lstStyle/>
          <a:p>
            <a:pPr marL="0" marR="0" lvl="0" indent="0" algn="ctr" defTabSz="457200" rtl="0" eaLnBrk="1" fontAlgn="auto" latinLnBrk="0" hangingPunct="1">
              <a:lnSpc>
                <a:spcPct val="100000"/>
              </a:lnSpc>
              <a:spcBef>
                <a:spcPts val="0"/>
              </a:spcBef>
              <a:spcAft>
                <a:spcPts val="0"/>
              </a:spcAft>
              <a:buClr>
                <a:srgbClr val="000000"/>
              </a:buClr>
              <a:buSzTx/>
              <a:buFont typeface="Arial"/>
              <a:buNone/>
              <a:tabLst/>
              <a:defRPr sz="1800" b="0" i="0" u="none" strike="noStrike" kern="0" cap="none" spc="0" baseline="0">
                <a:solidFill>
                  <a:srgbClr val="000000"/>
                </a:solidFill>
                <a:uFillTx/>
              </a:defRPr>
            </a:pPr>
            <a:r>
              <a:rPr kumimoji="0" lang="fr-FR" sz="1000" b="1" i="0" u="none" strike="noStrike" kern="1200" cap="none" spc="0" normalizeH="0" baseline="0" noProof="0">
                <a:ln>
                  <a:noFill/>
                </a:ln>
                <a:solidFill>
                  <a:srgbClr val="FFFFFF"/>
                </a:solidFill>
                <a:effectLst/>
                <a:uLnTx/>
                <a:uFillTx/>
                <a:latin typeface="Calibri" panose="020F0502020204030204"/>
                <a:cs typeface="Arial" pitchFamily="34"/>
                <a:sym typeface="Arial"/>
              </a:rPr>
              <a:t>Veille Règlementaire</a:t>
            </a:r>
          </a:p>
        </p:txBody>
      </p:sp>
      <p:sp>
        <p:nvSpPr>
          <p:cNvPr id="21" name="Rectangle 20">
            <a:extLst>
              <a:ext uri="{FF2B5EF4-FFF2-40B4-BE49-F238E27FC236}">
                <a16:creationId xmlns:a16="http://schemas.microsoft.com/office/drawing/2014/main" id="{596FD081-6A44-DE42-C046-88E67BC33836}"/>
              </a:ext>
            </a:extLst>
          </p:cNvPr>
          <p:cNvSpPr/>
          <p:nvPr/>
        </p:nvSpPr>
        <p:spPr>
          <a:xfrm>
            <a:off x="158213" y="4494126"/>
            <a:ext cx="1037491" cy="1054591"/>
          </a:xfrm>
          <a:prstGeom prst="rect">
            <a:avLst/>
          </a:prstGeom>
          <a:solidFill>
            <a:srgbClr val="41A4C7"/>
          </a:solidFill>
          <a:ln w="12701" cap="flat">
            <a:solidFill>
              <a:srgbClr val="41A4C7"/>
            </a:solidFill>
            <a:prstDash val="solid"/>
            <a:miter/>
          </a:ln>
        </p:spPr>
        <p:txBody>
          <a:bodyPr vert="horz" wrap="square" lIns="0" tIns="45720" rIns="0" bIns="45720" anchor="ctr" anchorCtr="1" compatLnSpc="1">
            <a:noAutofit/>
          </a:bodyPr>
          <a:lstStyle/>
          <a:p>
            <a:pPr marL="0" marR="0" lvl="0" indent="0" algn="ctr" defTabSz="457200" rtl="0" eaLnBrk="1" fontAlgn="auto" latinLnBrk="0" hangingPunct="1">
              <a:lnSpc>
                <a:spcPct val="100000"/>
              </a:lnSpc>
              <a:spcBef>
                <a:spcPts val="0"/>
              </a:spcBef>
              <a:spcAft>
                <a:spcPts val="0"/>
              </a:spcAft>
              <a:buClr>
                <a:srgbClr val="000000"/>
              </a:buClr>
              <a:buSzTx/>
              <a:buFont typeface="Arial"/>
              <a:buNone/>
              <a:tabLst/>
              <a:defRPr sz="1800" b="0" i="0" u="none" strike="noStrike" kern="0" cap="none" spc="0" baseline="0">
                <a:solidFill>
                  <a:srgbClr val="000000"/>
                </a:solidFill>
                <a:uFillTx/>
              </a:defRPr>
            </a:pPr>
            <a:r>
              <a:rPr kumimoji="0" lang="fr-FR" sz="1000" b="1" i="0" u="none" strike="noStrike" kern="1200" cap="none" spc="0" normalizeH="0" baseline="0" noProof="0">
                <a:ln>
                  <a:noFill/>
                </a:ln>
                <a:solidFill>
                  <a:srgbClr val="FFFFFF"/>
                </a:solidFill>
                <a:effectLst/>
                <a:uLnTx/>
                <a:uFillTx/>
                <a:latin typeface="Calibri" panose="020F0502020204030204"/>
                <a:cs typeface="Arial" pitchFamily="34"/>
                <a:sym typeface="Arial"/>
              </a:rPr>
              <a:t>Transfert de compétences</a:t>
            </a:r>
            <a:endParaRPr kumimoji="0" lang="fr-FR" sz="1050" b="1" i="1" u="none" strike="noStrike" kern="1200" cap="none" spc="0" normalizeH="0" baseline="0" noProof="0">
              <a:ln>
                <a:noFill/>
              </a:ln>
              <a:solidFill>
                <a:srgbClr val="FFFFFF"/>
              </a:solidFill>
              <a:effectLst/>
              <a:uLnTx/>
              <a:uFillTx/>
              <a:latin typeface="Calibri" panose="020F0502020204030204"/>
              <a:cs typeface="Arial" pitchFamily="34"/>
              <a:sym typeface="Arial"/>
            </a:endParaRPr>
          </a:p>
        </p:txBody>
      </p:sp>
      <p:sp>
        <p:nvSpPr>
          <p:cNvPr id="22" name="Rectangle 9">
            <a:extLst>
              <a:ext uri="{FF2B5EF4-FFF2-40B4-BE49-F238E27FC236}">
                <a16:creationId xmlns:a16="http://schemas.microsoft.com/office/drawing/2014/main" id="{44A1C56B-5523-AA30-32DC-082E391AE09D}"/>
              </a:ext>
            </a:extLst>
          </p:cNvPr>
          <p:cNvSpPr/>
          <p:nvPr/>
        </p:nvSpPr>
        <p:spPr>
          <a:xfrm>
            <a:off x="158213" y="5716369"/>
            <a:ext cx="1037491" cy="918361"/>
          </a:xfrm>
          <a:prstGeom prst="rect">
            <a:avLst/>
          </a:prstGeom>
          <a:solidFill>
            <a:srgbClr val="90C9DB"/>
          </a:solidFill>
          <a:ln w="12701" cap="flat">
            <a:solidFill>
              <a:srgbClr val="90C9DB"/>
            </a:solidFill>
            <a:prstDash val="solid"/>
            <a:miter/>
          </a:ln>
        </p:spPr>
        <p:txBody>
          <a:bodyPr vert="horz" wrap="square" lIns="0" tIns="45720" rIns="0" bIns="45720" anchor="ctr" anchorCtr="1" compatLnSpc="1">
            <a:noAutofit/>
          </a:bodyPr>
          <a:lstStyle/>
          <a:p>
            <a:pPr algn="ctr" defTabSz="457200">
              <a:buClr>
                <a:srgbClr val="000000"/>
              </a:buClr>
              <a:defRPr sz="1800" b="0" i="0" u="none" strike="noStrike" kern="0" cap="none" spc="0" baseline="0">
                <a:solidFill>
                  <a:srgbClr val="000000"/>
                </a:solidFill>
                <a:uFillTx/>
              </a:defRPr>
            </a:pPr>
            <a:r>
              <a:rPr kumimoji="0" lang="fr-FR" sz="1000" b="1" i="0" u="none" strike="noStrike" kern="1200" cap="none" spc="0" normalizeH="0" baseline="0" noProof="0">
                <a:ln>
                  <a:noFill/>
                </a:ln>
                <a:solidFill>
                  <a:srgbClr val="1B445F"/>
                </a:solidFill>
                <a:effectLst/>
                <a:uLnTx/>
                <a:uFillTx/>
                <a:latin typeface="Calibri" panose="020F0502020204030204"/>
                <a:cs typeface="Arial" pitchFamily="34"/>
                <a:sym typeface="Arial"/>
              </a:rPr>
              <a:t>Communication</a:t>
            </a:r>
            <a:br>
              <a:rPr kumimoji="0" lang="fr-FR" sz="1000" b="1" i="0" u="none" strike="noStrike" kern="1200" cap="none" spc="0" normalizeH="0" baseline="0" noProof="0">
                <a:ln>
                  <a:noFill/>
                </a:ln>
                <a:solidFill>
                  <a:srgbClr val="1B445F"/>
                </a:solidFill>
                <a:effectLst/>
                <a:uLnTx/>
                <a:uFillTx/>
                <a:latin typeface="Calibri" panose="020F0502020204030204"/>
                <a:cs typeface="Arial" pitchFamily="34"/>
                <a:sym typeface="Arial"/>
              </a:rPr>
            </a:br>
            <a:endParaRPr kumimoji="0" lang="fr-FR" sz="1050" b="1" i="1" u="none" strike="noStrike" kern="1200" cap="none" spc="0" normalizeH="0" baseline="0" noProof="0">
              <a:ln>
                <a:noFill/>
              </a:ln>
              <a:solidFill>
                <a:srgbClr val="1A616A"/>
              </a:solidFill>
              <a:effectLst/>
              <a:uLnTx/>
              <a:uFillTx/>
              <a:latin typeface="Calibri" panose="020F0502020204030204"/>
              <a:cs typeface="Arial" pitchFamily="34"/>
              <a:sym typeface="Arial"/>
            </a:endParaRPr>
          </a:p>
        </p:txBody>
      </p:sp>
      <p:sp>
        <p:nvSpPr>
          <p:cNvPr id="25" name="Rectangle 10">
            <a:extLst>
              <a:ext uri="{FF2B5EF4-FFF2-40B4-BE49-F238E27FC236}">
                <a16:creationId xmlns:a16="http://schemas.microsoft.com/office/drawing/2014/main" id="{6931E314-7A1E-F642-6471-D2B7D6BF66F8}"/>
              </a:ext>
            </a:extLst>
          </p:cNvPr>
          <p:cNvSpPr/>
          <p:nvPr/>
        </p:nvSpPr>
        <p:spPr>
          <a:xfrm>
            <a:off x="158213" y="1516225"/>
            <a:ext cx="1037491" cy="891540"/>
          </a:xfrm>
          <a:prstGeom prst="rect">
            <a:avLst/>
          </a:prstGeom>
          <a:solidFill>
            <a:srgbClr val="1B445F"/>
          </a:solidFill>
          <a:ln w="12701" cap="flat">
            <a:solidFill>
              <a:srgbClr val="158590"/>
            </a:solidFill>
            <a:prstDash val="solid"/>
            <a:miter/>
          </a:ln>
        </p:spPr>
        <p:txBody>
          <a:bodyPr vert="horz" wrap="square" lIns="0" tIns="45720" rIns="0" bIns="45720" anchor="ctr" anchorCtr="1" compatLnSpc="1">
            <a:noAutofit/>
          </a:bodyPr>
          <a:lstStyle/>
          <a:p>
            <a:pPr marL="0" marR="0" lvl="0" indent="0" algn="ctr" defTabSz="457200" rtl="0" eaLnBrk="1" fontAlgn="auto" latinLnBrk="0" hangingPunct="1">
              <a:lnSpc>
                <a:spcPct val="100000"/>
              </a:lnSpc>
              <a:spcBef>
                <a:spcPts val="0"/>
              </a:spcBef>
              <a:spcAft>
                <a:spcPts val="0"/>
              </a:spcAft>
              <a:buClr>
                <a:srgbClr val="000000"/>
              </a:buClr>
              <a:buSzTx/>
              <a:buFont typeface="Arial"/>
              <a:buNone/>
              <a:tabLst/>
              <a:defRPr sz="1800" b="0" i="0" u="none" strike="noStrike" kern="0" cap="none" spc="0" baseline="0">
                <a:solidFill>
                  <a:srgbClr val="000000"/>
                </a:solidFill>
                <a:uFillTx/>
              </a:defRPr>
            </a:pPr>
            <a:r>
              <a:rPr kumimoji="0" lang="fr-FR" sz="1000" b="1" i="0" u="none" strike="noStrike" kern="1200" cap="none" spc="0" normalizeH="0" baseline="0" noProof="0">
                <a:ln>
                  <a:noFill/>
                </a:ln>
                <a:solidFill>
                  <a:srgbClr val="FFFFFF"/>
                </a:solidFill>
                <a:effectLst/>
                <a:uLnTx/>
                <a:uFillTx/>
                <a:latin typeface="Calibri" panose="020F0502020204030204"/>
                <a:cs typeface="Arial" pitchFamily="34"/>
                <a:sym typeface="Arial"/>
              </a:rPr>
              <a:t>Project Management/</a:t>
            </a:r>
          </a:p>
          <a:p>
            <a:pPr marL="0" marR="0" lvl="0" indent="0" algn="ctr" defTabSz="457200" rtl="0" eaLnBrk="1" fontAlgn="auto" latinLnBrk="0" hangingPunct="1">
              <a:lnSpc>
                <a:spcPct val="100000"/>
              </a:lnSpc>
              <a:spcBef>
                <a:spcPts val="0"/>
              </a:spcBef>
              <a:spcAft>
                <a:spcPts val="0"/>
              </a:spcAft>
              <a:buClr>
                <a:srgbClr val="000000"/>
              </a:buClr>
              <a:buSzTx/>
              <a:buFont typeface="Arial"/>
              <a:buNone/>
              <a:tabLst/>
              <a:defRPr sz="1800" b="0" i="0" u="none" strike="noStrike" kern="0" cap="none" spc="0" baseline="0">
                <a:solidFill>
                  <a:srgbClr val="000000"/>
                </a:solidFill>
                <a:uFillTx/>
              </a:defRPr>
            </a:pPr>
            <a:r>
              <a:rPr kumimoji="0" lang="fr-FR" sz="1000" b="1" i="0" u="none" strike="noStrike" kern="1200" cap="none" spc="0" normalizeH="0" baseline="0" noProof="0">
                <a:ln>
                  <a:noFill/>
                </a:ln>
                <a:solidFill>
                  <a:srgbClr val="FFFFFF"/>
                </a:solidFill>
                <a:effectLst/>
                <a:uLnTx/>
                <a:uFillTx/>
                <a:latin typeface="Calibri" panose="020F0502020204030204"/>
                <a:cs typeface="Arial" pitchFamily="34"/>
                <a:sym typeface="Arial"/>
              </a:rPr>
              <a:t>Transversal</a:t>
            </a:r>
          </a:p>
        </p:txBody>
      </p:sp>
      <p:cxnSp>
        <p:nvCxnSpPr>
          <p:cNvPr id="26" name="Connecteur droit 12">
            <a:extLst>
              <a:ext uri="{FF2B5EF4-FFF2-40B4-BE49-F238E27FC236}">
                <a16:creationId xmlns:a16="http://schemas.microsoft.com/office/drawing/2014/main" id="{68FADD08-2236-F298-B013-13D4DAB93742}"/>
              </a:ext>
            </a:extLst>
          </p:cNvPr>
          <p:cNvCxnSpPr/>
          <p:nvPr/>
        </p:nvCxnSpPr>
        <p:spPr>
          <a:xfrm>
            <a:off x="124266" y="2475413"/>
            <a:ext cx="9166860" cy="0"/>
          </a:xfrm>
          <a:prstGeom prst="straightConnector1">
            <a:avLst/>
          </a:prstGeom>
          <a:noFill/>
          <a:ln w="9528" cap="flat">
            <a:solidFill>
              <a:srgbClr val="2F5597"/>
            </a:solidFill>
            <a:custDash>
              <a:ds d="299906" sp="299906"/>
            </a:custDash>
            <a:miter/>
          </a:ln>
        </p:spPr>
      </p:cxnSp>
      <p:cxnSp>
        <p:nvCxnSpPr>
          <p:cNvPr id="39" name="Connecteur droit 13">
            <a:extLst>
              <a:ext uri="{FF2B5EF4-FFF2-40B4-BE49-F238E27FC236}">
                <a16:creationId xmlns:a16="http://schemas.microsoft.com/office/drawing/2014/main" id="{0D8FF746-DFBC-87C4-1B34-C70267F48269}"/>
              </a:ext>
            </a:extLst>
          </p:cNvPr>
          <p:cNvCxnSpPr/>
          <p:nvPr/>
        </p:nvCxnSpPr>
        <p:spPr>
          <a:xfrm>
            <a:off x="124266" y="3436025"/>
            <a:ext cx="9166860" cy="0"/>
          </a:xfrm>
          <a:prstGeom prst="straightConnector1">
            <a:avLst/>
          </a:prstGeom>
          <a:noFill/>
          <a:ln w="9528" cap="flat">
            <a:solidFill>
              <a:srgbClr val="2F5597"/>
            </a:solidFill>
            <a:custDash>
              <a:ds d="299906" sp="299906"/>
            </a:custDash>
            <a:miter/>
          </a:ln>
        </p:spPr>
      </p:cxnSp>
      <p:cxnSp>
        <p:nvCxnSpPr>
          <p:cNvPr id="43" name="Connecteur droit 14">
            <a:extLst>
              <a:ext uri="{FF2B5EF4-FFF2-40B4-BE49-F238E27FC236}">
                <a16:creationId xmlns:a16="http://schemas.microsoft.com/office/drawing/2014/main" id="{9AE630CD-47C1-1DEF-BD41-AF82BBE15542}"/>
              </a:ext>
            </a:extLst>
          </p:cNvPr>
          <p:cNvCxnSpPr/>
          <p:nvPr/>
        </p:nvCxnSpPr>
        <p:spPr>
          <a:xfrm>
            <a:off x="124264" y="4441214"/>
            <a:ext cx="9166860" cy="0"/>
          </a:xfrm>
          <a:prstGeom prst="straightConnector1">
            <a:avLst/>
          </a:prstGeom>
          <a:noFill/>
          <a:ln w="9528" cap="flat">
            <a:solidFill>
              <a:srgbClr val="2F5597"/>
            </a:solidFill>
            <a:custDash>
              <a:ds d="299906" sp="299906"/>
            </a:custDash>
            <a:miter/>
          </a:ln>
        </p:spPr>
      </p:cxnSp>
      <p:cxnSp>
        <p:nvCxnSpPr>
          <p:cNvPr id="44" name="Connecteur droit 15">
            <a:extLst>
              <a:ext uri="{FF2B5EF4-FFF2-40B4-BE49-F238E27FC236}">
                <a16:creationId xmlns:a16="http://schemas.microsoft.com/office/drawing/2014/main" id="{DDA059E1-F4A4-B34A-712E-92FBEF7B1C62}"/>
              </a:ext>
            </a:extLst>
          </p:cNvPr>
          <p:cNvCxnSpPr/>
          <p:nvPr/>
        </p:nvCxnSpPr>
        <p:spPr>
          <a:xfrm>
            <a:off x="122503" y="5630184"/>
            <a:ext cx="9166860" cy="0"/>
          </a:xfrm>
          <a:prstGeom prst="straightConnector1">
            <a:avLst/>
          </a:prstGeom>
          <a:noFill/>
          <a:ln w="9528" cap="flat">
            <a:solidFill>
              <a:srgbClr val="2F5597"/>
            </a:solidFill>
            <a:custDash>
              <a:ds d="299906" sp="299906"/>
            </a:custDash>
            <a:miter/>
          </a:ln>
        </p:spPr>
      </p:cxnSp>
      <p:sp>
        <p:nvSpPr>
          <p:cNvPr id="45" name="Flèche : pentagone 16">
            <a:extLst>
              <a:ext uri="{FF2B5EF4-FFF2-40B4-BE49-F238E27FC236}">
                <a16:creationId xmlns:a16="http://schemas.microsoft.com/office/drawing/2014/main" id="{089B531E-92A7-983F-14D3-5505DD0A8A3F}"/>
              </a:ext>
            </a:extLst>
          </p:cNvPr>
          <p:cNvSpPr/>
          <p:nvPr/>
        </p:nvSpPr>
        <p:spPr>
          <a:xfrm>
            <a:off x="1559172" y="1358298"/>
            <a:ext cx="670556" cy="167627"/>
          </a:xfrm>
          <a:custGeom>
            <a:avLst>
              <a:gd name="f8" fmla="val 50000"/>
            </a:avLst>
            <a:gdLst>
              <a:gd name="f1" fmla="val 10800000"/>
              <a:gd name="f2" fmla="val 5400000"/>
              <a:gd name="f3" fmla="val 180"/>
              <a:gd name="f4" fmla="val w"/>
              <a:gd name="f5" fmla="val h"/>
              <a:gd name="f6" fmla="val ss"/>
              <a:gd name="f7" fmla="val 0"/>
              <a:gd name="f8" fmla="val 50000"/>
              <a:gd name="f9" fmla="+- 0 0 -360"/>
              <a:gd name="f10" fmla="+- 0 0 -180"/>
              <a:gd name="f11" fmla="abs f4"/>
              <a:gd name="f12" fmla="abs f5"/>
              <a:gd name="f13" fmla="abs f6"/>
              <a:gd name="f14" fmla="val f7"/>
              <a:gd name="f15" fmla="val f8"/>
              <a:gd name="f16" fmla="*/ f9 f1 1"/>
              <a:gd name="f17" fmla="*/ f10 f1 1"/>
              <a:gd name="f18" fmla="?: f11 f4 1"/>
              <a:gd name="f19" fmla="?: f12 f5 1"/>
              <a:gd name="f20" fmla="?: f13 f6 1"/>
              <a:gd name="f21" fmla="*/ f16 1 f3"/>
              <a:gd name="f22" fmla="*/ f17 1 f3"/>
              <a:gd name="f23" fmla="*/ f18 1 21600"/>
              <a:gd name="f24" fmla="*/ f19 1 21600"/>
              <a:gd name="f25" fmla="*/ 21600 f18 1"/>
              <a:gd name="f26" fmla="*/ 21600 f19 1"/>
              <a:gd name="f27" fmla="+- f21 0 f2"/>
              <a:gd name="f28" fmla="+- f22 0 f2"/>
              <a:gd name="f29" fmla="min f24 f23"/>
              <a:gd name="f30" fmla="*/ f25 1 f20"/>
              <a:gd name="f31" fmla="*/ f26 1 f20"/>
              <a:gd name="f32" fmla="val f30"/>
              <a:gd name="f33" fmla="val f31"/>
              <a:gd name="f34" fmla="*/ f14 f29 1"/>
              <a:gd name="f35" fmla="+- f33 0 f14"/>
              <a:gd name="f36" fmla="+- f32 0 f14"/>
              <a:gd name="f37" fmla="*/ f33 f29 1"/>
              <a:gd name="f38" fmla="*/ f32 f29 1"/>
              <a:gd name="f39" fmla="*/ f35 1 2"/>
              <a:gd name="f40" fmla="min f36 f35"/>
              <a:gd name="f41" fmla="+- f14 f39 0"/>
              <a:gd name="f42" fmla="*/ f40 f15 1"/>
              <a:gd name="f43" fmla="*/ f42 1 100000"/>
              <a:gd name="f44" fmla="*/ f41 f29 1"/>
              <a:gd name="f45" fmla="+- f32 0 f43"/>
              <a:gd name="f46" fmla="+- f45 f32 0"/>
              <a:gd name="f47" fmla="*/ f45 1 2"/>
              <a:gd name="f48" fmla="*/ f45 f29 1"/>
              <a:gd name="f49" fmla="*/ f46 1 2"/>
              <a:gd name="f50" fmla="*/ f47 f29 1"/>
              <a:gd name="f51" fmla="*/ f49 f29 1"/>
            </a:gdLst>
            <a:ahLst/>
            <a:cxnLst>
              <a:cxn ang="3cd4">
                <a:pos x="hc" y="t"/>
              </a:cxn>
              <a:cxn ang="0">
                <a:pos x="r" y="vc"/>
              </a:cxn>
              <a:cxn ang="cd4">
                <a:pos x="hc" y="b"/>
              </a:cxn>
              <a:cxn ang="cd2">
                <a:pos x="l" y="vc"/>
              </a:cxn>
              <a:cxn ang="f27">
                <a:pos x="f50" y="f34"/>
              </a:cxn>
              <a:cxn ang="f28">
                <a:pos x="f50" y="f37"/>
              </a:cxn>
            </a:cxnLst>
            <a:rect l="f34" t="f34" r="f51" b="f37"/>
            <a:pathLst>
              <a:path>
                <a:moveTo>
                  <a:pt x="f34" y="f34"/>
                </a:moveTo>
                <a:lnTo>
                  <a:pt x="f48" y="f34"/>
                </a:lnTo>
                <a:lnTo>
                  <a:pt x="f38" y="f44"/>
                </a:lnTo>
                <a:lnTo>
                  <a:pt x="f48" y="f37"/>
                </a:lnTo>
                <a:lnTo>
                  <a:pt x="f34" y="f37"/>
                </a:lnTo>
                <a:close/>
              </a:path>
            </a:pathLst>
          </a:custGeom>
          <a:solidFill>
            <a:srgbClr val="B4C7E7"/>
          </a:solidFill>
          <a:ln w="3172" cap="flat">
            <a:solidFill>
              <a:srgbClr val="2F5597"/>
            </a:solidFill>
            <a:prstDash val="solid"/>
            <a:miter/>
          </a:ln>
        </p:spPr>
        <p:txBody>
          <a:bodyPr vert="horz" wrap="square" lIns="91440" tIns="45720" rIns="91440" bIns="45720" anchor="ctr" anchorCtr="1" compatLnSpc="1">
            <a:noAutofit/>
          </a:bodyPr>
          <a:lstStyle/>
          <a:p>
            <a:pPr marL="0" marR="0" lvl="0" indent="0" algn="ctr" defTabSz="457200" rtl="0" eaLnBrk="1" fontAlgn="auto" latinLnBrk="0" hangingPunct="1">
              <a:lnSpc>
                <a:spcPct val="100000"/>
              </a:lnSpc>
              <a:spcBef>
                <a:spcPts val="0"/>
              </a:spcBef>
              <a:spcAft>
                <a:spcPts val="0"/>
              </a:spcAft>
              <a:buClr>
                <a:srgbClr val="000000"/>
              </a:buClr>
              <a:buSzTx/>
              <a:buFont typeface="Arial"/>
              <a:buNone/>
              <a:tabLst/>
              <a:defRPr sz="1800" b="0" i="0" u="none" strike="noStrike" kern="0" cap="none" spc="0" baseline="0">
                <a:solidFill>
                  <a:srgbClr val="000000"/>
                </a:solidFill>
                <a:uFillTx/>
              </a:defRPr>
            </a:pPr>
            <a:r>
              <a:rPr kumimoji="0" lang="fr-FR" sz="550" b="0" i="0" u="none" strike="noStrike" kern="1200" cap="none" spc="0" normalizeH="0" baseline="0" noProof="0">
                <a:ln>
                  <a:noFill/>
                </a:ln>
                <a:solidFill>
                  <a:srgbClr val="000000"/>
                </a:solidFill>
                <a:effectLst/>
                <a:uLnTx/>
                <a:uFillTx/>
                <a:latin typeface="Calibri" panose="020F0502020204030204"/>
                <a:cs typeface="Arial" pitchFamily="34"/>
                <a:sym typeface="Arial"/>
              </a:rPr>
              <a:t>Etape 1</a:t>
            </a:r>
          </a:p>
        </p:txBody>
      </p:sp>
      <p:sp>
        <p:nvSpPr>
          <p:cNvPr id="46" name="Flèche : pentagone 17">
            <a:extLst>
              <a:ext uri="{FF2B5EF4-FFF2-40B4-BE49-F238E27FC236}">
                <a16:creationId xmlns:a16="http://schemas.microsoft.com/office/drawing/2014/main" id="{9038FD6B-B8A8-6DD3-B6C2-289583E33150}"/>
              </a:ext>
            </a:extLst>
          </p:cNvPr>
          <p:cNvSpPr/>
          <p:nvPr/>
        </p:nvSpPr>
        <p:spPr>
          <a:xfrm>
            <a:off x="1711565" y="1534966"/>
            <a:ext cx="670556" cy="167627"/>
          </a:xfrm>
          <a:custGeom>
            <a:avLst>
              <a:gd name="f8" fmla="val 50000"/>
            </a:avLst>
            <a:gdLst>
              <a:gd name="f1" fmla="val 10800000"/>
              <a:gd name="f2" fmla="val 5400000"/>
              <a:gd name="f3" fmla="val 180"/>
              <a:gd name="f4" fmla="val w"/>
              <a:gd name="f5" fmla="val h"/>
              <a:gd name="f6" fmla="val ss"/>
              <a:gd name="f7" fmla="val 0"/>
              <a:gd name="f8" fmla="val 50000"/>
              <a:gd name="f9" fmla="+- 0 0 -360"/>
              <a:gd name="f10" fmla="+- 0 0 -180"/>
              <a:gd name="f11" fmla="abs f4"/>
              <a:gd name="f12" fmla="abs f5"/>
              <a:gd name="f13" fmla="abs f6"/>
              <a:gd name="f14" fmla="val f7"/>
              <a:gd name="f15" fmla="val f8"/>
              <a:gd name="f16" fmla="*/ f9 f1 1"/>
              <a:gd name="f17" fmla="*/ f10 f1 1"/>
              <a:gd name="f18" fmla="?: f11 f4 1"/>
              <a:gd name="f19" fmla="?: f12 f5 1"/>
              <a:gd name="f20" fmla="?: f13 f6 1"/>
              <a:gd name="f21" fmla="*/ f16 1 f3"/>
              <a:gd name="f22" fmla="*/ f17 1 f3"/>
              <a:gd name="f23" fmla="*/ f18 1 21600"/>
              <a:gd name="f24" fmla="*/ f19 1 21600"/>
              <a:gd name="f25" fmla="*/ 21600 f18 1"/>
              <a:gd name="f26" fmla="*/ 21600 f19 1"/>
              <a:gd name="f27" fmla="+- f21 0 f2"/>
              <a:gd name="f28" fmla="+- f22 0 f2"/>
              <a:gd name="f29" fmla="min f24 f23"/>
              <a:gd name="f30" fmla="*/ f25 1 f20"/>
              <a:gd name="f31" fmla="*/ f26 1 f20"/>
              <a:gd name="f32" fmla="val f30"/>
              <a:gd name="f33" fmla="val f31"/>
              <a:gd name="f34" fmla="*/ f14 f29 1"/>
              <a:gd name="f35" fmla="+- f33 0 f14"/>
              <a:gd name="f36" fmla="+- f32 0 f14"/>
              <a:gd name="f37" fmla="*/ f33 f29 1"/>
              <a:gd name="f38" fmla="*/ f32 f29 1"/>
              <a:gd name="f39" fmla="*/ f35 1 2"/>
              <a:gd name="f40" fmla="min f36 f35"/>
              <a:gd name="f41" fmla="+- f14 f39 0"/>
              <a:gd name="f42" fmla="*/ f40 f15 1"/>
              <a:gd name="f43" fmla="*/ f42 1 100000"/>
              <a:gd name="f44" fmla="*/ f41 f29 1"/>
              <a:gd name="f45" fmla="+- f32 0 f43"/>
              <a:gd name="f46" fmla="+- f45 f32 0"/>
              <a:gd name="f47" fmla="*/ f45 1 2"/>
              <a:gd name="f48" fmla="*/ f45 f29 1"/>
              <a:gd name="f49" fmla="*/ f46 1 2"/>
              <a:gd name="f50" fmla="*/ f47 f29 1"/>
              <a:gd name="f51" fmla="*/ f49 f29 1"/>
            </a:gdLst>
            <a:ahLst/>
            <a:cxnLst>
              <a:cxn ang="3cd4">
                <a:pos x="hc" y="t"/>
              </a:cxn>
              <a:cxn ang="0">
                <a:pos x="r" y="vc"/>
              </a:cxn>
              <a:cxn ang="cd4">
                <a:pos x="hc" y="b"/>
              </a:cxn>
              <a:cxn ang="cd2">
                <a:pos x="l" y="vc"/>
              </a:cxn>
              <a:cxn ang="f27">
                <a:pos x="f50" y="f34"/>
              </a:cxn>
              <a:cxn ang="f28">
                <a:pos x="f50" y="f37"/>
              </a:cxn>
            </a:cxnLst>
            <a:rect l="f34" t="f34" r="f51" b="f37"/>
            <a:pathLst>
              <a:path>
                <a:moveTo>
                  <a:pt x="f34" y="f34"/>
                </a:moveTo>
                <a:lnTo>
                  <a:pt x="f48" y="f34"/>
                </a:lnTo>
                <a:lnTo>
                  <a:pt x="f38" y="f44"/>
                </a:lnTo>
                <a:lnTo>
                  <a:pt x="f48" y="f37"/>
                </a:lnTo>
                <a:lnTo>
                  <a:pt x="f34" y="f37"/>
                </a:lnTo>
                <a:close/>
              </a:path>
            </a:pathLst>
          </a:custGeom>
          <a:solidFill>
            <a:srgbClr val="B4C7E7"/>
          </a:solidFill>
          <a:ln w="3172" cap="flat">
            <a:solidFill>
              <a:srgbClr val="2F5597"/>
            </a:solidFill>
            <a:prstDash val="solid"/>
            <a:miter/>
          </a:ln>
        </p:spPr>
        <p:txBody>
          <a:bodyPr vert="horz" wrap="square" lIns="91440" tIns="45720" rIns="91440" bIns="45720" anchor="ctr" anchorCtr="1" compatLnSpc="1">
            <a:noAutofit/>
          </a:bodyPr>
          <a:lstStyle/>
          <a:p>
            <a:pPr marL="0" marR="0" lvl="0" indent="0" algn="ctr" defTabSz="457200" rtl="0" eaLnBrk="1" fontAlgn="auto" latinLnBrk="0" hangingPunct="1">
              <a:lnSpc>
                <a:spcPct val="100000"/>
              </a:lnSpc>
              <a:spcBef>
                <a:spcPts val="0"/>
              </a:spcBef>
              <a:spcAft>
                <a:spcPts val="0"/>
              </a:spcAft>
              <a:buClr>
                <a:srgbClr val="000000"/>
              </a:buClr>
              <a:buSzTx/>
              <a:buFont typeface="Arial"/>
              <a:buNone/>
              <a:tabLst/>
              <a:defRPr sz="1800" b="0" i="0" u="none" strike="noStrike" kern="0" cap="none" spc="0" baseline="0">
                <a:solidFill>
                  <a:srgbClr val="000000"/>
                </a:solidFill>
                <a:uFillTx/>
              </a:defRPr>
            </a:pPr>
            <a:r>
              <a:rPr kumimoji="0" lang="fr-FR" sz="550" b="0" i="0" u="none" strike="noStrike" kern="1200" cap="none" spc="0" normalizeH="0" baseline="0" noProof="0">
                <a:ln>
                  <a:noFill/>
                </a:ln>
                <a:solidFill>
                  <a:srgbClr val="000000"/>
                </a:solidFill>
                <a:effectLst/>
                <a:uLnTx/>
                <a:uFillTx/>
                <a:latin typeface="Calibri" panose="020F0502020204030204"/>
                <a:cs typeface="Arial" pitchFamily="34"/>
                <a:sym typeface="Arial"/>
              </a:rPr>
              <a:t>Etape 2</a:t>
            </a:r>
          </a:p>
        </p:txBody>
      </p:sp>
      <p:graphicFrame>
        <p:nvGraphicFramePr>
          <p:cNvPr id="47" name="Tableau 4">
            <a:extLst>
              <a:ext uri="{FF2B5EF4-FFF2-40B4-BE49-F238E27FC236}">
                <a16:creationId xmlns:a16="http://schemas.microsoft.com/office/drawing/2014/main" id="{6627B6FB-F968-A6E6-9074-BC5895AB7A4B}"/>
              </a:ext>
            </a:extLst>
          </p:cNvPr>
          <p:cNvGraphicFramePr>
            <a:graphicFrameLocks noGrp="1"/>
          </p:cNvGraphicFramePr>
          <p:nvPr>
            <p:extLst>
              <p:ext uri="{D42A27DB-BD31-4B8C-83A1-F6EECF244321}">
                <p14:modId xmlns:p14="http://schemas.microsoft.com/office/powerpoint/2010/main" val="1897249430"/>
              </p:ext>
            </p:extLst>
          </p:nvPr>
        </p:nvGraphicFramePr>
        <p:xfrm>
          <a:off x="1344392" y="850898"/>
          <a:ext cx="10613256" cy="5795485"/>
        </p:xfrm>
        <a:graphic>
          <a:graphicData uri="http://schemas.openxmlformats.org/drawingml/2006/table">
            <a:tbl>
              <a:tblPr firstRow="1" bandRow="1">
                <a:effectLst/>
                <a:tableStyleId>{5C22544A-7EE6-4342-B048-85BDC9FD1C3A}</a:tableStyleId>
              </a:tblPr>
              <a:tblGrid>
                <a:gridCol w="884438">
                  <a:extLst>
                    <a:ext uri="{9D8B030D-6E8A-4147-A177-3AD203B41FA5}">
                      <a16:colId xmlns:a16="http://schemas.microsoft.com/office/drawing/2014/main" val="3156112638"/>
                    </a:ext>
                  </a:extLst>
                </a:gridCol>
                <a:gridCol w="884438">
                  <a:extLst>
                    <a:ext uri="{9D8B030D-6E8A-4147-A177-3AD203B41FA5}">
                      <a16:colId xmlns:a16="http://schemas.microsoft.com/office/drawing/2014/main" val="2492043157"/>
                    </a:ext>
                  </a:extLst>
                </a:gridCol>
                <a:gridCol w="884438">
                  <a:extLst>
                    <a:ext uri="{9D8B030D-6E8A-4147-A177-3AD203B41FA5}">
                      <a16:colId xmlns:a16="http://schemas.microsoft.com/office/drawing/2014/main" val="2613831836"/>
                    </a:ext>
                  </a:extLst>
                </a:gridCol>
                <a:gridCol w="884438">
                  <a:extLst>
                    <a:ext uri="{9D8B030D-6E8A-4147-A177-3AD203B41FA5}">
                      <a16:colId xmlns:a16="http://schemas.microsoft.com/office/drawing/2014/main" val="2944251691"/>
                    </a:ext>
                  </a:extLst>
                </a:gridCol>
                <a:gridCol w="884438">
                  <a:extLst>
                    <a:ext uri="{9D8B030D-6E8A-4147-A177-3AD203B41FA5}">
                      <a16:colId xmlns:a16="http://schemas.microsoft.com/office/drawing/2014/main" val="1759441309"/>
                    </a:ext>
                  </a:extLst>
                </a:gridCol>
                <a:gridCol w="884438">
                  <a:extLst>
                    <a:ext uri="{9D8B030D-6E8A-4147-A177-3AD203B41FA5}">
                      <a16:colId xmlns:a16="http://schemas.microsoft.com/office/drawing/2014/main" val="2573058182"/>
                    </a:ext>
                  </a:extLst>
                </a:gridCol>
                <a:gridCol w="884438">
                  <a:extLst>
                    <a:ext uri="{9D8B030D-6E8A-4147-A177-3AD203B41FA5}">
                      <a16:colId xmlns:a16="http://schemas.microsoft.com/office/drawing/2014/main" val="214619414"/>
                    </a:ext>
                  </a:extLst>
                </a:gridCol>
                <a:gridCol w="884438">
                  <a:extLst>
                    <a:ext uri="{9D8B030D-6E8A-4147-A177-3AD203B41FA5}">
                      <a16:colId xmlns:a16="http://schemas.microsoft.com/office/drawing/2014/main" val="2136354507"/>
                    </a:ext>
                  </a:extLst>
                </a:gridCol>
                <a:gridCol w="884438">
                  <a:extLst>
                    <a:ext uri="{9D8B030D-6E8A-4147-A177-3AD203B41FA5}">
                      <a16:colId xmlns:a16="http://schemas.microsoft.com/office/drawing/2014/main" val="2770073393"/>
                    </a:ext>
                  </a:extLst>
                </a:gridCol>
                <a:gridCol w="884438">
                  <a:extLst>
                    <a:ext uri="{9D8B030D-6E8A-4147-A177-3AD203B41FA5}">
                      <a16:colId xmlns:a16="http://schemas.microsoft.com/office/drawing/2014/main" val="3577632806"/>
                    </a:ext>
                  </a:extLst>
                </a:gridCol>
                <a:gridCol w="884438">
                  <a:extLst>
                    <a:ext uri="{9D8B030D-6E8A-4147-A177-3AD203B41FA5}">
                      <a16:colId xmlns:a16="http://schemas.microsoft.com/office/drawing/2014/main" val="728711716"/>
                    </a:ext>
                  </a:extLst>
                </a:gridCol>
                <a:gridCol w="884438">
                  <a:extLst>
                    <a:ext uri="{9D8B030D-6E8A-4147-A177-3AD203B41FA5}">
                      <a16:colId xmlns:a16="http://schemas.microsoft.com/office/drawing/2014/main" val="1419914328"/>
                    </a:ext>
                  </a:extLst>
                </a:gridCol>
              </a:tblGrid>
              <a:tr h="275064">
                <a:tc gridSpan="12">
                  <a:txBody>
                    <a:bodyPr/>
                    <a:lstStyle/>
                    <a:p>
                      <a:pPr lvl="0" algn="ctr"/>
                      <a:r>
                        <a:rPr lang="fr-FR" sz="1000">
                          <a:latin typeface="Arial"/>
                          <a:cs typeface="Arial"/>
                        </a:rPr>
                        <a:t>2025</a:t>
                      </a:r>
                    </a:p>
                  </a:txBody>
                  <a:tcPr>
                    <a:solidFill>
                      <a:srgbClr val="1B445F"/>
                    </a:solidFill>
                  </a:tcPr>
                </a:tc>
                <a:tc hMerge="1">
                  <a:txBody>
                    <a:bodyPr/>
                    <a:lstStyle/>
                    <a:p>
                      <a:pPr lvl="0" algn="l"/>
                      <a:endParaRPr lang="fr-FR" sz="1000">
                        <a:latin typeface="Arial"/>
                        <a:cs typeface="Arial"/>
                      </a:endParaRPr>
                    </a:p>
                  </a:txBody>
                  <a:tcPr>
                    <a:solidFill>
                      <a:srgbClr val="1B445F"/>
                    </a:solidFill>
                  </a:tcPr>
                </a:tc>
                <a:tc hMerge="1">
                  <a:txBody>
                    <a:bodyPr/>
                    <a:lstStyle/>
                    <a:p>
                      <a:pPr lvl="0" algn="l"/>
                      <a:endParaRPr lang="fr-FR" sz="1000">
                        <a:latin typeface="Arial"/>
                        <a:cs typeface="Arial"/>
                      </a:endParaRPr>
                    </a:p>
                  </a:txBody>
                  <a:tcPr>
                    <a:solidFill>
                      <a:srgbClr val="1B445F"/>
                    </a:solidFill>
                  </a:tcPr>
                </a:tc>
                <a:tc hMerge="1">
                  <a:txBody>
                    <a:bodyPr/>
                    <a:lstStyle/>
                    <a:p>
                      <a:pPr lvl="0" algn="l"/>
                      <a:endParaRPr lang="fr-FR" sz="1000">
                        <a:latin typeface="Arial"/>
                        <a:cs typeface="Arial"/>
                      </a:endParaRPr>
                    </a:p>
                  </a:txBody>
                  <a:tcPr>
                    <a:solidFill>
                      <a:srgbClr val="1B445F"/>
                    </a:solidFill>
                  </a:tcPr>
                </a:tc>
                <a:tc hMerge="1">
                  <a:txBody>
                    <a:bodyPr/>
                    <a:lstStyle/>
                    <a:p>
                      <a:pPr lvl="0" algn="l"/>
                      <a:endParaRPr lang="fr-FR" sz="1000">
                        <a:latin typeface="Arial"/>
                        <a:cs typeface="Arial"/>
                      </a:endParaRPr>
                    </a:p>
                  </a:txBody>
                  <a:tcPr>
                    <a:solidFill>
                      <a:srgbClr val="1B445F"/>
                    </a:solidFill>
                  </a:tcPr>
                </a:tc>
                <a:tc hMerge="1">
                  <a:txBody>
                    <a:bodyPr/>
                    <a:lstStyle/>
                    <a:p>
                      <a:pPr lvl="0" algn="l"/>
                      <a:r>
                        <a:rPr lang="fr-FR" sz="1000">
                          <a:latin typeface="Arial"/>
                          <a:cs typeface="Arial"/>
                        </a:rPr>
                        <a:t>2023</a:t>
                      </a:r>
                    </a:p>
                  </a:txBody>
                  <a:tcPr>
                    <a:solidFill>
                      <a:srgbClr val="1B445F"/>
                    </a:solidFill>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2106717660"/>
                  </a:ext>
                </a:extLst>
              </a:tr>
              <a:tr h="317702">
                <a:tc>
                  <a:txBody>
                    <a:bodyPr/>
                    <a:lstStyle/>
                    <a:p>
                      <a:pPr lvl="0" algn="ctr"/>
                      <a:r>
                        <a:rPr lang="fr-FR" sz="1000" b="1">
                          <a:latin typeface="Arial"/>
                          <a:cs typeface="Arial"/>
                        </a:rPr>
                        <a:t>Janvier</a:t>
                      </a:r>
                    </a:p>
                  </a:txBody>
                  <a:tcPr anchor="ctr">
                    <a:lnR w="6345" cap="flat" cmpd="sng" algn="ctr">
                      <a:solidFill>
                        <a:srgbClr val="7F7F7F"/>
                      </a:solidFill>
                      <a:prstDash val="dot"/>
                      <a:round/>
                      <a:headEnd type="none" w="med" len="med"/>
                      <a:tailEnd type="none" w="med" len="med"/>
                    </a:lnR>
                    <a:solidFill>
                      <a:srgbClr val="D9D9D9"/>
                    </a:solidFill>
                  </a:tcPr>
                </a:tc>
                <a:tc>
                  <a:txBody>
                    <a:bodyPr/>
                    <a:lstStyle/>
                    <a:p>
                      <a:pPr lvl="0" algn="ctr"/>
                      <a:r>
                        <a:rPr lang="fr-FR" sz="1000" b="1">
                          <a:latin typeface="Arial"/>
                          <a:cs typeface="Arial"/>
                        </a:rPr>
                        <a:t>Février</a:t>
                      </a:r>
                    </a:p>
                  </a:txBody>
                  <a:tcPr anchor="ct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solidFill>
                      <a:srgbClr val="D9D9D9"/>
                    </a:solidFill>
                  </a:tcPr>
                </a:tc>
                <a:tc>
                  <a:txBody>
                    <a:bodyPr/>
                    <a:lstStyle/>
                    <a:p>
                      <a:pPr lvl="0" algn="ctr"/>
                      <a:r>
                        <a:rPr lang="fr-FR" sz="1000" b="1">
                          <a:latin typeface="Arial"/>
                          <a:cs typeface="Arial"/>
                        </a:rPr>
                        <a:t>Mars</a:t>
                      </a:r>
                    </a:p>
                  </a:txBody>
                  <a:tcPr anchor="ct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solidFill>
                      <a:srgbClr val="D9D9D9"/>
                    </a:solidFill>
                  </a:tcPr>
                </a:tc>
                <a:tc>
                  <a:txBody>
                    <a:bodyPr/>
                    <a:lstStyle/>
                    <a:p>
                      <a:pPr lvl="0" algn="ctr"/>
                      <a:r>
                        <a:rPr lang="fr-FR" sz="1000" b="1">
                          <a:latin typeface="Arial"/>
                          <a:cs typeface="Arial"/>
                        </a:rPr>
                        <a:t>Avril</a:t>
                      </a:r>
                    </a:p>
                  </a:txBody>
                  <a:tcPr anchor="ct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solidFill>
                      <a:srgbClr val="D9D9D9"/>
                    </a:solidFill>
                  </a:tcPr>
                </a:tc>
                <a:tc>
                  <a:txBody>
                    <a:bodyPr/>
                    <a:lstStyle/>
                    <a:p>
                      <a:pPr lvl="0" algn="ctr"/>
                      <a:r>
                        <a:rPr lang="fr-FR" sz="1000" b="1">
                          <a:latin typeface="Arial"/>
                          <a:cs typeface="Arial"/>
                        </a:rPr>
                        <a:t>Mai</a:t>
                      </a:r>
                    </a:p>
                  </a:txBody>
                  <a:tcPr anchor="ct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solidFill>
                      <a:srgbClr val="D9D9D9"/>
                    </a:solidFill>
                  </a:tcPr>
                </a:tc>
                <a:tc>
                  <a:txBody>
                    <a:bodyPr/>
                    <a:lstStyle/>
                    <a:p>
                      <a:pPr lvl="0" algn="ctr"/>
                      <a:r>
                        <a:rPr lang="fr-FR" sz="1000" b="1">
                          <a:latin typeface="Arial"/>
                          <a:cs typeface="Arial"/>
                        </a:rPr>
                        <a:t>Juin</a:t>
                      </a:r>
                    </a:p>
                  </a:txBody>
                  <a:tcPr anchor="ct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solidFill>
                      <a:srgbClr val="D9D9D9"/>
                    </a:solidFill>
                  </a:tcPr>
                </a:tc>
                <a:tc>
                  <a:txBody>
                    <a:bodyPr/>
                    <a:lstStyle/>
                    <a:p>
                      <a:pPr lvl="0" algn="ctr"/>
                      <a:r>
                        <a:rPr lang="fr-FR" sz="1000" b="1">
                          <a:latin typeface="Arial"/>
                          <a:cs typeface="Arial"/>
                        </a:rPr>
                        <a:t>Juillet</a:t>
                      </a:r>
                    </a:p>
                  </a:txBody>
                  <a:tcPr anchor="ct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solidFill>
                      <a:srgbClr val="D9D9D9"/>
                    </a:solidFill>
                  </a:tcPr>
                </a:tc>
                <a:tc>
                  <a:txBody>
                    <a:bodyPr/>
                    <a:lstStyle/>
                    <a:p>
                      <a:pPr lvl="0" algn="ctr"/>
                      <a:r>
                        <a:rPr lang="fr-FR" sz="1000" b="1">
                          <a:latin typeface="Arial"/>
                          <a:cs typeface="Arial"/>
                        </a:rPr>
                        <a:t>Août</a:t>
                      </a:r>
                    </a:p>
                  </a:txBody>
                  <a:tcPr anchor="ct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solidFill>
                      <a:srgbClr val="D9D9D9"/>
                    </a:solidFill>
                  </a:tcPr>
                </a:tc>
                <a:tc>
                  <a:txBody>
                    <a:bodyPr/>
                    <a:lstStyle/>
                    <a:p>
                      <a:pPr lvl="0" algn="ctr"/>
                      <a:r>
                        <a:rPr lang="fr-FR" sz="1000" b="1">
                          <a:latin typeface="Arial"/>
                          <a:cs typeface="Arial"/>
                        </a:rPr>
                        <a:t>Sept.</a:t>
                      </a:r>
                    </a:p>
                  </a:txBody>
                  <a:tcPr anchor="ct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solidFill>
                      <a:srgbClr val="D9D9D9"/>
                    </a:solidFill>
                  </a:tcPr>
                </a:tc>
                <a:tc>
                  <a:txBody>
                    <a:bodyPr/>
                    <a:lstStyle/>
                    <a:p>
                      <a:pPr lvl="0" algn="ctr"/>
                      <a:r>
                        <a:rPr lang="fr-FR" sz="1000" b="1">
                          <a:latin typeface="Arial"/>
                          <a:cs typeface="Arial"/>
                        </a:rPr>
                        <a:t>Oct.</a:t>
                      </a:r>
                    </a:p>
                  </a:txBody>
                  <a:tcPr anchor="ct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solidFill>
                      <a:srgbClr val="D9D9D9"/>
                    </a:solidFill>
                  </a:tcPr>
                </a:tc>
                <a:tc>
                  <a:txBody>
                    <a:bodyPr/>
                    <a:lstStyle/>
                    <a:p>
                      <a:pPr lvl="0" algn="ctr"/>
                      <a:r>
                        <a:rPr lang="fr-FR" sz="1000" b="1">
                          <a:latin typeface="Arial"/>
                          <a:cs typeface="Arial"/>
                        </a:rPr>
                        <a:t>Nov.</a:t>
                      </a:r>
                    </a:p>
                  </a:txBody>
                  <a:tcPr anchor="ct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solidFill>
                      <a:srgbClr val="D9D9D9"/>
                    </a:solidFill>
                  </a:tcPr>
                </a:tc>
                <a:tc>
                  <a:txBody>
                    <a:bodyPr/>
                    <a:lstStyle/>
                    <a:p>
                      <a:pPr lvl="0" algn="ctr"/>
                      <a:r>
                        <a:rPr lang="fr-FR" sz="1000" b="1">
                          <a:latin typeface="Arial"/>
                          <a:cs typeface="Arial"/>
                        </a:rPr>
                        <a:t>Déc.</a:t>
                      </a:r>
                    </a:p>
                  </a:txBody>
                  <a:tcPr anchor="ctr">
                    <a:lnL w="6345" cap="flat" cmpd="sng" algn="ctr">
                      <a:solidFill>
                        <a:srgbClr val="7F7F7F"/>
                      </a:solidFill>
                      <a:prstDash val="dot"/>
                      <a:round/>
                      <a:headEnd type="none" w="med" len="med"/>
                      <a:tailEnd type="none" w="med" len="med"/>
                    </a:lnL>
                    <a:solidFill>
                      <a:srgbClr val="D9D9D9"/>
                    </a:solidFill>
                  </a:tcPr>
                </a:tc>
                <a:extLst>
                  <a:ext uri="{0D108BD9-81ED-4DB2-BD59-A6C34878D82A}">
                    <a16:rowId xmlns:a16="http://schemas.microsoft.com/office/drawing/2014/main" val="930332548"/>
                  </a:ext>
                </a:extLst>
              </a:tr>
              <a:tr h="997275">
                <a:tc>
                  <a:txBody>
                    <a:bodyPr/>
                    <a:lstStyle/>
                    <a:p>
                      <a:pPr lvl="0" algn="l"/>
                      <a:endParaRPr lang="fr-FR" sz="700">
                        <a:latin typeface="Arial" pitchFamily="34"/>
                        <a:cs typeface="Arial" pitchFamily="34"/>
                      </a:endParaRPr>
                    </a:p>
                  </a:txBody>
                  <a:tcPr>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tcPr>
                </a:tc>
                <a:extLst>
                  <a:ext uri="{0D108BD9-81ED-4DB2-BD59-A6C34878D82A}">
                    <a16:rowId xmlns:a16="http://schemas.microsoft.com/office/drawing/2014/main" val="3876415698"/>
                  </a:ext>
                </a:extLst>
              </a:tr>
              <a:tr h="997275">
                <a:tc>
                  <a:txBody>
                    <a:bodyPr/>
                    <a:lstStyle/>
                    <a:p>
                      <a:pPr lvl="0" algn="l"/>
                      <a:endParaRPr lang="fr-FR" sz="700">
                        <a:latin typeface="Arial" pitchFamily="34"/>
                        <a:cs typeface="Arial" pitchFamily="34"/>
                      </a:endParaRPr>
                    </a:p>
                  </a:txBody>
                  <a:tcPr>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tcPr>
                </a:tc>
                <a:extLst>
                  <a:ext uri="{0D108BD9-81ED-4DB2-BD59-A6C34878D82A}">
                    <a16:rowId xmlns:a16="http://schemas.microsoft.com/office/drawing/2014/main" val="1229898414"/>
                  </a:ext>
                </a:extLst>
              </a:tr>
              <a:tr h="997275">
                <a:tc>
                  <a:txBody>
                    <a:bodyPr/>
                    <a:lstStyle/>
                    <a:p>
                      <a:pPr lvl="0" algn="l"/>
                      <a:endParaRPr lang="fr-FR" sz="700">
                        <a:latin typeface="Arial" pitchFamily="34"/>
                        <a:cs typeface="Arial" pitchFamily="34"/>
                      </a:endParaRPr>
                    </a:p>
                  </a:txBody>
                  <a:tcPr>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tcPr>
                </a:tc>
                <a:extLst>
                  <a:ext uri="{0D108BD9-81ED-4DB2-BD59-A6C34878D82A}">
                    <a16:rowId xmlns:a16="http://schemas.microsoft.com/office/drawing/2014/main" val="3040577260"/>
                  </a:ext>
                </a:extLst>
              </a:tr>
              <a:tr h="1213619">
                <a:tc>
                  <a:txBody>
                    <a:bodyPr/>
                    <a:lstStyle/>
                    <a:p>
                      <a:pPr lvl="0" algn="l"/>
                      <a:endParaRPr lang="fr-FR" sz="700">
                        <a:latin typeface="Arial" pitchFamily="34"/>
                        <a:cs typeface="Arial" pitchFamily="34"/>
                      </a:endParaRPr>
                    </a:p>
                  </a:txBody>
                  <a:tcPr>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ctr">
                        <a:lnSpc>
                          <a:spcPct val="100000"/>
                        </a:lnSpc>
                        <a:spcBef>
                          <a:spcPts val="0"/>
                        </a:spcBef>
                        <a:spcAft>
                          <a:spcPts val="0"/>
                        </a:spcAft>
                        <a:buNone/>
                      </a:pPr>
                      <a:endParaRPr lang="fr-FR" sz="600" b="0" i="0" u="none" strike="noStrike" noProof="0">
                        <a:solidFill>
                          <a:schemeClr val="tx1"/>
                        </a:solidFill>
                        <a:latin typeface="Calibri"/>
                      </a:endParaRPr>
                    </a:p>
                    <a:p>
                      <a:pPr lvl="0" algn="l">
                        <a:buNone/>
                      </a:pPr>
                      <a:endParaRPr lang="fr-FR" sz="700">
                        <a:latin typeface="Arial"/>
                        <a:cs typeface="Arial"/>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tcPr>
                </a:tc>
                <a:extLst>
                  <a:ext uri="{0D108BD9-81ED-4DB2-BD59-A6C34878D82A}">
                    <a16:rowId xmlns:a16="http://schemas.microsoft.com/office/drawing/2014/main" val="4166922103"/>
                  </a:ext>
                </a:extLst>
              </a:tr>
              <a:tr h="997275">
                <a:tc>
                  <a:txBody>
                    <a:bodyPr/>
                    <a:lstStyle/>
                    <a:p>
                      <a:pPr lvl="0" algn="l"/>
                      <a:endParaRPr lang="fr-FR" sz="700">
                        <a:latin typeface="Arial" pitchFamily="34"/>
                        <a:cs typeface="Arial" pitchFamily="34"/>
                      </a:endParaRPr>
                    </a:p>
                  </a:txBody>
                  <a:tcPr>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buNone/>
                      </a:pPr>
                      <a:endParaRPr lang="fr-FR" sz="700">
                        <a:latin typeface="Arial"/>
                        <a:cs typeface="Arial"/>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lnR w="6345" cap="flat" cmpd="sng" algn="ctr">
                      <a:solidFill>
                        <a:srgbClr val="7F7F7F"/>
                      </a:solidFill>
                      <a:prstDash val="dot"/>
                      <a:round/>
                      <a:headEnd type="none" w="med" len="med"/>
                      <a:tailEnd type="none" w="med" len="med"/>
                    </a:lnR>
                  </a:tcPr>
                </a:tc>
                <a:tc>
                  <a:txBody>
                    <a:bodyPr/>
                    <a:lstStyle/>
                    <a:p>
                      <a:pPr lvl="0" algn="l"/>
                      <a:endParaRPr lang="fr-FR" sz="700">
                        <a:latin typeface="Arial" pitchFamily="34"/>
                        <a:cs typeface="Arial" pitchFamily="34"/>
                      </a:endParaRPr>
                    </a:p>
                  </a:txBody>
                  <a:tcPr>
                    <a:lnL w="6345" cap="flat" cmpd="sng" algn="ctr">
                      <a:solidFill>
                        <a:srgbClr val="7F7F7F"/>
                      </a:solidFill>
                      <a:prstDash val="dot"/>
                      <a:round/>
                      <a:headEnd type="none" w="med" len="med"/>
                      <a:tailEnd type="none" w="med" len="med"/>
                    </a:lnL>
                  </a:tcPr>
                </a:tc>
                <a:extLst>
                  <a:ext uri="{0D108BD9-81ED-4DB2-BD59-A6C34878D82A}">
                    <a16:rowId xmlns:a16="http://schemas.microsoft.com/office/drawing/2014/main" val="436512766"/>
                  </a:ext>
                </a:extLst>
              </a:tr>
            </a:tbl>
          </a:graphicData>
        </a:graphic>
      </p:graphicFrame>
      <p:sp>
        <p:nvSpPr>
          <p:cNvPr id="48" name="Rectangle 47">
            <a:extLst>
              <a:ext uri="{FF2B5EF4-FFF2-40B4-BE49-F238E27FC236}">
                <a16:creationId xmlns:a16="http://schemas.microsoft.com/office/drawing/2014/main" id="{372654AF-FB6F-13B4-056F-C004FAF3395B}"/>
              </a:ext>
            </a:extLst>
          </p:cNvPr>
          <p:cNvSpPr/>
          <p:nvPr/>
        </p:nvSpPr>
        <p:spPr>
          <a:xfrm>
            <a:off x="7453791" y="1459238"/>
            <a:ext cx="848462" cy="5221752"/>
          </a:xfrm>
          <a:prstGeom prst="rect">
            <a:avLst/>
          </a:prstGeom>
          <a:pattFill prst="dotDmnd">
            <a:fgClr>
              <a:schemeClr val="bg1">
                <a:lumMod val="65000"/>
              </a:schemeClr>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49" name="Triangle isocèle 209">
            <a:extLst>
              <a:ext uri="{FF2B5EF4-FFF2-40B4-BE49-F238E27FC236}">
                <a16:creationId xmlns:a16="http://schemas.microsoft.com/office/drawing/2014/main" id="{77CFE895-5175-8B66-C7A9-B536A75CD93F}"/>
              </a:ext>
            </a:extLst>
          </p:cNvPr>
          <p:cNvSpPr/>
          <p:nvPr/>
        </p:nvSpPr>
        <p:spPr>
          <a:xfrm>
            <a:off x="1909251" y="1562459"/>
            <a:ext cx="72000" cy="72000"/>
          </a:xfrm>
          <a:prstGeom prst="triangle">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fr-FR" sz="1400" b="0" i="0" u="none" strike="noStrike" kern="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50" name="Triangle isocèle 211">
            <a:extLst>
              <a:ext uri="{FF2B5EF4-FFF2-40B4-BE49-F238E27FC236}">
                <a16:creationId xmlns:a16="http://schemas.microsoft.com/office/drawing/2014/main" id="{9D36D72E-A5EA-8A4F-A891-1577BDC44A15}"/>
              </a:ext>
            </a:extLst>
          </p:cNvPr>
          <p:cNvSpPr/>
          <p:nvPr/>
        </p:nvSpPr>
        <p:spPr>
          <a:xfrm>
            <a:off x="4640199" y="6716451"/>
            <a:ext cx="72000" cy="72000"/>
          </a:xfrm>
          <a:prstGeom prst="triangle">
            <a:avLst/>
          </a:prstGeom>
          <a:solidFill>
            <a:srgbClr val="1B445F"/>
          </a:solidFill>
          <a:ln>
            <a:solidFill>
              <a:srgbClr val="1B445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fr-FR" sz="1400" b="0" i="0" u="none" strike="noStrike" kern="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51" name="Rectangle 50">
            <a:extLst>
              <a:ext uri="{FF2B5EF4-FFF2-40B4-BE49-F238E27FC236}">
                <a16:creationId xmlns:a16="http://schemas.microsoft.com/office/drawing/2014/main" id="{DCD0CFAF-76BC-F781-D218-0212E0D99CAD}"/>
              </a:ext>
            </a:extLst>
          </p:cNvPr>
          <p:cNvSpPr/>
          <p:nvPr/>
        </p:nvSpPr>
        <p:spPr>
          <a:xfrm>
            <a:off x="4164491" y="6634730"/>
            <a:ext cx="1440023" cy="2561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800" b="0" i="0" u="none" strike="noStrike" kern="0" cap="none" spc="0" normalizeH="0" baseline="0" noProof="0" err="1">
                <a:ln>
                  <a:noFill/>
                </a:ln>
                <a:solidFill>
                  <a:prstClr val="black"/>
                </a:solidFill>
                <a:effectLst/>
                <a:uLnTx/>
                <a:uFillTx/>
                <a:latin typeface="Calibri" panose="020F0502020204030204"/>
                <a:ea typeface="+mn-ea"/>
                <a:cs typeface="+mn-cs"/>
                <a:sym typeface="Arial"/>
              </a:rPr>
              <a:t>ComOp</a:t>
            </a:r>
            <a:endParaRPr kumimoji="0" lang="fr-FR" sz="800" b="0" i="0" u="none" strike="noStrike" kern="0" cap="none" spc="0" normalizeH="0" baseline="0" noProof="0">
              <a:ln>
                <a:noFill/>
              </a:ln>
              <a:solidFill>
                <a:prstClr val="black"/>
              </a:solidFill>
              <a:effectLst/>
              <a:uLnTx/>
              <a:uFillTx/>
              <a:latin typeface="Calibri" panose="020F0502020204030204"/>
              <a:ea typeface="+mn-ea"/>
              <a:cs typeface="+mn-cs"/>
              <a:sym typeface="Arial"/>
            </a:endParaRPr>
          </a:p>
        </p:txBody>
      </p:sp>
      <p:pic>
        <p:nvPicPr>
          <p:cNvPr id="52" name="Image 220" descr="Une image contenant Graphique, cercle, conception, art&#10;&#10;Description générée automatiquement">
            <a:extLst>
              <a:ext uri="{FF2B5EF4-FFF2-40B4-BE49-F238E27FC236}">
                <a16:creationId xmlns:a16="http://schemas.microsoft.com/office/drawing/2014/main" id="{7A1848B3-CFB0-6AB1-7326-70100F540FAF}"/>
              </a:ext>
            </a:extLst>
          </p:cNvPr>
          <p:cNvPicPr>
            <a:picLocks noChangeAspect="1"/>
          </p:cNvPicPr>
          <p:nvPr/>
        </p:nvPicPr>
        <p:blipFill>
          <a:blip r:embed="rId3"/>
          <a:stretch>
            <a:fillRect/>
          </a:stretch>
        </p:blipFill>
        <p:spPr>
          <a:xfrm>
            <a:off x="9220979" y="952543"/>
            <a:ext cx="216000" cy="216000"/>
          </a:xfrm>
          <a:prstGeom prst="rect">
            <a:avLst/>
          </a:prstGeom>
        </p:spPr>
      </p:pic>
      <p:pic>
        <p:nvPicPr>
          <p:cNvPr id="53" name="Image 78">
            <a:extLst>
              <a:ext uri="{FF2B5EF4-FFF2-40B4-BE49-F238E27FC236}">
                <a16:creationId xmlns:a16="http://schemas.microsoft.com/office/drawing/2014/main" id="{EBDC5574-2881-509A-CAAD-A87CFD2983F3}"/>
              </a:ext>
            </a:extLst>
          </p:cNvPr>
          <p:cNvPicPr>
            <a:picLocks noChangeAspect="1"/>
          </p:cNvPicPr>
          <p:nvPr/>
        </p:nvPicPr>
        <p:blipFill>
          <a:blip r:embed="rId4"/>
          <a:stretch>
            <a:fillRect/>
          </a:stretch>
        </p:blipFill>
        <p:spPr>
          <a:xfrm>
            <a:off x="5199976" y="6676062"/>
            <a:ext cx="145985" cy="142403"/>
          </a:xfrm>
          <a:prstGeom prst="rect">
            <a:avLst/>
          </a:prstGeom>
        </p:spPr>
      </p:pic>
      <p:pic>
        <p:nvPicPr>
          <p:cNvPr id="54" name="Image 78">
            <a:extLst>
              <a:ext uri="{FF2B5EF4-FFF2-40B4-BE49-F238E27FC236}">
                <a16:creationId xmlns:a16="http://schemas.microsoft.com/office/drawing/2014/main" id="{C36374ED-6930-6F2D-2226-0FC66119DDCA}"/>
              </a:ext>
            </a:extLst>
          </p:cNvPr>
          <p:cNvPicPr>
            <a:picLocks noChangeAspect="1"/>
          </p:cNvPicPr>
          <p:nvPr/>
        </p:nvPicPr>
        <p:blipFill>
          <a:blip r:embed="rId5">
            <a:duotone>
              <a:prstClr val="black"/>
              <a:srgbClr val="C00000">
                <a:tint val="45000"/>
                <a:satMod val="400000"/>
              </a:srgbClr>
            </a:duotone>
          </a:blip>
          <a:stretch>
            <a:fillRect/>
          </a:stretch>
        </p:blipFill>
        <p:spPr>
          <a:xfrm>
            <a:off x="6381309" y="6692198"/>
            <a:ext cx="145985" cy="142403"/>
          </a:xfrm>
          <a:prstGeom prst="rect">
            <a:avLst/>
          </a:prstGeom>
        </p:spPr>
      </p:pic>
      <p:sp>
        <p:nvSpPr>
          <p:cNvPr id="55" name="Rectangle 54">
            <a:extLst>
              <a:ext uri="{FF2B5EF4-FFF2-40B4-BE49-F238E27FC236}">
                <a16:creationId xmlns:a16="http://schemas.microsoft.com/office/drawing/2014/main" id="{93AAFC74-8F04-96B6-4F60-D26E9AEAECBB}"/>
              </a:ext>
            </a:extLst>
          </p:cNvPr>
          <p:cNvSpPr/>
          <p:nvPr/>
        </p:nvSpPr>
        <p:spPr>
          <a:xfrm>
            <a:off x="6223431" y="6627741"/>
            <a:ext cx="1440000" cy="2561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800" b="0" i="0" u="none" strike="noStrike" kern="0" cap="none" spc="0" normalizeH="0" baseline="0" noProof="0">
                <a:ln>
                  <a:noFill/>
                </a:ln>
                <a:solidFill>
                  <a:prstClr val="black"/>
                </a:solidFill>
                <a:effectLst/>
                <a:uLnTx/>
                <a:uFillTx/>
                <a:latin typeface="Calibri" panose="020F0502020204030204"/>
                <a:ea typeface="+mn-ea"/>
                <a:cs typeface="+mn-cs"/>
                <a:sym typeface="Arial"/>
              </a:rPr>
              <a:t>Jalons clés</a:t>
            </a:r>
          </a:p>
        </p:txBody>
      </p:sp>
      <p:sp>
        <p:nvSpPr>
          <p:cNvPr id="56" name="Rectangle 55">
            <a:extLst>
              <a:ext uri="{FF2B5EF4-FFF2-40B4-BE49-F238E27FC236}">
                <a16:creationId xmlns:a16="http://schemas.microsoft.com/office/drawing/2014/main" id="{737F6DCE-D8D8-79A6-CD20-925F3B86C634}"/>
              </a:ext>
            </a:extLst>
          </p:cNvPr>
          <p:cNvSpPr/>
          <p:nvPr/>
        </p:nvSpPr>
        <p:spPr>
          <a:xfrm>
            <a:off x="5147634" y="6623712"/>
            <a:ext cx="1440000" cy="2561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800" b="0" i="0" u="none" strike="noStrike" kern="0" cap="none" spc="0" normalizeH="0" baseline="0" noProof="0">
                <a:ln>
                  <a:noFill/>
                </a:ln>
                <a:solidFill>
                  <a:prstClr val="black"/>
                </a:solidFill>
                <a:effectLst/>
                <a:uLnTx/>
                <a:uFillTx/>
                <a:latin typeface="Calibri" panose="020F0502020204030204"/>
                <a:ea typeface="+mn-ea"/>
                <a:cs typeface="+mn-cs"/>
                <a:sym typeface="Arial"/>
              </a:rPr>
              <a:t>Jalons intermédiaires</a:t>
            </a:r>
          </a:p>
        </p:txBody>
      </p:sp>
      <p:sp>
        <p:nvSpPr>
          <p:cNvPr id="57" name="Triangle isocèle 256">
            <a:extLst>
              <a:ext uri="{FF2B5EF4-FFF2-40B4-BE49-F238E27FC236}">
                <a16:creationId xmlns:a16="http://schemas.microsoft.com/office/drawing/2014/main" id="{B8757E78-DA04-A6A4-2494-3D41D020F1CD}"/>
              </a:ext>
            </a:extLst>
          </p:cNvPr>
          <p:cNvSpPr/>
          <p:nvPr/>
        </p:nvSpPr>
        <p:spPr>
          <a:xfrm>
            <a:off x="3545558" y="1562459"/>
            <a:ext cx="72000" cy="72000"/>
          </a:xfrm>
          <a:prstGeom prst="triangle">
            <a:avLst/>
          </a:prstGeom>
          <a:solidFill>
            <a:srgbClr val="1B445F"/>
          </a:solidFill>
          <a:ln>
            <a:solidFill>
              <a:srgbClr val="1B445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fr-FR" sz="1400" b="0" i="0" u="none" strike="noStrike" kern="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58" name="Triangle isocèle 259">
            <a:extLst>
              <a:ext uri="{FF2B5EF4-FFF2-40B4-BE49-F238E27FC236}">
                <a16:creationId xmlns:a16="http://schemas.microsoft.com/office/drawing/2014/main" id="{024F650D-4BA3-1FBF-836B-A7E4B0119458}"/>
              </a:ext>
            </a:extLst>
          </p:cNvPr>
          <p:cNvSpPr/>
          <p:nvPr/>
        </p:nvSpPr>
        <p:spPr>
          <a:xfrm>
            <a:off x="4341500" y="1571030"/>
            <a:ext cx="72000" cy="72000"/>
          </a:xfrm>
          <a:prstGeom prst="triangle">
            <a:avLst/>
          </a:prstGeom>
          <a:solidFill>
            <a:srgbClr val="1B445F"/>
          </a:solidFill>
          <a:ln>
            <a:solidFill>
              <a:srgbClr val="1B445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fr-FR" sz="1400" b="0" i="0" u="none" strike="noStrike" kern="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59" name="Triangle isocèle 261">
            <a:extLst>
              <a:ext uri="{FF2B5EF4-FFF2-40B4-BE49-F238E27FC236}">
                <a16:creationId xmlns:a16="http://schemas.microsoft.com/office/drawing/2014/main" id="{A92E09C6-354A-5969-7033-FAD9BFCFC942}"/>
              </a:ext>
            </a:extLst>
          </p:cNvPr>
          <p:cNvSpPr/>
          <p:nvPr/>
        </p:nvSpPr>
        <p:spPr>
          <a:xfrm>
            <a:off x="5236927" y="1591156"/>
            <a:ext cx="72000" cy="72000"/>
          </a:xfrm>
          <a:prstGeom prst="triangle">
            <a:avLst/>
          </a:prstGeom>
          <a:solidFill>
            <a:srgbClr val="1B445F"/>
          </a:solidFill>
          <a:ln>
            <a:solidFill>
              <a:srgbClr val="1B445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fr-FR" sz="1400" b="0" i="0" u="none" strike="noStrike" kern="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60" name="Triangle isocèle 272">
            <a:extLst>
              <a:ext uri="{FF2B5EF4-FFF2-40B4-BE49-F238E27FC236}">
                <a16:creationId xmlns:a16="http://schemas.microsoft.com/office/drawing/2014/main" id="{A03429C1-DADB-4D18-E17C-A4466727CBBE}"/>
              </a:ext>
            </a:extLst>
          </p:cNvPr>
          <p:cNvSpPr/>
          <p:nvPr/>
        </p:nvSpPr>
        <p:spPr>
          <a:xfrm>
            <a:off x="4534633" y="1562459"/>
            <a:ext cx="72000" cy="72000"/>
          </a:xfrm>
          <a:prstGeom prst="triangle">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fr-FR" sz="1400" b="0" i="0" u="none" strike="noStrike" kern="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61" name="Triangle isocèle 274">
            <a:extLst>
              <a:ext uri="{FF2B5EF4-FFF2-40B4-BE49-F238E27FC236}">
                <a16:creationId xmlns:a16="http://schemas.microsoft.com/office/drawing/2014/main" id="{1118E7E9-AA8B-A9E3-3150-C745C9907DFB}"/>
              </a:ext>
            </a:extLst>
          </p:cNvPr>
          <p:cNvSpPr/>
          <p:nvPr/>
        </p:nvSpPr>
        <p:spPr>
          <a:xfrm>
            <a:off x="6732506" y="1562459"/>
            <a:ext cx="72000" cy="72000"/>
          </a:xfrm>
          <a:prstGeom prst="triangle">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fr-FR" sz="1400" b="0" i="0" u="none" strike="noStrike" kern="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62" name="Triangle isocèle 276">
            <a:extLst>
              <a:ext uri="{FF2B5EF4-FFF2-40B4-BE49-F238E27FC236}">
                <a16:creationId xmlns:a16="http://schemas.microsoft.com/office/drawing/2014/main" id="{3F1B9200-B4CC-F709-6C8C-9D6A502DCEE3}"/>
              </a:ext>
            </a:extLst>
          </p:cNvPr>
          <p:cNvSpPr/>
          <p:nvPr/>
        </p:nvSpPr>
        <p:spPr>
          <a:xfrm>
            <a:off x="9412836" y="1562459"/>
            <a:ext cx="72000" cy="72000"/>
          </a:xfrm>
          <a:prstGeom prst="triangle">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fr-FR" sz="1400" b="0" i="0" u="none" strike="noStrike" kern="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63" name="Flèche : pentagone 82">
            <a:extLst>
              <a:ext uri="{FF2B5EF4-FFF2-40B4-BE49-F238E27FC236}">
                <a16:creationId xmlns:a16="http://schemas.microsoft.com/office/drawing/2014/main" id="{52331727-DAF3-815F-CFC1-668D230418C3}"/>
              </a:ext>
            </a:extLst>
          </p:cNvPr>
          <p:cNvSpPr/>
          <p:nvPr/>
        </p:nvSpPr>
        <p:spPr>
          <a:xfrm>
            <a:off x="7364056" y="6680500"/>
            <a:ext cx="2410490" cy="144000"/>
          </a:xfrm>
          <a:prstGeom prst="homePlate">
            <a:avLst/>
          </a:prstGeom>
          <a:solidFill>
            <a:srgbClr val="FF0000"/>
          </a:solidFill>
          <a:ln w="12700" cap="flat">
            <a:solidFill>
              <a:schemeClr val="accent5">
                <a:lumMod val="50000"/>
              </a:schemeClr>
            </a:solidFill>
            <a:prstDash val="dash"/>
            <a:miter/>
          </a:ln>
        </p:spPr>
        <p:txBody>
          <a:bodyPr vert="horz" wrap="square" lIns="0" tIns="45720" rIns="0" bIns="45720" anchor="ctr" anchorCtr="1" compatLnSpc="1">
            <a:noAutofit/>
          </a:bodyPr>
          <a:lstStyle/>
          <a:p>
            <a:pPr algn="ctr" defTabSz="457200"/>
            <a:r>
              <a:rPr lang="fr-FR" sz="800" b="1" kern="1200">
                <a:solidFill>
                  <a:schemeClr val="bg1"/>
                </a:solidFill>
                <a:latin typeface="Calibri" panose="020F0502020204030204"/>
              </a:rPr>
              <a:t>Focus OPCO à faire</a:t>
            </a:r>
          </a:p>
        </p:txBody>
      </p:sp>
      <p:sp>
        <p:nvSpPr>
          <p:cNvPr id="64" name="Flèche : pentagone 78">
            <a:extLst>
              <a:ext uri="{FF2B5EF4-FFF2-40B4-BE49-F238E27FC236}">
                <a16:creationId xmlns:a16="http://schemas.microsoft.com/office/drawing/2014/main" id="{89FCFBAC-FC3B-01DD-556D-B4FD172ABCAD}"/>
              </a:ext>
            </a:extLst>
          </p:cNvPr>
          <p:cNvSpPr/>
          <p:nvPr/>
        </p:nvSpPr>
        <p:spPr>
          <a:xfrm>
            <a:off x="9988277" y="6680993"/>
            <a:ext cx="864000" cy="108000"/>
          </a:xfrm>
          <a:prstGeom prst="homePlate">
            <a:avLst/>
          </a:prstGeom>
          <a:solidFill>
            <a:srgbClr val="FFE89F"/>
          </a:solidFill>
          <a:ln w="12700" cap="flat">
            <a:solidFill>
              <a:srgbClr val="FF0000"/>
            </a:solidFill>
            <a:prstDash val="dash"/>
            <a:miter/>
          </a:ln>
        </p:spPr>
        <p:txBody>
          <a:bodyPr vert="horz" wrap="square" lIns="0" tIns="45720" rIns="0" bIns="45720" anchor="ctr" anchorCtr="1" compatLnSpc="1">
            <a:noAutofit/>
          </a:bodyPr>
          <a:lstStyle/>
          <a:p>
            <a:pPr marL="0" marR="0" lvl="0" indent="0" algn="ctr" defTabSz="457200" rtl="0" eaLnBrk="1" fontAlgn="auto" latinLnBrk="0" hangingPunct="1">
              <a:lnSpc>
                <a:spcPct val="100000"/>
              </a:lnSpc>
              <a:spcBef>
                <a:spcPts val="0"/>
              </a:spcBef>
              <a:spcAft>
                <a:spcPts val="0"/>
              </a:spcAft>
              <a:buClr>
                <a:srgbClr val="000000"/>
              </a:buClr>
              <a:buSzTx/>
              <a:buFont typeface="Arial"/>
              <a:buNone/>
              <a:tabLst/>
              <a:defRPr/>
            </a:pPr>
            <a:r>
              <a:rPr kumimoji="0" lang="en-US" sz="800" b="1" i="0" u="none" strike="noStrike" kern="1200" cap="none" spc="0" normalizeH="0" baseline="0" noProof="0">
                <a:ln>
                  <a:noFill/>
                </a:ln>
                <a:solidFill>
                  <a:srgbClr val="FF0000"/>
                </a:solidFill>
                <a:effectLst/>
                <a:uLnTx/>
                <a:uFillTx/>
                <a:latin typeface="Calibri" panose="020F0502020204030204"/>
                <a:cs typeface="Arial" pitchFamily="34"/>
                <a:sym typeface="Arial"/>
              </a:rPr>
              <a:t>Non </a:t>
            </a:r>
            <a:r>
              <a:rPr kumimoji="0" lang="en-US" sz="800" b="1" i="0" u="none" strike="noStrike" kern="1200" cap="none" spc="0" normalizeH="0" baseline="0" noProof="0" err="1">
                <a:ln>
                  <a:noFill/>
                </a:ln>
                <a:solidFill>
                  <a:srgbClr val="FF0000"/>
                </a:solidFill>
                <a:effectLst/>
                <a:uLnTx/>
                <a:uFillTx/>
                <a:latin typeface="Calibri" panose="020F0502020204030204"/>
                <a:cs typeface="Arial" pitchFamily="34"/>
                <a:sym typeface="Arial"/>
              </a:rPr>
              <a:t>réalisé</a:t>
            </a:r>
            <a:r>
              <a:rPr kumimoji="0" lang="en-US" sz="800" b="1" i="0" u="none" strike="noStrike" kern="1200" cap="none" spc="0" normalizeH="0" baseline="0" noProof="0">
                <a:ln>
                  <a:noFill/>
                </a:ln>
                <a:solidFill>
                  <a:srgbClr val="FF0000"/>
                </a:solidFill>
                <a:effectLst/>
                <a:uLnTx/>
                <a:uFillTx/>
                <a:latin typeface="Calibri" panose="020F0502020204030204"/>
                <a:cs typeface="Arial" pitchFamily="34"/>
                <a:sym typeface="Arial"/>
              </a:rPr>
              <a:t> </a:t>
            </a:r>
            <a:endParaRPr kumimoji="0" lang="fr-FR" sz="800" b="1" i="0" u="none" strike="noStrike" kern="1200" cap="none" spc="0" normalizeH="0" baseline="0" noProof="0">
              <a:ln>
                <a:noFill/>
              </a:ln>
              <a:solidFill>
                <a:srgbClr val="FF0000"/>
              </a:solidFill>
              <a:effectLst/>
              <a:uLnTx/>
              <a:uFillTx/>
              <a:latin typeface="Calibri" panose="020F0502020204030204"/>
              <a:cs typeface="Arial" pitchFamily="34"/>
              <a:sym typeface="Arial"/>
            </a:endParaRPr>
          </a:p>
        </p:txBody>
      </p:sp>
      <p:sp>
        <p:nvSpPr>
          <p:cNvPr id="65" name="Triangle isocèle 251">
            <a:extLst>
              <a:ext uri="{FF2B5EF4-FFF2-40B4-BE49-F238E27FC236}">
                <a16:creationId xmlns:a16="http://schemas.microsoft.com/office/drawing/2014/main" id="{B4DD528A-F511-CCDA-D648-7354F8604E6F}"/>
              </a:ext>
            </a:extLst>
          </p:cNvPr>
          <p:cNvSpPr/>
          <p:nvPr/>
        </p:nvSpPr>
        <p:spPr>
          <a:xfrm>
            <a:off x="1752443" y="1551709"/>
            <a:ext cx="72000" cy="72000"/>
          </a:xfrm>
          <a:prstGeom prst="triangle">
            <a:avLst/>
          </a:prstGeom>
          <a:solidFill>
            <a:srgbClr val="1B445F"/>
          </a:solidFill>
          <a:ln>
            <a:solidFill>
              <a:srgbClr val="1B445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fr-FR" sz="1400" b="0" i="0" u="none" strike="noStrike" kern="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66" name="Rectangle 65">
            <a:extLst>
              <a:ext uri="{FF2B5EF4-FFF2-40B4-BE49-F238E27FC236}">
                <a16:creationId xmlns:a16="http://schemas.microsoft.com/office/drawing/2014/main" id="{5D864AA0-D4A8-67D8-B36B-2004158B8ECC}"/>
              </a:ext>
            </a:extLst>
          </p:cNvPr>
          <p:cNvSpPr/>
          <p:nvPr/>
        </p:nvSpPr>
        <p:spPr>
          <a:xfrm>
            <a:off x="11587047" y="1459238"/>
            <a:ext cx="362194" cy="5211986"/>
          </a:xfrm>
          <a:prstGeom prst="rect">
            <a:avLst/>
          </a:prstGeom>
          <a:pattFill prst="dotDmnd">
            <a:fgClr>
              <a:schemeClr val="bg1">
                <a:lumMod val="65000"/>
              </a:schemeClr>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67" name="Triangle isocèle 251">
            <a:extLst>
              <a:ext uri="{FF2B5EF4-FFF2-40B4-BE49-F238E27FC236}">
                <a16:creationId xmlns:a16="http://schemas.microsoft.com/office/drawing/2014/main" id="{45690EC4-32BD-CA06-EC1E-14044AED4D51}"/>
              </a:ext>
            </a:extLst>
          </p:cNvPr>
          <p:cNvSpPr/>
          <p:nvPr/>
        </p:nvSpPr>
        <p:spPr>
          <a:xfrm>
            <a:off x="2847408" y="1562459"/>
            <a:ext cx="72000" cy="72000"/>
          </a:xfrm>
          <a:prstGeom prst="triangle">
            <a:avLst/>
          </a:prstGeom>
          <a:solidFill>
            <a:srgbClr val="1B445F"/>
          </a:solidFill>
          <a:ln>
            <a:solidFill>
              <a:srgbClr val="1B445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fr-FR" sz="1400" b="0" i="0" u="none" strike="noStrike" kern="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68" name="Flèche : pentagone 82">
            <a:extLst>
              <a:ext uri="{FF2B5EF4-FFF2-40B4-BE49-F238E27FC236}">
                <a16:creationId xmlns:a16="http://schemas.microsoft.com/office/drawing/2014/main" id="{E92A0700-547B-9A65-6670-B024EE386F34}"/>
              </a:ext>
            </a:extLst>
          </p:cNvPr>
          <p:cNvSpPr/>
          <p:nvPr/>
        </p:nvSpPr>
        <p:spPr>
          <a:xfrm>
            <a:off x="1353682" y="1652723"/>
            <a:ext cx="10603966" cy="180000"/>
          </a:xfrm>
          <a:prstGeom prst="homePlate">
            <a:avLst/>
          </a:prstGeom>
          <a:solidFill>
            <a:srgbClr val="1B445F"/>
          </a:solidFill>
          <a:ln w="3175" cap="flat">
            <a:solidFill>
              <a:schemeClr val="bg1">
                <a:lumMod val="85000"/>
              </a:schemeClr>
            </a:solidFill>
            <a:prstDash val="solid"/>
            <a:miter/>
          </a:ln>
        </p:spPr>
        <p:txBody>
          <a:bodyPr vert="horz" wrap="square" lIns="0" tIns="45720" rIns="0" bIns="45720" anchor="ctr" anchorCtr="1" compatLnSpc="1">
            <a:noAutofit/>
          </a:bodyPr>
          <a:lstStyle/>
          <a:p>
            <a:pPr marL="0" marR="0" lvl="0" indent="0" algn="ctr" defTabSz="457200" rtl="0" eaLnBrk="1" fontAlgn="auto" latinLnBrk="0" hangingPunct="1">
              <a:lnSpc>
                <a:spcPct val="100000"/>
              </a:lnSpc>
              <a:spcBef>
                <a:spcPts val="0"/>
              </a:spcBef>
              <a:spcAft>
                <a:spcPts val="0"/>
              </a:spcAft>
              <a:buClr>
                <a:srgbClr val="000000"/>
              </a:buClr>
              <a:buSzTx/>
              <a:buFont typeface="Arial"/>
              <a:buNone/>
              <a:tabLst/>
              <a:defRPr sz="1800" b="0" i="0" u="none" strike="noStrike" kern="0" cap="none" spc="0" baseline="0">
                <a:solidFill>
                  <a:srgbClr val="000000"/>
                </a:solidFill>
                <a:uFillTx/>
              </a:defRPr>
            </a:pPr>
            <a:r>
              <a:rPr kumimoji="0" lang="fr-FR" sz="800" b="1" i="0" u="none" strike="noStrike" kern="1200" cap="none" spc="0" normalizeH="0" baseline="0" noProof="0">
                <a:ln>
                  <a:noFill/>
                </a:ln>
                <a:solidFill>
                  <a:prstClr val="white"/>
                </a:solidFill>
                <a:effectLst/>
                <a:uLnTx/>
                <a:uFillTx/>
                <a:latin typeface="Calibri" panose="020F0502020204030204"/>
                <a:cs typeface="Arial"/>
                <a:sym typeface="Arial"/>
              </a:rPr>
              <a:t>Recrutement</a:t>
            </a:r>
          </a:p>
        </p:txBody>
      </p:sp>
      <p:sp>
        <p:nvSpPr>
          <p:cNvPr id="69" name="Flèche : pentagone 82">
            <a:extLst>
              <a:ext uri="{FF2B5EF4-FFF2-40B4-BE49-F238E27FC236}">
                <a16:creationId xmlns:a16="http://schemas.microsoft.com/office/drawing/2014/main" id="{92D6DB34-C546-4CCA-A432-FBD4699D96CB}"/>
              </a:ext>
            </a:extLst>
          </p:cNvPr>
          <p:cNvSpPr/>
          <p:nvPr/>
        </p:nvSpPr>
        <p:spPr>
          <a:xfrm>
            <a:off x="1344392" y="2544548"/>
            <a:ext cx="10620000" cy="180000"/>
          </a:xfrm>
          <a:prstGeom prst="homePlate">
            <a:avLst/>
          </a:prstGeom>
          <a:solidFill>
            <a:srgbClr val="158590"/>
          </a:solidFill>
          <a:ln w="3175" cap="flat">
            <a:solidFill>
              <a:schemeClr val="bg1">
                <a:lumMod val="85000"/>
              </a:schemeClr>
            </a:solidFill>
            <a:prstDash val="solid"/>
            <a:miter/>
          </a:ln>
        </p:spPr>
        <p:txBody>
          <a:bodyPr vert="horz" wrap="square" lIns="0" tIns="45720" rIns="0" bIns="45720" anchor="ctr" anchorCtr="1" compatLnSpc="1">
            <a:noAutofit/>
          </a:bodyPr>
          <a:lstStyle/>
          <a:p>
            <a:pPr marL="0" marR="0" lvl="0" indent="0" algn="ctr" defTabSz="457200" rtl="0" eaLnBrk="1" fontAlgn="auto" latinLnBrk="0" hangingPunct="1">
              <a:lnSpc>
                <a:spcPct val="100000"/>
              </a:lnSpc>
              <a:spcBef>
                <a:spcPts val="0"/>
              </a:spcBef>
              <a:spcAft>
                <a:spcPts val="0"/>
              </a:spcAft>
              <a:buClr>
                <a:srgbClr val="000000"/>
              </a:buClr>
              <a:buSzTx/>
              <a:buFont typeface="Arial"/>
              <a:buNone/>
              <a:tabLst/>
              <a:defRPr sz="1800" b="0" i="0" u="none" strike="noStrike" kern="0" cap="none" spc="0" baseline="0">
                <a:solidFill>
                  <a:srgbClr val="000000"/>
                </a:solidFill>
                <a:uFillTx/>
              </a:defRPr>
            </a:pPr>
            <a:r>
              <a:rPr kumimoji="0" lang="fr-FR" sz="800" b="1" i="0" u="none" strike="noStrike" kern="1200" cap="none" spc="0" normalizeH="0" baseline="0" noProof="0">
                <a:ln>
                  <a:noFill/>
                </a:ln>
                <a:solidFill>
                  <a:prstClr val="white"/>
                </a:solidFill>
                <a:effectLst/>
                <a:uLnTx/>
                <a:uFillTx/>
                <a:latin typeface="Calibri" panose="020F0502020204030204"/>
                <a:cs typeface="Arial"/>
                <a:sym typeface="Arial"/>
              </a:rPr>
              <a:t>Pitch Client</a:t>
            </a:r>
          </a:p>
        </p:txBody>
      </p:sp>
      <p:sp>
        <p:nvSpPr>
          <p:cNvPr id="70" name="Flèche : pentagone 289">
            <a:extLst>
              <a:ext uri="{FF2B5EF4-FFF2-40B4-BE49-F238E27FC236}">
                <a16:creationId xmlns:a16="http://schemas.microsoft.com/office/drawing/2014/main" id="{75AF0BAA-9C81-A873-46B6-637543106072}"/>
              </a:ext>
            </a:extLst>
          </p:cNvPr>
          <p:cNvSpPr/>
          <p:nvPr/>
        </p:nvSpPr>
        <p:spPr>
          <a:xfrm>
            <a:off x="1353682" y="2797511"/>
            <a:ext cx="6091702" cy="196115"/>
          </a:xfrm>
          <a:prstGeom prst="homePlate">
            <a:avLst/>
          </a:prstGeom>
          <a:solidFill>
            <a:srgbClr val="158590"/>
          </a:solidFill>
          <a:ln w="3175" cap="flat">
            <a:solidFill>
              <a:schemeClr val="bg1">
                <a:lumMod val="85000"/>
              </a:schemeClr>
            </a:solidFill>
            <a:prstDash val="solid"/>
            <a:miter/>
          </a:ln>
        </p:spPr>
        <p:txBody>
          <a:bodyPr vert="horz" wrap="square" lIns="0" tIns="45720" rIns="0" bIns="45720" anchor="ctr" anchorCtr="1" compatLnSpc="1">
            <a:noAutofit/>
          </a:bodyPr>
          <a:lstStyle/>
          <a:p>
            <a:pPr marL="0" marR="0" lvl="0" indent="0" algn="ctr" defTabSz="457200" rtl="0" eaLnBrk="1" fontAlgn="auto" latinLnBrk="0" hangingPunct="1">
              <a:lnSpc>
                <a:spcPct val="100000"/>
              </a:lnSpc>
              <a:spcBef>
                <a:spcPts val="0"/>
              </a:spcBef>
              <a:spcAft>
                <a:spcPts val="0"/>
              </a:spcAft>
              <a:buClr>
                <a:srgbClr val="000000"/>
              </a:buClr>
              <a:buSzTx/>
              <a:buFont typeface="Arial"/>
              <a:buNone/>
              <a:tabLst/>
              <a:defRPr sz="1800" b="0" i="0" u="none" strike="noStrike" kern="0" cap="none" spc="0" baseline="0">
                <a:solidFill>
                  <a:srgbClr val="000000"/>
                </a:solidFill>
                <a:uFillTx/>
              </a:defRPr>
            </a:pPr>
            <a:r>
              <a:rPr lang="fr-FR" sz="900" b="1">
                <a:solidFill>
                  <a:srgbClr val="FFFFFF"/>
                </a:solidFill>
                <a:latin typeface="Calibri" panose="020F0502020204030204"/>
                <a:cs typeface="Arial"/>
                <a:sym typeface="Arial"/>
              </a:rPr>
              <a:t>Construction outil IRRBB</a:t>
            </a:r>
            <a:endParaRPr kumimoji="0" lang="fr-FR" sz="900" b="1" i="0" u="none" strike="noStrike" kern="1200" cap="none" spc="0" normalizeH="0" baseline="0" noProof="0">
              <a:ln>
                <a:noFill/>
              </a:ln>
              <a:solidFill>
                <a:srgbClr val="FFFFFF"/>
              </a:solidFill>
              <a:effectLst/>
              <a:uLnTx/>
              <a:uFillTx/>
              <a:latin typeface="Calibri" panose="020F0502020204030204"/>
              <a:cs typeface="Arial"/>
              <a:sym typeface="Arial"/>
            </a:endParaRPr>
          </a:p>
        </p:txBody>
      </p:sp>
      <p:sp>
        <p:nvSpPr>
          <p:cNvPr id="71" name="Flèche : pentagone 82">
            <a:extLst>
              <a:ext uri="{FF2B5EF4-FFF2-40B4-BE49-F238E27FC236}">
                <a16:creationId xmlns:a16="http://schemas.microsoft.com/office/drawing/2014/main" id="{99280E66-EAA5-29B6-69C6-E16A9AD3E17F}"/>
              </a:ext>
            </a:extLst>
          </p:cNvPr>
          <p:cNvSpPr/>
          <p:nvPr/>
        </p:nvSpPr>
        <p:spPr>
          <a:xfrm>
            <a:off x="1353682" y="3546318"/>
            <a:ext cx="10605600" cy="180000"/>
          </a:xfrm>
          <a:prstGeom prst="homePlate">
            <a:avLst/>
          </a:prstGeom>
          <a:solidFill>
            <a:srgbClr val="769DAE"/>
          </a:solidFill>
          <a:ln w="3175" cap="flat">
            <a:solidFill>
              <a:schemeClr val="bg1">
                <a:lumMod val="85000"/>
              </a:schemeClr>
            </a:solidFill>
            <a:prstDash val="solid"/>
            <a:miter/>
          </a:ln>
        </p:spPr>
        <p:txBody>
          <a:bodyPr vert="horz" wrap="square" lIns="0" tIns="45720" rIns="0" bIns="45720" anchor="ctr" anchorCtr="1" compatLnSpc="1">
            <a:noAutofit/>
          </a:bodyPr>
          <a:lstStyle/>
          <a:p>
            <a:pPr algn="ctr" defTabSz="457200">
              <a:buClr>
                <a:srgbClr val="000000"/>
              </a:buClr>
            </a:pPr>
            <a:r>
              <a:rPr lang="fr-FR" sz="800" b="1">
                <a:solidFill>
                  <a:prstClr val="white"/>
                </a:solidFill>
                <a:latin typeface="Calibri" panose="020F0502020204030204"/>
                <a:cs typeface="Arial"/>
                <a:sym typeface="Arial"/>
              </a:rPr>
              <a:t>Veille réglementaire IRRBB</a:t>
            </a:r>
          </a:p>
        </p:txBody>
      </p:sp>
      <p:pic>
        <p:nvPicPr>
          <p:cNvPr id="72" name="Image 78">
            <a:extLst>
              <a:ext uri="{FF2B5EF4-FFF2-40B4-BE49-F238E27FC236}">
                <a16:creationId xmlns:a16="http://schemas.microsoft.com/office/drawing/2014/main" id="{3751E1AD-346A-0A24-0DF7-71A410E7407F}"/>
              </a:ext>
            </a:extLst>
          </p:cNvPr>
          <p:cNvPicPr>
            <a:picLocks noChangeAspect="1"/>
          </p:cNvPicPr>
          <p:nvPr/>
        </p:nvPicPr>
        <p:blipFill>
          <a:blip r:embed="rId4"/>
          <a:stretch>
            <a:fillRect/>
          </a:stretch>
        </p:blipFill>
        <p:spPr>
          <a:xfrm>
            <a:off x="6805538" y="5839715"/>
            <a:ext cx="145985" cy="142403"/>
          </a:xfrm>
          <a:prstGeom prst="rect">
            <a:avLst/>
          </a:prstGeom>
        </p:spPr>
      </p:pic>
      <p:sp>
        <p:nvSpPr>
          <p:cNvPr id="73" name="Flèche : pentagone 82">
            <a:extLst>
              <a:ext uri="{FF2B5EF4-FFF2-40B4-BE49-F238E27FC236}">
                <a16:creationId xmlns:a16="http://schemas.microsoft.com/office/drawing/2014/main" id="{3D7A9881-9CBA-38A3-FB38-A83C6EC86A12}"/>
              </a:ext>
            </a:extLst>
          </p:cNvPr>
          <p:cNvSpPr/>
          <p:nvPr/>
        </p:nvSpPr>
        <p:spPr>
          <a:xfrm>
            <a:off x="1353682" y="1857573"/>
            <a:ext cx="10603966" cy="180000"/>
          </a:xfrm>
          <a:prstGeom prst="homePlate">
            <a:avLst/>
          </a:prstGeom>
          <a:solidFill>
            <a:srgbClr val="1B445F"/>
          </a:solidFill>
          <a:ln w="3175" cap="flat">
            <a:solidFill>
              <a:schemeClr val="bg1">
                <a:lumMod val="85000"/>
              </a:schemeClr>
            </a:solidFill>
            <a:prstDash val="solid"/>
            <a:miter/>
          </a:ln>
        </p:spPr>
        <p:txBody>
          <a:bodyPr vert="horz" wrap="square" lIns="0" tIns="45720" rIns="0" bIns="45720" anchor="ctr" anchorCtr="1" compatLnSpc="1">
            <a:noAutofit/>
          </a:bodyPr>
          <a:lstStyle/>
          <a:p>
            <a:pPr marL="0" marR="0" lvl="0" indent="0" algn="ctr" defTabSz="457200" rtl="0" eaLnBrk="1" fontAlgn="auto" latinLnBrk="0" hangingPunct="1">
              <a:lnSpc>
                <a:spcPct val="100000"/>
              </a:lnSpc>
              <a:spcBef>
                <a:spcPts val="0"/>
              </a:spcBef>
              <a:spcAft>
                <a:spcPts val="0"/>
              </a:spcAft>
              <a:buClr>
                <a:srgbClr val="000000"/>
              </a:buClr>
              <a:buSzTx/>
              <a:buFont typeface="Arial"/>
              <a:buNone/>
              <a:tabLst/>
              <a:defRPr sz="1800" b="0" i="0" u="none" strike="noStrike" kern="0" cap="none" spc="0" baseline="0">
                <a:solidFill>
                  <a:srgbClr val="000000"/>
                </a:solidFill>
                <a:uFillTx/>
              </a:defRPr>
            </a:pPr>
            <a:r>
              <a:rPr kumimoji="0" lang="fr-FR" sz="800" b="1" i="0" u="none" strike="noStrike" kern="1200" cap="none" spc="0" normalizeH="0" baseline="0" noProof="0">
                <a:ln>
                  <a:noFill/>
                </a:ln>
                <a:solidFill>
                  <a:prstClr val="white"/>
                </a:solidFill>
                <a:effectLst/>
                <a:uLnTx/>
                <a:uFillTx/>
                <a:latin typeface="Calibri" panose="020F0502020204030204"/>
                <a:cs typeface="Arial"/>
                <a:sym typeface="Arial"/>
              </a:rPr>
              <a:t>Organisation de la BU</a:t>
            </a:r>
          </a:p>
        </p:txBody>
      </p:sp>
      <p:cxnSp>
        <p:nvCxnSpPr>
          <p:cNvPr id="74" name="Connecteur droit 321">
            <a:extLst>
              <a:ext uri="{FF2B5EF4-FFF2-40B4-BE49-F238E27FC236}">
                <a16:creationId xmlns:a16="http://schemas.microsoft.com/office/drawing/2014/main" id="{35A81F43-891B-FCB9-A9E2-D6A949B124BF}"/>
              </a:ext>
            </a:extLst>
          </p:cNvPr>
          <p:cNvCxnSpPr>
            <a:cxnSpLocks/>
          </p:cNvCxnSpPr>
          <p:nvPr/>
        </p:nvCxnSpPr>
        <p:spPr>
          <a:xfrm>
            <a:off x="9337276" y="1211062"/>
            <a:ext cx="0" cy="5829179"/>
          </a:xfrm>
          <a:prstGeom prst="line">
            <a:avLst/>
          </a:prstGeom>
          <a:ln w="19050">
            <a:solidFill>
              <a:srgbClr val="EA2727"/>
            </a:solidFill>
            <a:prstDash val="dash"/>
          </a:ln>
        </p:spPr>
        <p:style>
          <a:lnRef idx="1">
            <a:schemeClr val="accent1"/>
          </a:lnRef>
          <a:fillRef idx="0">
            <a:schemeClr val="accent1"/>
          </a:fillRef>
          <a:effectRef idx="0">
            <a:schemeClr val="accent1"/>
          </a:effectRef>
          <a:fontRef idx="minor">
            <a:schemeClr val="tx1"/>
          </a:fontRef>
        </p:style>
      </p:cxnSp>
      <p:sp>
        <p:nvSpPr>
          <p:cNvPr id="75" name="Flèche : pentagone 82">
            <a:extLst>
              <a:ext uri="{FF2B5EF4-FFF2-40B4-BE49-F238E27FC236}">
                <a16:creationId xmlns:a16="http://schemas.microsoft.com/office/drawing/2014/main" id="{05BBE082-4D5A-D00C-214F-91F9E605DA1A}"/>
              </a:ext>
            </a:extLst>
          </p:cNvPr>
          <p:cNvSpPr/>
          <p:nvPr/>
        </p:nvSpPr>
        <p:spPr>
          <a:xfrm>
            <a:off x="1341280" y="3848123"/>
            <a:ext cx="7071200" cy="178757"/>
          </a:xfrm>
          <a:prstGeom prst="homePlate">
            <a:avLst/>
          </a:prstGeom>
          <a:solidFill>
            <a:srgbClr val="769DAE"/>
          </a:solidFill>
          <a:ln w="3175" cap="flat">
            <a:solidFill>
              <a:schemeClr val="bg1">
                <a:lumMod val="85000"/>
              </a:schemeClr>
            </a:solidFill>
            <a:prstDash val="solid"/>
            <a:miter/>
          </a:ln>
        </p:spPr>
        <p:txBody>
          <a:bodyPr vert="horz" wrap="square" lIns="0" tIns="45720" rIns="0" bIns="45720" anchor="ctr" anchorCtr="1" compatLnSpc="1">
            <a:noAutofit/>
          </a:bodyPr>
          <a:lstStyle/>
          <a:p>
            <a:pPr algn="ctr" defTabSz="457200">
              <a:buClr>
                <a:srgbClr val="000000"/>
              </a:buClr>
            </a:pPr>
            <a:r>
              <a:rPr lang="fr-FR" sz="800" b="1">
                <a:solidFill>
                  <a:prstClr val="white"/>
                </a:solidFill>
                <a:latin typeface="Calibri" panose="020F0502020204030204"/>
                <a:cs typeface="Arial"/>
                <a:sym typeface="Arial"/>
              </a:rPr>
              <a:t>Veille réglementaire CSRBB – Attente de la publication des textes (CSRBB)</a:t>
            </a:r>
          </a:p>
        </p:txBody>
      </p:sp>
      <p:sp>
        <p:nvSpPr>
          <p:cNvPr id="76" name="Triangle isocèle 261">
            <a:extLst>
              <a:ext uri="{FF2B5EF4-FFF2-40B4-BE49-F238E27FC236}">
                <a16:creationId xmlns:a16="http://schemas.microsoft.com/office/drawing/2014/main" id="{909E15D9-C929-38CC-E8A8-97DFA5542477}"/>
              </a:ext>
            </a:extLst>
          </p:cNvPr>
          <p:cNvSpPr/>
          <p:nvPr/>
        </p:nvSpPr>
        <p:spPr>
          <a:xfrm>
            <a:off x="6151431" y="1584973"/>
            <a:ext cx="72000" cy="72000"/>
          </a:xfrm>
          <a:prstGeom prst="triangle">
            <a:avLst/>
          </a:prstGeom>
          <a:solidFill>
            <a:srgbClr val="1B445F"/>
          </a:solidFill>
          <a:ln>
            <a:solidFill>
              <a:srgbClr val="1B445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fr-FR" sz="1400" b="0" i="0" u="none" strike="noStrike" kern="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77" name="Triangle isocèle 261">
            <a:extLst>
              <a:ext uri="{FF2B5EF4-FFF2-40B4-BE49-F238E27FC236}">
                <a16:creationId xmlns:a16="http://schemas.microsoft.com/office/drawing/2014/main" id="{07C9DC17-5FD8-33D0-875E-AAF7D7E205AD}"/>
              </a:ext>
            </a:extLst>
          </p:cNvPr>
          <p:cNvSpPr/>
          <p:nvPr/>
        </p:nvSpPr>
        <p:spPr>
          <a:xfrm>
            <a:off x="7029051" y="1591156"/>
            <a:ext cx="72000" cy="72000"/>
          </a:xfrm>
          <a:prstGeom prst="triangle">
            <a:avLst/>
          </a:prstGeom>
          <a:solidFill>
            <a:srgbClr val="1B445F"/>
          </a:solidFill>
          <a:ln>
            <a:solidFill>
              <a:srgbClr val="1B445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fr-FR" sz="1400" b="0" i="0" u="none" strike="noStrike" kern="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78" name="Triangle isocèle 261">
            <a:extLst>
              <a:ext uri="{FF2B5EF4-FFF2-40B4-BE49-F238E27FC236}">
                <a16:creationId xmlns:a16="http://schemas.microsoft.com/office/drawing/2014/main" id="{16129EB7-F714-DBA7-5DC7-36F71B46EBAF}"/>
              </a:ext>
            </a:extLst>
          </p:cNvPr>
          <p:cNvSpPr/>
          <p:nvPr/>
        </p:nvSpPr>
        <p:spPr>
          <a:xfrm>
            <a:off x="8801639" y="1565384"/>
            <a:ext cx="72000" cy="72000"/>
          </a:xfrm>
          <a:prstGeom prst="triangle">
            <a:avLst/>
          </a:prstGeom>
          <a:solidFill>
            <a:srgbClr val="1B445F"/>
          </a:solidFill>
          <a:ln>
            <a:solidFill>
              <a:srgbClr val="1B445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fr-FR" sz="1400" b="0" i="0" u="none" strike="noStrike" kern="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79" name="Triangle isocèle 261">
            <a:extLst>
              <a:ext uri="{FF2B5EF4-FFF2-40B4-BE49-F238E27FC236}">
                <a16:creationId xmlns:a16="http://schemas.microsoft.com/office/drawing/2014/main" id="{0252E1B9-A2F2-38D8-1F87-BF5A7DD04EB3}"/>
              </a:ext>
            </a:extLst>
          </p:cNvPr>
          <p:cNvSpPr/>
          <p:nvPr/>
        </p:nvSpPr>
        <p:spPr>
          <a:xfrm>
            <a:off x="9723360" y="1555809"/>
            <a:ext cx="72000" cy="72000"/>
          </a:xfrm>
          <a:prstGeom prst="triangle">
            <a:avLst/>
          </a:prstGeom>
          <a:solidFill>
            <a:srgbClr val="1B445F"/>
          </a:solidFill>
          <a:ln>
            <a:solidFill>
              <a:srgbClr val="1B445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fr-FR" sz="1400" b="0" i="0" u="none" strike="noStrike" kern="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80" name="Triangle isocèle 261">
            <a:extLst>
              <a:ext uri="{FF2B5EF4-FFF2-40B4-BE49-F238E27FC236}">
                <a16:creationId xmlns:a16="http://schemas.microsoft.com/office/drawing/2014/main" id="{50CD0F52-D205-9331-697D-98EB96175FE4}"/>
              </a:ext>
            </a:extLst>
          </p:cNvPr>
          <p:cNvSpPr/>
          <p:nvPr/>
        </p:nvSpPr>
        <p:spPr>
          <a:xfrm>
            <a:off x="10603135" y="1582238"/>
            <a:ext cx="72000" cy="72000"/>
          </a:xfrm>
          <a:prstGeom prst="triangle">
            <a:avLst/>
          </a:prstGeom>
          <a:solidFill>
            <a:srgbClr val="1B445F"/>
          </a:solidFill>
          <a:ln>
            <a:solidFill>
              <a:srgbClr val="1B445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fr-FR" sz="1400" b="0" i="0" u="none" strike="noStrike" kern="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81" name="Triangle isocèle 261">
            <a:extLst>
              <a:ext uri="{FF2B5EF4-FFF2-40B4-BE49-F238E27FC236}">
                <a16:creationId xmlns:a16="http://schemas.microsoft.com/office/drawing/2014/main" id="{2B541276-DC27-0B58-F0C3-3B2097ACFBBD}"/>
              </a:ext>
            </a:extLst>
          </p:cNvPr>
          <p:cNvSpPr/>
          <p:nvPr/>
        </p:nvSpPr>
        <p:spPr>
          <a:xfrm>
            <a:off x="11428078" y="1571417"/>
            <a:ext cx="72000" cy="72000"/>
          </a:xfrm>
          <a:prstGeom prst="triangle">
            <a:avLst/>
          </a:prstGeom>
          <a:solidFill>
            <a:srgbClr val="1B445F"/>
          </a:solidFill>
          <a:ln>
            <a:solidFill>
              <a:srgbClr val="1B445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fr-FR" sz="1400" b="0" i="0" u="none" strike="noStrike" kern="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82" name="Flèche : pentagone 82">
            <a:extLst>
              <a:ext uri="{FF2B5EF4-FFF2-40B4-BE49-F238E27FC236}">
                <a16:creationId xmlns:a16="http://schemas.microsoft.com/office/drawing/2014/main" id="{3D2C5DA7-0FA0-8B1F-18E1-9F332F58DCBE}"/>
              </a:ext>
            </a:extLst>
          </p:cNvPr>
          <p:cNvSpPr/>
          <p:nvPr/>
        </p:nvSpPr>
        <p:spPr>
          <a:xfrm>
            <a:off x="1786450" y="5839866"/>
            <a:ext cx="10259889" cy="179038"/>
          </a:xfrm>
          <a:prstGeom prst="homePlate">
            <a:avLst/>
          </a:prstGeom>
          <a:solidFill>
            <a:srgbClr val="90C9DB"/>
          </a:solidFill>
          <a:ln w="12701" cap="flat">
            <a:solidFill>
              <a:srgbClr val="90C9DB"/>
            </a:solidFill>
            <a:prstDash val="solid"/>
            <a:miter/>
          </a:ln>
        </p:spPr>
        <p:txBody>
          <a:bodyPr vert="horz" wrap="square" lIns="0" tIns="45720" rIns="0" bIns="45720" anchor="ctr" anchorCtr="1" compatLnSpc="1">
            <a:noAutofit/>
          </a:bodyPr>
          <a:lstStyle/>
          <a:p>
            <a:pPr algn="ctr" defTabSz="457200">
              <a:buClr>
                <a:srgbClr val="000000"/>
              </a:buClr>
            </a:pPr>
            <a:r>
              <a:rPr lang="fr-FR" sz="1000" b="1">
                <a:solidFill>
                  <a:srgbClr val="1B445F"/>
                </a:solidFill>
                <a:latin typeface="Calibri" panose="020F0502020204030204"/>
                <a:cs typeface="Arial" pitchFamily="34"/>
                <a:sym typeface="Arial"/>
              </a:rPr>
              <a:t>Organiser Team Building</a:t>
            </a:r>
          </a:p>
        </p:txBody>
      </p:sp>
      <p:sp>
        <p:nvSpPr>
          <p:cNvPr id="83" name="Flèche : pentagone 82">
            <a:extLst>
              <a:ext uri="{FF2B5EF4-FFF2-40B4-BE49-F238E27FC236}">
                <a16:creationId xmlns:a16="http://schemas.microsoft.com/office/drawing/2014/main" id="{9E943EB0-3399-1DF9-8F4C-EF812AD7AB19}"/>
              </a:ext>
            </a:extLst>
          </p:cNvPr>
          <p:cNvSpPr/>
          <p:nvPr/>
        </p:nvSpPr>
        <p:spPr>
          <a:xfrm>
            <a:off x="1752443" y="4494126"/>
            <a:ext cx="5910988" cy="180000"/>
          </a:xfrm>
          <a:prstGeom prst="homePlate">
            <a:avLst/>
          </a:prstGeom>
          <a:solidFill>
            <a:srgbClr val="41A4C7"/>
          </a:solidFill>
          <a:ln w="3175" cap="flat">
            <a:solidFill>
              <a:schemeClr val="bg1">
                <a:lumMod val="85000"/>
              </a:schemeClr>
            </a:solidFill>
            <a:prstDash val="solid"/>
            <a:miter/>
          </a:ln>
        </p:spPr>
        <p:txBody>
          <a:bodyPr vert="horz" wrap="square" lIns="0" tIns="45720" rIns="0" bIns="45720" anchor="ctr" anchorCtr="1" compatLnSpc="1">
            <a:noAutofit/>
          </a:bodyPr>
          <a:lstStyle/>
          <a:p>
            <a:pPr algn="ctr" defTabSz="457200">
              <a:buClr>
                <a:srgbClr val="000000"/>
              </a:buClr>
            </a:pPr>
            <a:r>
              <a:rPr lang="fr-FR" sz="800" b="1">
                <a:solidFill>
                  <a:prstClr val="white"/>
                </a:solidFill>
                <a:latin typeface="Calibri" panose="020F0502020204030204"/>
                <a:cs typeface="Arial"/>
                <a:sym typeface="Arial"/>
              </a:rPr>
              <a:t>Poursuite des formations en interne</a:t>
            </a:r>
          </a:p>
        </p:txBody>
      </p:sp>
      <p:sp>
        <p:nvSpPr>
          <p:cNvPr id="84" name="Text Placeholder 6">
            <a:extLst>
              <a:ext uri="{FF2B5EF4-FFF2-40B4-BE49-F238E27FC236}">
                <a16:creationId xmlns:a16="http://schemas.microsoft.com/office/drawing/2014/main" id="{83465435-3469-84EF-C51F-6B677EAB4901}"/>
              </a:ext>
            </a:extLst>
          </p:cNvPr>
          <p:cNvSpPr>
            <a:spLocks noGrp="1"/>
          </p:cNvSpPr>
          <p:nvPr>
            <p:ph type="body" sz="quarter" idx="11"/>
          </p:nvPr>
        </p:nvSpPr>
        <p:spPr>
          <a:xfrm>
            <a:off x="2" y="-10912"/>
            <a:ext cx="12191998" cy="785894"/>
          </a:xfrm>
        </p:spPr>
        <p:txBody>
          <a:bodyPr>
            <a:normAutofit/>
          </a:bodyPr>
          <a:lstStyle/>
          <a:p>
            <a:r>
              <a:rPr lang="en-US"/>
              <a:t>Organisation roadmap par stream – année 2025</a:t>
            </a:r>
            <a:endParaRPr lang="fr-FR"/>
          </a:p>
        </p:txBody>
      </p:sp>
    </p:spTree>
    <p:extLst>
      <p:ext uri="{BB962C8B-B14F-4D97-AF65-F5344CB8AC3E}">
        <p14:creationId xmlns:p14="http://schemas.microsoft.com/office/powerpoint/2010/main" val="212152998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MLAdvisory_2022_ARA">
  <a:themeElements>
    <a:clrScheme name="ML Advisory">
      <a:dk1>
        <a:srgbClr val="115264"/>
      </a:dk1>
      <a:lt1>
        <a:sysClr val="window" lastClr="FFFFFF"/>
      </a:lt1>
      <a:dk2>
        <a:srgbClr val="44546A"/>
      </a:dk2>
      <a:lt2>
        <a:srgbClr val="E7E6E6"/>
      </a:lt2>
      <a:accent1>
        <a:srgbClr val="115264"/>
      </a:accent1>
      <a:accent2>
        <a:srgbClr val="E7E6E6"/>
      </a:accent2>
      <a:accent3>
        <a:srgbClr val="1D7B96"/>
      </a:accent3>
      <a:accent4>
        <a:srgbClr val="D0CECE"/>
      </a:accent4>
      <a:accent5>
        <a:srgbClr val="22A4C8"/>
      </a:accent5>
      <a:accent6>
        <a:srgbClr val="92D7CC"/>
      </a:accent6>
      <a:hlink>
        <a:srgbClr val="0563C1"/>
      </a:hlink>
      <a:folHlink>
        <a:srgbClr val="0563C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LAdvisory_2022_ARA" id="{70E256A4-1BBC-48D1-A8F6-BEFED73E4B0E}" vid="{AC43266F-3964-4936-B135-2C09D1A01FBA}"/>
    </a:ext>
  </a:extLst>
</a:theme>
</file>

<file path=ppt/theme/theme2.xml><?xml version="1.0" encoding="utf-8"?>
<a:theme xmlns:a="http://schemas.openxmlformats.org/drawingml/2006/main" name="Conception personnalisé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8e163bea-16b8-4776-99f9-3a4c1ae4acd1" xsi:nil="true"/>
    <lcf76f155ced4ddcb4097134ff3c332f xmlns="96567dcb-f1e0-4e5a-a848-aa9d5bfb53d0">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B55A047A94AAA48920AF9238718C317" ma:contentTypeVersion="19" ma:contentTypeDescription="Crée un document." ma:contentTypeScope="" ma:versionID="26d6c5fe9a842fb39c5a0f2a5f9510ff">
  <xsd:schema xmlns:xsd="http://www.w3.org/2001/XMLSchema" xmlns:xs="http://www.w3.org/2001/XMLSchema" xmlns:p="http://schemas.microsoft.com/office/2006/metadata/properties" xmlns:ns2="96567dcb-f1e0-4e5a-a848-aa9d5bfb53d0" xmlns:ns3="8e163bea-16b8-4776-99f9-3a4c1ae4acd1" targetNamespace="http://schemas.microsoft.com/office/2006/metadata/properties" ma:root="true" ma:fieldsID="397288ca8cd7a4fcbf8426823bd80fc8" ns2:_="" ns3:_="">
    <xsd:import namespace="96567dcb-f1e0-4e5a-a848-aa9d5bfb53d0"/>
    <xsd:import namespace="8e163bea-16b8-4776-99f9-3a4c1ae4acd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6567dcb-f1e0-4e5a-a848-aa9d5bfb53d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DateTaken" ma:index="15" nillable="true" ma:displayName="MediaServiceDateTaken" ma:hidden="true" ma:internalName="MediaServiceDateTaken" ma:readOnly="true">
      <xsd:simpleType>
        <xsd:restriction base="dms:Text"/>
      </xsd:simpleType>
    </xsd:element>
    <xsd:element name="MediaServiceLocation" ma:index="16" nillable="true" ma:displayName="Location" ma:internalName="MediaServiceLocatio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Balises d’images" ma:readOnly="false" ma:fieldId="{5cf76f15-5ced-4ddc-b409-7134ff3c332f}" ma:taxonomyMulti="true" ma:sspId="529347cf-97fc-4919-85de-59ddbcd9a0d9"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e163bea-16b8-4776-99f9-3a4c1ae4acd1" elementFormDefault="qualified">
    <xsd:import namespace="http://schemas.microsoft.com/office/2006/documentManagement/types"/>
    <xsd:import namespace="http://schemas.microsoft.com/office/infopath/2007/PartnerControls"/>
    <xsd:element name="SharedWithUsers" ma:index="17"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Partagé avec détails" ma:internalName="SharedWithDetails" ma:readOnly="true">
      <xsd:simpleType>
        <xsd:restriction base="dms:Note">
          <xsd:maxLength value="255"/>
        </xsd:restriction>
      </xsd:simpleType>
    </xsd:element>
    <xsd:element name="TaxCatchAll" ma:index="22" nillable="true" ma:displayName="Taxonomy Catch All Column" ma:hidden="true" ma:list="{dd7fce6b-15a7-4d9e-b1e0-0db958497cb2}" ma:internalName="TaxCatchAll" ma:showField="CatchAllData" ma:web="8e163bea-16b8-4776-99f9-3a4c1ae4acd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5B060B5-7A4D-43FC-8EA8-D8704E4A3BF4}">
  <ds:schemaRefs>
    <ds:schemaRef ds:uri="http://www.w3.org/XML/1998/namespace"/>
    <ds:schemaRef ds:uri="http://purl.org/dc/elements/1.1/"/>
    <ds:schemaRef ds:uri="http://purl.org/dc/terms/"/>
    <ds:schemaRef ds:uri="http://purl.org/dc/dcmitype/"/>
    <ds:schemaRef ds:uri="http://schemas.openxmlformats.org/package/2006/metadata/core-properties"/>
    <ds:schemaRef ds:uri="http://schemas.microsoft.com/office/infopath/2007/PartnerControls"/>
    <ds:schemaRef ds:uri="http://schemas.microsoft.com/office/2006/metadata/properties"/>
    <ds:schemaRef ds:uri="8e163bea-16b8-4776-99f9-3a4c1ae4acd1"/>
    <ds:schemaRef ds:uri="http://schemas.microsoft.com/office/2006/documentManagement/types"/>
    <ds:schemaRef ds:uri="96567dcb-f1e0-4e5a-a848-aa9d5bfb53d0"/>
  </ds:schemaRefs>
</ds:datastoreItem>
</file>

<file path=customXml/itemProps2.xml><?xml version="1.0" encoding="utf-8"?>
<ds:datastoreItem xmlns:ds="http://schemas.openxmlformats.org/officeDocument/2006/customXml" ds:itemID="{A0595EB7-9DD2-4FD4-931B-05E17450305E}">
  <ds:schemaRefs>
    <ds:schemaRef ds:uri="http://schemas.microsoft.com/sharepoint/v3/contenttype/forms"/>
  </ds:schemaRefs>
</ds:datastoreItem>
</file>

<file path=customXml/itemProps3.xml><?xml version="1.0" encoding="utf-8"?>
<ds:datastoreItem xmlns:ds="http://schemas.openxmlformats.org/officeDocument/2006/customXml" ds:itemID="{079FC279-8855-4B09-A7C7-712FB2AEE4EB}"/>
</file>

<file path=docProps/app.xml><?xml version="1.0" encoding="utf-8"?>
<Properties xmlns="http://schemas.openxmlformats.org/officeDocument/2006/extended-properties" xmlns:vt="http://schemas.openxmlformats.org/officeDocument/2006/docPropsVTypes">
  <Template>Default Theme</Template>
  <TotalTime>2603</TotalTime>
  <Words>773</Words>
  <Application>Microsoft Office PowerPoint</Application>
  <PresentationFormat>Widescreen</PresentationFormat>
  <Paragraphs>248</Paragraphs>
  <Slides>11</Slides>
  <Notes>5</Notes>
  <HiddenSlides>1</HiddenSlides>
  <MMClips>0</MMClips>
  <ScaleCrop>false</ScaleCrop>
  <HeadingPairs>
    <vt:vector size="8" baseType="variant">
      <vt:variant>
        <vt:lpstr>Fonts Used</vt:lpstr>
      </vt:variant>
      <vt:variant>
        <vt:i4>4</vt:i4>
      </vt:variant>
      <vt:variant>
        <vt:lpstr>Theme</vt:lpstr>
      </vt:variant>
      <vt:variant>
        <vt:i4>2</vt:i4>
      </vt:variant>
      <vt:variant>
        <vt:lpstr>Embedded OLE Servers</vt:lpstr>
      </vt:variant>
      <vt:variant>
        <vt:i4>1</vt:i4>
      </vt:variant>
      <vt:variant>
        <vt:lpstr>Slide Titles</vt:lpstr>
      </vt:variant>
      <vt:variant>
        <vt:i4>11</vt:i4>
      </vt:variant>
    </vt:vector>
  </HeadingPairs>
  <TitlesOfParts>
    <vt:vector size="18" baseType="lpstr">
      <vt:lpstr>Arial</vt:lpstr>
      <vt:lpstr>Calibri</vt:lpstr>
      <vt:lpstr>Noe Display</vt:lpstr>
      <vt:lpstr>Wingdings</vt:lpstr>
      <vt:lpstr>MLAdvisory_2022_ARA</vt:lpstr>
      <vt:lpstr>Conception personnalisée</vt:lpstr>
      <vt:lpstr>think-cell Slide</vt:lpstr>
      <vt:lpstr>Risques structurels</vt:lpstr>
      <vt:lpstr>SOMMAIRE</vt:lpstr>
      <vt:lpstr>Les missions en cours</vt:lpstr>
      <vt:lpstr>Les missions Risques structurels en cours</vt:lpstr>
      <vt:lpstr>Les opportunités en cours</vt:lpstr>
      <vt:lpstr> Focus sur les opportunités en cours</vt:lpstr>
      <vt:lpstr>PowerPoint Presentation</vt:lpstr>
      <vt:lpstr>Organisation du pôle </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&amp; Analytics : Réunion de lancement du pôle</dc:title>
  <dc:creator>Andriniaina Randriamananjara;Arnaud Azan</dc:creator>
  <cp:lastModifiedBy>Arthur Tala</cp:lastModifiedBy>
  <cp:revision>1</cp:revision>
  <dcterms:created xsi:type="dcterms:W3CDTF">2023-06-14T10:40:42Z</dcterms:created>
  <dcterms:modified xsi:type="dcterms:W3CDTF">2025-12-02T13:04:06Z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0x010100BB55A047A94AAA48920AF9238718C317</vt:lpwstr>
  </property>
  <property fmtid="{D5CDD505-2E9C-101B-9397-08002B2CF9AE}" pid="3" name="MediaServiceImageTags">
    <vt:lpwstr/>
  </property>
</Properties>
</file>